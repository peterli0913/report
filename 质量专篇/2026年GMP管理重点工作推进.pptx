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0" r:id="rId3"/>
    <p:sldMasterId id="2147483672" r:id="rId4"/>
    <p:sldMasterId id="2147483683" r:id="rId5"/>
    <p:sldMasterId id="2147483695" r:id="rId6"/>
    <p:sldMasterId id="2147483706" r:id="rId7"/>
    <p:sldMasterId id="2147483718" r:id="rId8"/>
    <p:sldMasterId id="2147483729" r:id="rId9"/>
    <p:sldMasterId id="2147483740" r:id="rId10"/>
    <p:sldMasterId id="2147483751" r:id="rId11"/>
    <p:sldMasterId id="2147483763" r:id="rId12"/>
    <p:sldMasterId id="2147483775" r:id="rId13"/>
    <p:sldMasterId id="2147483789" r:id="rId14"/>
    <p:sldMasterId id="2147483801" r:id="rId15"/>
    <p:sldMasterId id="2147483813" r:id="rId16"/>
    <p:sldMasterId id="2147483824" r:id="rId17"/>
    <p:sldMasterId id="2147483836" r:id="rId18"/>
    <p:sldMasterId id="2147483848" r:id="rId19"/>
    <p:sldMasterId id="2147483859" r:id="rId20"/>
    <p:sldMasterId id="2147483871" r:id="rId21"/>
    <p:sldMasterId id="2147483883" r:id="rId22"/>
    <p:sldMasterId id="2147483895" r:id="rId23"/>
    <p:sldMasterId id="2147483907" r:id="rId24"/>
    <p:sldMasterId id="2147483918" r:id="rId25"/>
    <p:sldMasterId id="2147483929" r:id="rId26"/>
    <p:sldMasterId id="2147483941" r:id="rId27"/>
    <p:sldMasterId id="2147483952" r:id="rId28"/>
    <p:sldMasterId id="2147483963" r:id="rId29"/>
    <p:sldMasterId id="2147483975" r:id="rId30"/>
    <p:sldMasterId id="2147483986" r:id="rId31"/>
    <p:sldMasterId id="2147483992" r:id="rId32"/>
    <p:sldMasterId id="2147484003" r:id="rId33"/>
    <p:sldMasterId id="2147484014" r:id="rId34"/>
    <p:sldMasterId id="2147484025" r:id="rId35"/>
    <p:sldMasterId id="2147484037" r:id="rId36"/>
    <p:sldMasterId id="2147484049" r:id="rId37"/>
  </p:sldMasterIdLst>
  <p:notesMasterIdLst>
    <p:notesMasterId r:id="rId39"/>
  </p:notesMasterIdLst>
  <p:sldIdLst>
    <p:sldId id="256" r:id="rId38"/>
  </p:sldIdLst>
  <p:sldSz cx="9144000" cy="5143500" type="screen16x9"/>
  <p:notesSz cx="6858000" cy="9144000"/>
  <p:defaultTextStyle>
    <a:defPPr>
      <a:defRPr lang="en-US"/>
    </a:defPPr>
    <a:lvl1pPr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1pPr>
    <a:lvl2pPr marL="171450" indent="-85725"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2pPr>
    <a:lvl3pPr marL="342900" indent="-171450"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3pPr>
    <a:lvl4pPr marL="514350" indent="-257175"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4pPr>
    <a:lvl5pPr marL="685800" indent="-342900" algn="l" defTabSz="309880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5pPr>
    <a:lvl6pPr marL="8572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6pPr>
    <a:lvl7pPr marL="10287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7pPr>
    <a:lvl8pPr marL="12001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8pPr>
    <a:lvl9pPr marL="13716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默认节" id="{E986B130-2AFF-4B6C-ACE2-764B932D0865}">
          <p14:sldIdLst>
            <p14:sldId id="4786"/>
          </p14:sldIdLst>
        </p14:section>
      </p14:sectionLst>
    </p:ext>
    <p:ext uri="{EFAFB233-063F-42B5-8137-9DF3F51BA10A}">
      <p15:sldGuideLst xmlns:p15="http://schemas.microsoft.com/office/powerpoint/2012/main">
        <p15:guide id="1" pos="5610" userDrawn="1">
          <p15:clr>
            <a:srgbClr val="A4A3A4"/>
          </p15:clr>
        </p15:guide>
        <p15:guide id="2" orient="horz" pos="3023" userDrawn="1">
          <p15:clr>
            <a:srgbClr val="A4A3A4"/>
          </p15:clr>
        </p15:guide>
        <p15:guide id="3" orient="horz" pos="259" userDrawn="1">
          <p15:clr>
            <a:srgbClr val="A4A3A4"/>
          </p15:clr>
        </p15:guide>
        <p15:guide id="4" orient="horz" pos="145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  <p:cmAuthor id="4" name="Mengxuan Li" initials="ML" lastIdx="35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23E3E"/>
    <a:srgbClr val="D9FC04"/>
    <a:srgbClr val="B64AB1"/>
    <a:srgbClr val="E67A4A"/>
    <a:srgbClr val="1B2764"/>
    <a:srgbClr val="1B2662"/>
    <a:srgbClr val="1D2D68"/>
    <a:srgbClr val="1C2A68"/>
    <a:srgbClr val="1A2560"/>
    <a:srgbClr val="191E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54" autoAdjust="0"/>
    <p:restoredTop sz="94587" autoAdjust="0"/>
  </p:normalViewPr>
  <p:slideViewPr>
    <p:cSldViewPr snapToGrid="0" snapToObjects="1" showGuides="1">
      <p:cViewPr varScale="1">
        <p:scale>
          <a:sx n="93" d="100"/>
          <a:sy n="93" d="100"/>
        </p:scale>
        <p:origin x="712" y="68"/>
      </p:cViewPr>
      <p:guideLst>
        <p:guide pos="5610"/>
        <p:guide orient="horz" pos="3023"/>
        <p:guide orient="horz" pos="259"/>
        <p:guide orient="horz" pos="145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2" d="100"/>
        <a:sy n="42" d="100"/>
      </p:scale>
      <p:origin x="0" y="-558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" Target="slides/slide1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ableStyles" Target="tableStyles.xml"/><Relationship Id="rId43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1pPr>
    <a:lvl2pPr marL="278765" indent="-10731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2pPr>
    <a:lvl3pPr marL="4286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3pPr>
    <a:lvl4pPr marL="60007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4pPr>
    <a:lvl5pPr marL="7715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5pPr>
    <a:lvl6pPr indent="42862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6pPr>
    <a:lvl7pPr indent="51435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7pPr>
    <a:lvl8pPr indent="60007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8pPr>
    <a:lvl9pPr indent="68580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jpe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jpe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.jpe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jpe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jpe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jpeg"/><Relationship Id="rId3" Type="http://schemas.openxmlformats.org/officeDocument/2006/relationships/image" Target="../media/image2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jpe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6.png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.jpe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6.pn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jpeg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jpe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6.png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.jpeg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6.png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.jpeg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jpeg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6.png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1.jpeg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6.png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1.jpe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6.png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1.jpeg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6.png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1.jpeg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jpeg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6.png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1.jpe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1.jpeg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image" Target="../media/image1.jpe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.jpeg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6.png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5.jpeg"/><Relationship Id="rId3" Type="http://schemas.openxmlformats.org/officeDocument/2006/relationships/image" Target="../media/image2.png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6.png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.jpeg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Relationship Id="rId2" Type="http://schemas.openxmlformats.org/officeDocument/2006/relationships/image" Target="../media/image1.jpeg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Relationship Id="rId2" Type="http://schemas.openxmlformats.org/officeDocument/2006/relationships/image" Target="../media/image1.jpeg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.jpe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6.png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Relationship Id="rId2" Type="http://schemas.openxmlformats.org/officeDocument/2006/relationships/image" Target="../media/image1.jpeg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Relationship Id="rId2" Type="http://schemas.openxmlformats.org/officeDocument/2006/relationships/image" Target="../media/image6.png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Relationship Id="rId2" Type="http://schemas.openxmlformats.org/officeDocument/2006/relationships/image" Target="../media/image7.jpe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Relationship Id="rId2" Type="http://schemas.openxmlformats.org/officeDocument/2006/relationships/image" Target="../media/image9.jpe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Relationship Id="rId2" Type="http://schemas.openxmlformats.org/officeDocument/2006/relationships/image" Target="../media/image10.jpeg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Relationship Id="rId2" Type="http://schemas.openxmlformats.org/officeDocument/2006/relationships/image" Target="../media/image1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2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737B33D-E675-453D-AFF5-E4A3C2713CC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6B713F-0625-47A1-A948-CDFDF686D3A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4C66EAF-C3B8-4A99-935F-E43C4EB8D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A44A85-E8C1-419E-B32C-F18CC1F2CB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7AA7C6-54E6-4B0E-A22A-8CB41808A0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829DFC2-8662-49F5-BF2A-4304236EF5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C7B413E-A6B6-4F06-BA83-A498B6E5CF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5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26F4C56-220E-4F7A-B423-ED2970F338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 userDrawn="1"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 wrap="square">
            <a:noAutofit/>
          </a:bodyPr>
          <a:lstStyle>
            <a:lvl1pPr algn="ctr">
              <a:defRPr sz="90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/>
              <a:t>-</a:t>
            </a:r>
            <a:fld id="{5B668758-3EC2-4CF7-B6EE-CAE930ADAF42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ED1FB5E-2E28-4CC1-9EEA-AB5C9B878C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23" y="613768"/>
            <a:ext cx="2107406" cy="492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4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6617">
            <a:off x="5384602" y="-1947862"/>
            <a:ext cx="7592021" cy="717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60"/>
            <a:ext cx="1900833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6FDEA65-46A8-4913-8920-3F11BF21BB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C6B0BCE-AE4E-4AD3-868A-2BEE0723A9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D82051A0-9400-48B3-A842-506311329E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BBC77F9-E65C-42B5-B805-51F7F5C52E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F8FDE57-BAA4-4B86-A024-8CFE55F57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3534DAF6-43AB-41C5-B40F-3E56E6713C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C6B0A39-673F-48CA-8178-AD7C9B614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4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8CF02BE4-918D-4214-9668-5E5E5E0C1C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2" y="4932760"/>
            <a:ext cx="1900833" cy="1384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41CD7546-58C9-4B7A-904B-762BA40EE7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60"/>
            <a:ext cx="1900833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2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737B33D-E675-453D-AFF5-E4A3C2713CC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6B713F-0625-47A1-A948-CDFDF686D3A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4C66EAF-C3B8-4A99-935F-E43C4EB8DF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A44A85-E8C1-419E-B32C-F18CC1F2CB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A7AA7C6-54E6-4B0E-A22A-8CB41808A0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829DFC2-8662-49F5-BF2A-4304236EF5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C7B413E-A6B6-4F06-BA83-A498B6E5CF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5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26F4C56-220E-4F7A-B423-ED2970F338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 userDrawn="1"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 wrap="square">
            <a:noAutofit/>
          </a:bodyPr>
          <a:lstStyle>
            <a:lvl1pPr algn="ctr">
              <a:defRPr sz="90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/>
              <a:t>-</a:t>
            </a:r>
            <a:fld id="{5B668758-3EC2-4CF7-B6EE-CAE930ADAF42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ED1FB5E-2E28-4CC1-9EEA-AB5C9B878CED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23" y="613768"/>
            <a:ext cx="2107406" cy="492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 userDrawn="1"/>
        </p:nvSpPr>
        <p:spPr>
          <a:xfrm>
            <a:off x="7440812" y="4932760"/>
            <a:ext cx="1900833" cy="1962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r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Confidential|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4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6617">
            <a:off x="5384602" y="-1947862"/>
            <a:ext cx="7592021" cy="717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with photo">
    <p:bg>
      <p:bgPr>
        <a:solidFill>
          <a:srgbClr val="335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8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91314" y="988219"/>
            <a:ext cx="3216116" cy="64127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5" name="TextBox 5"/>
          <p:cNvSpPr txBox="1">
            <a:spLocks noChangeArrowheads="1"/>
          </p:cNvSpPr>
          <p:nvPr userDrawn="1"/>
        </p:nvSpPr>
        <p:spPr bwMode="auto">
          <a:xfrm>
            <a:off x="599474" y="4466951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srgbClr val="2F5A9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Contents</a:t>
            </a:r>
            <a:endParaRPr kumimoji="0" lang="en-US" altLang="zh-CN" sz="2700" b="0" i="0" u="none" strike="noStrike" kern="1200" cap="none" spc="0" normalizeH="0" baseline="0" noProof="0" dirty="0">
              <a:ln>
                <a:noFill/>
              </a:ln>
              <a:solidFill>
                <a:srgbClr val="2F5A9E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6" name="图片 1" descr="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4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>
              <a:sym typeface="+mn-ea"/>
            </a:endParaRP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6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6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5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4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9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>
              <a:sym typeface="+mn-ea"/>
            </a:endParaRP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>
              <a:sym typeface="+mn-ea"/>
            </a:endParaRP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eaLnBrk="1" hangingPunct="1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89" y="491014"/>
            <a:ext cx="6581061" cy="238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28575" y="4855765"/>
            <a:ext cx="920115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8" y="4855765"/>
            <a:ext cx="651867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70531" y="4657159"/>
            <a:ext cx="222818" cy="215444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defRPr/>
            </a:pPr>
            <a:fld id="{9A0DB2DC-4C9A-4742-B13C-FB6460FD3503}" type="slidenum">
              <a:rPr lang="zh-CN" altLang="en-US" noProof="1" smtClean="0">
                <a:solidFill>
                  <a:prstClr val="black">
                    <a:tint val="75000"/>
                  </a:prstClr>
                </a:solidFill>
                <a:latin typeface="Open Sans" panose="020B0606030504020204" pitchFamily="34" charset="0"/>
                <a:ea typeface="Arial" panose="020B0604020202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</a:fld>
            <a:endParaRPr lang="zh-CN" altLang="en-US" noProof="1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>
              <a:sym typeface="+mn-ea"/>
            </a:endParaRP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BC47A4-756D-490B-A52F-7D9E2C9FC05F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61" y="1731661"/>
            <a:ext cx="8139980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45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94" y="2674144"/>
            <a:ext cx="8139914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142" y="545783"/>
            <a:ext cx="294923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4195" y="545783"/>
            <a:ext cx="4629606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142" y="1679734"/>
            <a:ext cx="294923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94" y="4203859"/>
            <a:ext cx="8139914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94" y="481013"/>
            <a:ext cx="8139914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8235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1031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6292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67694"/>
            <a:ext cx="8139980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45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4029" y="4947088"/>
            <a:ext cx="549409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1515" y="4932661"/>
            <a:ext cx="1900834" cy="15003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4" tIns="17144" rIns="17144" bIns="17144" numCol="1" spcCol="38100" rtlCol="0" anchor="t">
            <a:spAutoFit/>
          </a:bodyPr>
          <a:lstStyle/>
          <a:p>
            <a:pPr marL="0" marR="0" indent="0" algn="ctr" defTabSz="6191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765" y="686268"/>
            <a:ext cx="642447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227" y="491252"/>
            <a:ext cx="652425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1" y="4855765"/>
            <a:ext cx="9144476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1153" y="4855765"/>
            <a:ext cx="623324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212" y="228124"/>
            <a:ext cx="1986781" cy="39481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61" y="1731661"/>
            <a:ext cx="8139980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45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94" y="2674144"/>
            <a:ext cx="8139914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15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142" y="545783"/>
            <a:ext cx="294923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4195" y="545783"/>
            <a:ext cx="4629606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142" y="1679734"/>
            <a:ext cx="294923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94" y="4203859"/>
            <a:ext cx="8139914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94" y="481013"/>
            <a:ext cx="8139914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8235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1031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6292" y="423863"/>
            <a:ext cx="4050429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135" algn="l"/>
              </a:tabLst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13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61" y="467694"/>
            <a:ext cx="8139980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45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4029" y="4947088"/>
            <a:ext cx="549409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1515" y="4932661"/>
            <a:ext cx="1900834" cy="15003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4" tIns="17144" rIns="17144" bIns="17144" numCol="1" spcCol="38100" rtlCol="0" anchor="t">
            <a:spAutoFit/>
          </a:bodyPr>
          <a:lstStyle/>
          <a:p>
            <a:pPr marL="0" marR="0" indent="0" algn="ctr" defTabSz="6191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765" y="686268"/>
            <a:ext cx="642447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227" y="491252"/>
            <a:ext cx="652425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1" y="4855765"/>
            <a:ext cx="9144476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1153" y="4855765"/>
            <a:ext cx="623324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212" y="228124"/>
            <a:ext cx="1986781" cy="39481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5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60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4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5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9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89" y="491014"/>
            <a:ext cx="6581061" cy="238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-28575" y="4855765"/>
            <a:ext cx="920115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8" y="4855765"/>
            <a:ext cx="651867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70531" y="4657159"/>
            <a:ext cx="222818" cy="215444"/>
          </a:xfrm>
          <a:prstGeom prst="rect">
            <a:avLst/>
          </a:prstGeom>
          <a:noFill/>
          <a:ln w="12700">
            <a:noFill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defRPr/>
            </a:pPr>
            <a:fld id="{9A0DB2DC-4C9A-4742-B13C-FB6460FD3503}" type="slidenum">
              <a:rPr lang="zh-CN" altLang="en-US" noProof="1" smtClean="0">
                <a:solidFill>
                  <a:prstClr val="black">
                    <a:tint val="75000"/>
                  </a:prstClr>
                </a:solidFill>
                <a:latin typeface="Open Sans" panose="020B0606030504020204" pitchFamily="34" charset="0"/>
                <a:ea typeface="Arial" panose="020B0604020202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</a:fld>
            <a:endParaRPr lang="zh-CN" altLang="en-US" noProof="1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2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6FDEA65-46A8-4913-8920-3F11BF21BB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7C6B0BCE-AE4E-4AD3-868A-2BEE0723A9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D82051A0-9400-48B3-A842-506311329E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BBC77F9-E65C-42B5-B805-51F7F5C52E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F8FDE57-BAA4-4B86-A024-8CFE55F57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3534DAF6-43AB-41C5-B40F-3E56E6713C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9C6B0A39-673F-48CA-8178-AD7C9B614D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67694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8CF02BE4-918D-4214-9668-5E5E5E0C1C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2" y="4932760"/>
            <a:ext cx="1900833" cy="1384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6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6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7" y="4947048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2A93B75A-B628-4B58-A0E2-AF8B7C034669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41CD7546-58C9-4B7A-904B-762BA40EE7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2411" y="1731661"/>
            <a:ext cx="8139178" cy="674375"/>
          </a:xfrm>
        </p:spPr>
        <p:txBody>
          <a:bodyPr rIns="25400" anchor="t"/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DEA65-46A8-4913-8920-3F11BF21BB3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B0BCE-AE4E-4AD3-868A-2BEE0723A9B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35919"/>
            <a:ext cx="8139178" cy="486000"/>
          </a:xfrm>
        </p:spPr>
        <p:txBody>
          <a:bodyPr/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051A0-9400-48B3-A842-506311329E2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30079" y="545783"/>
            <a:ext cx="2948940" cy="83629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C77F9-E65C-42B5-B805-51F7F5C52E7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FDE57-BAA4-4B86-A024-8CFE55F5776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4DAF6-43AB-41C5-B40F-3E56E6713C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编辑母版文本样式</a:t>
            </a:r>
            <a:endParaRPr lang="zh-CN" altLang="en-US"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0A39-673F-48CA-8178-AD7C9B614DA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67693"/>
            <a:ext cx="8139178" cy="674375"/>
          </a:xfrm>
        </p:spPr>
        <p:txBody>
          <a:bodyPr rIns="25400"/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2BE4-918D-4214-9668-5E5E5E0C1CD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440811" y="4932759"/>
            <a:ext cx="1900833" cy="7784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17145" tIns="17145" rIns="17145" bIns="17145" spcCol="3810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" dirty="0">
                <a:solidFill>
                  <a:schemeClr val="bg1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lang="zh-CN" altLang="en-US" sz="280" dirty="0">
                <a:solidFill>
                  <a:schemeClr val="bg1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lang="zh-CN" altLang="en-US" sz="280" dirty="0">
              <a:solidFill>
                <a:schemeClr val="bg1"/>
              </a:solidFill>
              <a:latin typeface="微软雅黑" panose="020B0503020204020204" pitchFamily="34" charset="-122"/>
              <a:ea typeface="+mn-ea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3" name="直线连接符 3"/>
          <p:cNvCxnSpPr/>
          <p:nvPr/>
        </p:nvCxnSpPr>
        <p:spPr>
          <a:xfrm>
            <a:off x="2452688" y="686396"/>
            <a:ext cx="642342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736" y="4947047"/>
            <a:ext cx="549473" cy="121444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2A93B75A-B628-4B58-A0E2-AF8B7C034669}" type="slidenum">
              <a:rPr lang="en-US" altLang="zh-CN"/>
            </a:fld>
            <a:r>
              <a:rPr lang="en-US" altLang="zh-CN"/>
              <a:t>-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D7546-58C9-4B7A-904B-762BA40EE7D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 panose="020B0503020204020204" pitchFamily="34" charset="-122"/>
              </a:rPr>
            </a:fld>
            <a:r>
              <a:rPr lang="en-US" altLang="zh-CN">
                <a:solidFill>
                  <a:prstClr val="white"/>
                </a:solidFill>
                <a:ea typeface="微软雅黑" panose="020B0503020204020204" pitchFamily="34" charset="-122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 bwMode="auto"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 descr="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31926" y="599307"/>
            <a:ext cx="2151953" cy="429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2"/>
            <a:ext cx="7591962" cy="7171646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6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6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5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4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386DB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5" name="TextBox 5"/>
          <p:cNvSpPr txBox="1">
            <a:spLocks noChangeArrowheads="1"/>
          </p:cNvSpPr>
          <p:nvPr userDrawn="1"/>
        </p:nvSpPr>
        <p:spPr bwMode="auto">
          <a:xfrm>
            <a:off x="599474" y="4466951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srgbClr val="2F5A9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Contents</a:t>
            </a:r>
            <a:endParaRPr kumimoji="0" lang="en-US" altLang="zh-CN" sz="2700" b="0" i="0" u="none" strike="noStrike" kern="1200" cap="none" spc="0" normalizeH="0" baseline="0" noProof="0" dirty="0">
              <a:ln>
                <a:noFill/>
              </a:ln>
              <a:solidFill>
                <a:srgbClr val="2F5A9E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6" name="图片 1" descr="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3" y="427857"/>
            <a:ext cx="1605164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0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88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2" y="228124"/>
            <a:ext cx="1986677" cy="394811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620090" y="100013"/>
            <a:ext cx="6523910" cy="371476"/>
          </a:xfrm>
          <a:prstGeom prst="rect">
            <a:avLst/>
          </a:prstGeom>
        </p:spPr>
        <p:txBody>
          <a:bodyPr/>
          <a:lstStyle>
            <a:lvl1pPr algn="r">
              <a:defRPr sz="2100">
                <a:solidFill>
                  <a:srgbClr val="2F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p:transition spd="slow">
    <p:push/>
  </p:transition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slow">
    <p:push/>
  </p:transition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1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2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1" y="467693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88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/>
        </p:nvSpPr>
        <p:spPr>
          <a:xfrm flipV="1">
            <a:off x="2620089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520708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91" y="228124"/>
            <a:ext cx="1986677" cy="394811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2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5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09245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5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4"/>
            <a:ext cx="4629150" cy="4052411"/>
          </a:xfrm>
        </p:spPr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>
              <a:sym typeface="+mn-ea"/>
            </a:endParaRP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5" y="4203860"/>
            <a:ext cx="8139113" cy="418624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5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250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9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09245"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3" y="4932662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2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2620091" y="491252"/>
            <a:ext cx="6523911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4855765"/>
            <a:ext cx="9144000" cy="213521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2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20709" y="4855765"/>
            <a:ext cx="623292" cy="213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288" tIns="14288" rIns="14288" bIns="14288" numCol="1" spcCol="38100" rtlCol="0" anchor="ctr" forceAA="0">
            <a:spAutoFit/>
          </a:bodyPr>
          <a:lstStyle/>
          <a:p>
            <a:pPr marL="0" marR="0" lvl="0" indent="0" algn="ctr" defTabSz="3092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193" y="228125"/>
            <a:ext cx="1986677" cy="394811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09245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rgbClr val="00366A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5" name="TextBox 5"/>
          <p:cNvSpPr txBox="1">
            <a:spLocks noChangeArrowheads="1"/>
          </p:cNvSpPr>
          <p:nvPr userDrawn="1"/>
        </p:nvSpPr>
        <p:spPr bwMode="auto">
          <a:xfrm>
            <a:off x="599474" y="4499850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 dirty="0">
                <a:solidFill>
                  <a:schemeClr val="bg1"/>
                </a:solidFill>
                <a:ea typeface="宋体" panose="02010600030101010101" pitchFamily="2" charset="-122"/>
              </a:rPr>
              <a:t>Contents</a:t>
            </a:r>
            <a:endParaRPr lang="en-US" altLang="zh-CN" sz="27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6" name="图片 1" descr="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4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2"/>
            <a:ext cx="1699576" cy="39756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406090" y="4966115"/>
            <a:ext cx="331822" cy="238527"/>
          </a:xfrm>
        </p:spPr>
        <p:txBody>
          <a:bodyPr/>
          <a:lstStyle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dirty="0" smtClean="0"/>
            </a:fld>
            <a:r>
              <a:rPr lang="en-US" altLang="zh-CN" dirty="0"/>
              <a:t>-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rgbClr val="386DB4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70430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56003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8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  <a:endParaRPr kumimoji="0" lang="zh-CN" altLang="en-US" sz="7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/>
            </a:endParaRP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3.xml"/><Relationship Id="rId1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4.xml"/><Relationship Id="rId1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1.xml"/><Relationship Id="rId8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4.xml"/><Relationship Id="rId1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4.xml"/><Relationship Id="rId1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2.xml"/><Relationship Id="rId8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16.xml"/><Relationship Id="rId12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2.xml"/><Relationship Id="rId7" Type="http://schemas.openxmlformats.org/officeDocument/2006/relationships/slideLayout" Target="../slideLayouts/slideLayout123.xml"/><Relationship Id="rId8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27.xml"/><Relationship Id="rId12" Type="http://schemas.openxmlformats.org/officeDocument/2006/relationships/slideLayout" Target="../slideLayouts/slideLayout128.xml"/><Relationship Id="rId13" Type="http://schemas.openxmlformats.org/officeDocument/2006/relationships/slideLayout" Target="../slideLayouts/slideLayout129.xml"/><Relationship Id="rId14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0.xml"/><Relationship Id="rId2" Type="http://schemas.openxmlformats.org/officeDocument/2006/relationships/slideLayout" Target="../slideLayouts/slideLayout131.xml"/><Relationship Id="rId3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33.xml"/><Relationship Id="rId5" Type="http://schemas.openxmlformats.org/officeDocument/2006/relationships/slideLayout" Target="../slideLayouts/slideLayout134.xml"/><Relationship Id="rId6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6.xml"/><Relationship Id="rId8" Type="http://schemas.openxmlformats.org/officeDocument/2006/relationships/slideLayout" Target="../slideLayouts/slideLayout137.xml"/><Relationship Id="rId9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139.xml"/><Relationship Id="rId11" Type="http://schemas.openxmlformats.org/officeDocument/2006/relationships/slideLayout" Target="../slideLayouts/slideLayout140.xml"/><Relationship Id="rId12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47.xml"/><Relationship Id="rId8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49.xml"/><Relationship Id="rId10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1.xml"/><Relationship Id="rId12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2.xml"/><Relationship Id="rId2" Type="http://schemas.openxmlformats.org/officeDocument/2006/relationships/slideLayout" Target="../slideLayouts/slideLayout153.xml"/><Relationship Id="rId3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56.xml"/><Relationship Id="rId6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58.xml"/><Relationship Id="rId8" Type="http://schemas.openxmlformats.org/officeDocument/2006/relationships/slideLayout" Target="../slideLayouts/slideLayout159.xml"/><Relationship Id="rId9" Type="http://schemas.openxmlformats.org/officeDocument/2006/relationships/slideLayout" Target="../slideLayouts/slideLayout160.xml"/><Relationship Id="rId10" Type="http://schemas.openxmlformats.org/officeDocument/2006/relationships/slideLayout" Target="../slideLayouts/slideLayout161.xml"/><Relationship Id="rId11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2.xml"/><Relationship Id="rId2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68.xml"/><Relationship Id="rId8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2.xml"/><Relationship Id="rId12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3.xml"/><Relationship Id="rId2" Type="http://schemas.openxmlformats.org/officeDocument/2006/relationships/slideLayout" Target="../slideLayouts/slideLayout174.xml"/><Relationship Id="rId3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78.xml"/><Relationship Id="rId7" Type="http://schemas.openxmlformats.org/officeDocument/2006/relationships/slideLayout" Target="../slideLayouts/slideLayout179.xml"/><Relationship Id="rId8" Type="http://schemas.openxmlformats.org/officeDocument/2006/relationships/slideLayout" Target="../slideLayouts/slideLayout180.xml"/><Relationship Id="rId9" Type="http://schemas.openxmlformats.org/officeDocument/2006/relationships/slideLayout" Target="../slideLayouts/slideLayout181.xml"/><Relationship Id="rId10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3.xml"/><Relationship Id="rId12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4.xml"/><Relationship Id="rId2" Type="http://schemas.openxmlformats.org/officeDocument/2006/relationships/slideLayout" Target="../slideLayouts/slideLayout185.xml"/><Relationship Id="rId3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89.xml"/><Relationship Id="rId7" Type="http://schemas.openxmlformats.org/officeDocument/2006/relationships/slideLayout" Target="../slideLayouts/slideLayout190.xml"/><Relationship Id="rId8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2.xml"/><Relationship Id="rId10" Type="http://schemas.openxmlformats.org/officeDocument/2006/relationships/slideLayout" Target="../slideLayouts/slideLayout193.xml"/><Relationship Id="rId11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4.xml"/><Relationship Id="rId2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97.xml"/><Relationship Id="rId5" Type="http://schemas.openxmlformats.org/officeDocument/2006/relationships/slideLayout" Target="../slideLayouts/slideLayout198.xml"/><Relationship Id="rId6" Type="http://schemas.openxmlformats.org/officeDocument/2006/relationships/slideLayout" Target="../slideLayouts/slideLayout199.xml"/><Relationship Id="rId7" Type="http://schemas.openxmlformats.org/officeDocument/2006/relationships/slideLayout" Target="../slideLayouts/slideLayout200.xml"/><Relationship Id="rId8" Type="http://schemas.openxmlformats.org/officeDocument/2006/relationships/slideLayout" Target="../slideLayouts/slideLayout201.xml"/><Relationship Id="rId9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203.xml"/><Relationship Id="rId11" Type="http://schemas.openxmlformats.org/officeDocument/2006/relationships/slideLayout" Target="../slideLayouts/slideLayout204.xml"/><Relationship Id="rId12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1.xml"/><Relationship Id="rId8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5.xml"/><Relationship Id="rId12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6.xml"/><Relationship Id="rId2" Type="http://schemas.openxmlformats.org/officeDocument/2006/relationships/slideLayout" Target="../slideLayouts/slideLayout217.xml"/><Relationship Id="rId3" Type="http://schemas.openxmlformats.org/officeDocument/2006/relationships/slideLayout" Target="../slideLayouts/slideLayout218.xml"/><Relationship Id="rId4" Type="http://schemas.openxmlformats.org/officeDocument/2006/relationships/slideLayout" Target="../slideLayouts/slideLayout219.xml"/><Relationship Id="rId5" Type="http://schemas.openxmlformats.org/officeDocument/2006/relationships/slideLayout" Target="../slideLayouts/slideLayout220.xml"/><Relationship Id="rId6" Type="http://schemas.openxmlformats.org/officeDocument/2006/relationships/slideLayout" Target="../slideLayouts/slideLayout221.xml"/><Relationship Id="rId7" Type="http://schemas.openxmlformats.org/officeDocument/2006/relationships/slideLayout" Target="../slideLayouts/slideLayout222.xml"/><Relationship Id="rId8" Type="http://schemas.openxmlformats.org/officeDocument/2006/relationships/slideLayout" Target="../slideLayouts/slideLayout223.xml"/><Relationship Id="rId9" Type="http://schemas.openxmlformats.org/officeDocument/2006/relationships/slideLayout" Target="../slideLayouts/slideLayout224.xml"/><Relationship Id="rId10" Type="http://schemas.openxmlformats.org/officeDocument/2006/relationships/slideLayout" Target="../slideLayouts/slideLayout225.xml"/><Relationship Id="rId11" Type="http://schemas.openxmlformats.org/officeDocument/2006/relationships/slideLayout" Target="../slideLayouts/slideLayout226.xml"/><Relationship Id="rId12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7.xml"/><Relationship Id="rId2" Type="http://schemas.openxmlformats.org/officeDocument/2006/relationships/slideLayout" Target="../slideLayouts/slideLayout228.xml"/><Relationship Id="rId3" Type="http://schemas.openxmlformats.org/officeDocument/2006/relationships/slideLayout" Target="../slideLayouts/slideLayout229.xml"/><Relationship Id="rId4" Type="http://schemas.openxmlformats.org/officeDocument/2006/relationships/slideLayout" Target="../slideLayouts/slideLayout230.xml"/><Relationship Id="rId5" Type="http://schemas.openxmlformats.org/officeDocument/2006/relationships/slideLayout" Target="../slideLayouts/slideLayout231.xml"/><Relationship Id="rId6" Type="http://schemas.openxmlformats.org/officeDocument/2006/relationships/slideLayout" Target="../slideLayouts/slideLayout232.xml"/><Relationship Id="rId7" Type="http://schemas.openxmlformats.org/officeDocument/2006/relationships/slideLayout" Target="../slideLayouts/slideLayout233.xml"/><Relationship Id="rId8" Type="http://schemas.openxmlformats.org/officeDocument/2006/relationships/slideLayout" Target="../slideLayouts/slideLayout234.xml"/><Relationship Id="rId9" Type="http://schemas.openxmlformats.org/officeDocument/2006/relationships/slideLayout" Target="../slideLayouts/slideLayout235.xml"/><Relationship Id="rId10" Type="http://schemas.openxmlformats.org/officeDocument/2006/relationships/slideLayout" Target="../slideLayouts/slideLayout236.xml"/><Relationship Id="rId11" Type="http://schemas.openxmlformats.org/officeDocument/2006/relationships/slideLayout" Target="../slideLayouts/slideLayout237.xml"/><Relationship Id="rId12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8.xml"/><Relationship Id="rId2" Type="http://schemas.openxmlformats.org/officeDocument/2006/relationships/slideLayout" Target="../slideLayouts/slideLayout239.xml"/><Relationship Id="rId3" Type="http://schemas.openxmlformats.org/officeDocument/2006/relationships/slideLayout" Target="../slideLayouts/slideLayout240.xml"/><Relationship Id="rId4" Type="http://schemas.openxmlformats.org/officeDocument/2006/relationships/slideLayout" Target="../slideLayouts/slideLayout241.xml"/><Relationship Id="rId5" Type="http://schemas.openxmlformats.org/officeDocument/2006/relationships/slideLayout" Target="../slideLayouts/slideLayout242.xml"/><Relationship Id="rId6" Type="http://schemas.openxmlformats.org/officeDocument/2006/relationships/slideLayout" Target="../slideLayouts/slideLayout243.xml"/><Relationship Id="rId7" Type="http://schemas.openxmlformats.org/officeDocument/2006/relationships/slideLayout" Target="../slideLayouts/slideLayout244.xml"/><Relationship Id="rId8" Type="http://schemas.openxmlformats.org/officeDocument/2006/relationships/slideLayout" Target="../slideLayouts/slideLayout245.xml"/><Relationship Id="rId9" Type="http://schemas.openxmlformats.org/officeDocument/2006/relationships/slideLayout" Target="../slideLayouts/slideLayout246.xml"/><Relationship Id="rId10" Type="http://schemas.openxmlformats.org/officeDocument/2006/relationships/slideLayout" Target="../slideLayouts/slideLayout247.xml"/><Relationship Id="rId11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8.xml"/><Relationship Id="rId2" Type="http://schemas.openxmlformats.org/officeDocument/2006/relationships/slideLayout" Target="../slideLayouts/slideLayout249.xml"/><Relationship Id="rId3" Type="http://schemas.openxmlformats.org/officeDocument/2006/relationships/slideLayout" Target="../slideLayouts/slideLayout250.xml"/><Relationship Id="rId4" Type="http://schemas.openxmlformats.org/officeDocument/2006/relationships/slideLayout" Target="../slideLayouts/slideLayout251.xml"/><Relationship Id="rId5" Type="http://schemas.openxmlformats.org/officeDocument/2006/relationships/slideLayout" Target="../slideLayouts/slideLayout252.xml"/><Relationship Id="rId6" Type="http://schemas.openxmlformats.org/officeDocument/2006/relationships/slideLayout" Target="../slideLayouts/slideLayout253.xml"/><Relationship Id="rId7" Type="http://schemas.openxmlformats.org/officeDocument/2006/relationships/slideLayout" Target="../slideLayouts/slideLayout254.xml"/><Relationship Id="rId8" Type="http://schemas.openxmlformats.org/officeDocument/2006/relationships/slideLayout" Target="../slideLayouts/slideLayout255.xml"/><Relationship Id="rId9" Type="http://schemas.openxmlformats.org/officeDocument/2006/relationships/slideLayout" Target="../slideLayouts/slideLayout256.xml"/><Relationship Id="rId10" Type="http://schemas.openxmlformats.org/officeDocument/2006/relationships/slideLayout" Target="../slideLayouts/slideLayout257.xml"/><Relationship Id="rId11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8.xml"/><Relationship Id="rId2" Type="http://schemas.openxmlformats.org/officeDocument/2006/relationships/slideLayout" Target="../slideLayouts/slideLayout259.xml"/><Relationship Id="rId3" Type="http://schemas.openxmlformats.org/officeDocument/2006/relationships/slideLayout" Target="../slideLayouts/slideLayout260.xml"/><Relationship Id="rId4" Type="http://schemas.openxmlformats.org/officeDocument/2006/relationships/slideLayout" Target="../slideLayouts/slideLayout261.xml"/><Relationship Id="rId5" Type="http://schemas.openxmlformats.org/officeDocument/2006/relationships/slideLayout" Target="../slideLayouts/slideLayout262.xml"/><Relationship Id="rId6" Type="http://schemas.openxmlformats.org/officeDocument/2006/relationships/slideLayout" Target="../slideLayouts/slideLayout263.xml"/><Relationship Id="rId7" Type="http://schemas.openxmlformats.org/officeDocument/2006/relationships/slideLayout" Target="../slideLayouts/slideLayout264.xml"/><Relationship Id="rId8" Type="http://schemas.openxmlformats.org/officeDocument/2006/relationships/slideLayout" Target="../slideLayouts/slideLayout265.xml"/><Relationship Id="rId9" Type="http://schemas.openxmlformats.org/officeDocument/2006/relationships/slideLayout" Target="../slideLayouts/slideLayout266.xml"/><Relationship Id="rId10" Type="http://schemas.openxmlformats.org/officeDocument/2006/relationships/slideLayout" Target="../slideLayouts/slideLayout267.xml"/><Relationship Id="rId11" Type="http://schemas.openxmlformats.org/officeDocument/2006/relationships/slideLayout" Target="../slideLayouts/slideLayout268.xml"/><Relationship Id="rId12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9.xml"/><Relationship Id="rId2" Type="http://schemas.openxmlformats.org/officeDocument/2006/relationships/slideLayout" Target="../slideLayouts/slideLayout270.xml"/><Relationship Id="rId3" Type="http://schemas.openxmlformats.org/officeDocument/2006/relationships/slideLayout" Target="../slideLayouts/slideLayout271.xml"/><Relationship Id="rId4" Type="http://schemas.openxmlformats.org/officeDocument/2006/relationships/slideLayout" Target="../slideLayouts/slideLayout272.xml"/><Relationship Id="rId5" Type="http://schemas.openxmlformats.org/officeDocument/2006/relationships/slideLayout" Target="../slideLayouts/slideLayout273.xml"/><Relationship Id="rId6" Type="http://schemas.openxmlformats.org/officeDocument/2006/relationships/slideLayout" Target="../slideLayouts/slideLayout274.xml"/><Relationship Id="rId7" Type="http://schemas.openxmlformats.org/officeDocument/2006/relationships/slideLayout" Target="../slideLayouts/slideLayout275.xml"/><Relationship Id="rId8" Type="http://schemas.openxmlformats.org/officeDocument/2006/relationships/slideLayout" Target="../slideLayouts/slideLayout276.xml"/><Relationship Id="rId9" Type="http://schemas.openxmlformats.org/officeDocument/2006/relationships/slideLayout" Target="../slideLayouts/slideLayout277.xml"/><Relationship Id="rId10" Type="http://schemas.openxmlformats.org/officeDocument/2006/relationships/slideLayout" Target="../slideLayouts/slideLayout278.xml"/><Relationship Id="rId11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9.xml"/><Relationship Id="rId2" Type="http://schemas.openxmlformats.org/officeDocument/2006/relationships/slideLayout" Target="../slideLayouts/slideLayout280.xml"/><Relationship Id="rId3" Type="http://schemas.openxmlformats.org/officeDocument/2006/relationships/slideLayout" Target="../slideLayouts/slideLayout281.xml"/><Relationship Id="rId4" Type="http://schemas.openxmlformats.org/officeDocument/2006/relationships/slideLayout" Target="../slideLayouts/slideLayout282.xml"/><Relationship Id="rId5" Type="http://schemas.openxmlformats.org/officeDocument/2006/relationships/slideLayout" Target="../slideLayouts/slideLayout283.xml"/><Relationship Id="rId6" Type="http://schemas.openxmlformats.org/officeDocument/2006/relationships/slideLayout" Target="../slideLayouts/slideLayout284.xml"/><Relationship Id="rId7" Type="http://schemas.openxmlformats.org/officeDocument/2006/relationships/slideLayout" Target="../slideLayouts/slideLayout285.xml"/><Relationship Id="rId8" Type="http://schemas.openxmlformats.org/officeDocument/2006/relationships/slideLayout" Target="../slideLayouts/slideLayout286.xml"/><Relationship Id="rId9" Type="http://schemas.openxmlformats.org/officeDocument/2006/relationships/slideLayout" Target="../slideLayouts/slideLayout287.xml"/><Relationship Id="rId10" Type="http://schemas.openxmlformats.org/officeDocument/2006/relationships/slideLayout" Target="../slideLayouts/slideLayout288.xml"/><Relationship Id="rId11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9.xml"/><Relationship Id="rId2" Type="http://schemas.openxmlformats.org/officeDocument/2006/relationships/slideLayout" Target="../slideLayouts/slideLayout290.xml"/><Relationship Id="rId3" Type="http://schemas.openxmlformats.org/officeDocument/2006/relationships/slideLayout" Target="../slideLayouts/slideLayout291.xml"/><Relationship Id="rId4" Type="http://schemas.openxmlformats.org/officeDocument/2006/relationships/slideLayout" Target="../slideLayouts/slideLayout292.xml"/><Relationship Id="rId5" Type="http://schemas.openxmlformats.org/officeDocument/2006/relationships/slideLayout" Target="../slideLayouts/slideLayout293.xml"/><Relationship Id="rId6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5.xml"/><Relationship Id="rId8" Type="http://schemas.openxmlformats.org/officeDocument/2006/relationships/slideLayout" Target="../slideLayouts/slideLayout296.xml"/><Relationship Id="rId9" Type="http://schemas.openxmlformats.org/officeDocument/2006/relationships/slideLayout" Target="../slideLayouts/slideLayout297.xml"/><Relationship Id="rId10" Type="http://schemas.openxmlformats.org/officeDocument/2006/relationships/slideLayout" Target="../slideLayouts/slideLayout298.xml"/><Relationship Id="rId11" Type="http://schemas.openxmlformats.org/officeDocument/2006/relationships/slideLayout" Target="../slideLayouts/slideLayout299.xml"/><Relationship Id="rId12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0.xml"/><Relationship Id="rId2" Type="http://schemas.openxmlformats.org/officeDocument/2006/relationships/slideLayout" Target="../slideLayouts/slideLayout301.xml"/><Relationship Id="rId3" Type="http://schemas.openxmlformats.org/officeDocument/2006/relationships/slideLayout" Target="../slideLayouts/slideLayout302.xml"/><Relationship Id="rId4" Type="http://schemas.openxmlformats.org/officeDocument/2006/relationships/slideLayout" Target="../slideLayouts/slideLayout303.xml"/><Relationship Id="rId5" Type="http://schemas.openxmlformats.org/officeDocument/2006/relationships/slideLayout" Target="../slideLayouts/slideLayout304.xml"/><Relationship Id="rId6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6.xml"/><Relationship Id="rId8" Type="http://schemas.openxmlformats.org/officeDocument/2006/relationships/slideLayout" Target="../slideLayouts/slideLayout307.xml"/><Relationship Id="rId9" Type="http://schemas.openxmlformats.org/officeDocument/2006/relationships/slideLayout" Target="../slideLayouts/slideLayout308.xml"/><Relationship Id="rId10" Type="http://schemas.openxmlformats.org/officeDocument/2006/relationships/slideLayout" Target="../slideLayouts/slideLayout309.xml"/><Relationship Id="rId11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0.xml"/><Relationship Id="rId2" Type="http://schemas.openxmlformats.org/officeDocument/2006/relationships/slideLayout" Target="../slideLayouts/slideLayout311.xml"/><Relationship Id="rId3" Type="http://schemas.openxmlformats.org/officeDocument/2006/relationships/slideLayout" Target="../slideLayouts/slideLayout312.xml"/><Relationship Id="rId4" Type="http://schemas.openxmlformats.org/officeDocument/2006/relationships/slideLayout" Target="../slideLayouts/slideLayout313.xml"/><Relationship Id="rId5" Type="http://schemas.openxmlformats.org/officeDocument/2006/relationships/slideLayout" Target="../slideLayouts/slideLayout314.xml"/><Relationship Id="rId6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5.xml"/><Relationship Id="rId2" Type="http://schemas.openxmlformats.org/officeDocument/2006/relationships/slideLayout" Target="../slideLayouts/slideLayout316.xml"/><Relationship Id="rId3" Type="http://schemas.openxmlformats.org/officeDocument/2006/relationships/slideLayout" Target="../slideLayouts/slideLayout317.xml"/><Relationship Id="rId4" Type="http://schemas.openxmlformats.org/officeDocument/2006/relationships/slideLayout" Target="../slideLayouts/slideLayout318.xml"/><Relationship Id="rId5" Type="http://schemas.openxmlformats.org/officeDocument/2006/relationships/slideLayout" Target="../slideLayouts/slideLayout319.xml"/><Relationship Id="rId6" Type="http://schemas.openxmlformats.org/officeDocument/2006/relationships/slideLayout" Target="../slideLayouts/slideLayout320.xml"/><Relationship Id="rId7" Type="http://schemas.openxmlformats.org/officeDocument/2006/relationships/slideLayout" Target="../slideLayouts/slideLayout321.xml"/><Relationship Id="rId8" Type="http://schemas.openxmlformats.org/officeDocument/2006/relationships/slideLayout" Target="../slideLayouts/slideLayout322.xml"/><Relationship Id="rId9" Type="http://schemas.openxmlformats.org/officeDocument/2006/relationships/slideLayout" Target="../slideLayouts/slideLayout323.xml"/><Relationship Id="rId10" Type="http://schemas.openxmlformats.org/officeDocument/2006/relationships/slideLayout" Target="../slideLayouts/slideLayout324.xml"/><Relationship Id="rId11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5.xml"/><Relationship Id="rId2" Type="http://schemas.openxmlformats.org/officeDocument/2006/relationships/slideLayout" Target="../slideLayouts/slideLayout336.xml"/><Relationship Id="rId3" Type="http://schemas.openxmlformats.org/officeDocument/2006/relationships/slideLayout" Target="../slideLayouts/slideLayout337.xml"/><Relationship Id="rId4" Type="http://schemas.openxmlformats.org/officeDocument/2006/relationships/slideLayout" Target="../slideLayouts/slideLayout338.xml"/><Relationship Id="rId5" Type="http://schemas.openxmlformats.org/officeDocument/2006/relationships/slideLayout" Target="../slideLayouts/slideLayout339.xml"/><Relationship Id="rId6" Type="http://schemas.openxmlformats.org/officeDocument/2006/relationships/slideLayout" Target="../slideLayouts/slideLayout340.xml"/><Relationship Id="rId7" Type="http://schemas.openxmlformats.org/officeDocument/2006/relationships/slideLayout" Target="../slideLayouts/slideLayout341.xml"/><Relationship Id="rId8" Type="http://schemas.openxmlformats.org/officeDocument/2006/relationships/slideLayout" Target="../slideLayouts/slideLayout342.xml"/><Relationship Id="rId9" Type="http://schemas.openxmlformats.org/officeDocument/2006/relationships/slideLayout" Target="../slideLayouts/slideLayout343.xml"/><Relationship Id="rId10" Type="http://schemas.openxmlformats.org/officeDocument/2006/relationships/slideLayout" Target="../slideLayouts/slideLayout344.xml"/><Relationship Id="rId11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slideLayout" Target="../slideLayouts/slideLayout346.xml"/><Relationship Id="rId3" Type="http://schemas.openxmlformats.org/officeDocument/2006/relationships/slideLayout" Target="../slideLayouts/slideLayout347.xml"/><Relationship Id="rId4" Type="http://schemas.openxmlformats.org/officeDocument/2006/relationships/slideLayout" Target="../slideLayouts/slideLayout348.xml"/><Relationship Id="rId5" Type="http://schemas.openxmlformats.org/officeDocument/2006/relationships/slideLayout" Target="../slideLayouts/slideLayout349.xml"/><Relationship Id="rId6" Type="http://schemas.openxmlformats.org/officeDocument/2006/relationships/slideLayout" Target="../slideLayouts/slideLayout350.xml"/><Relationship Id="rId7" Type="http://schemas.openxmlformats.org/officeDocument/2006/relationships/slideLayout" Target="../slideLayouts/slideLayout351.xml"/><Relationship Id="rId8" Type="http://schemas.openxmlformats.org/officeDocument/2006/relationships/slideLayout" Target="../slideLayouts/slideLayout352.xml"/><Relationship Id="rId9" Type="http://schemas.openxmlformats.org/officeDocument/2006/relationships/slideLayout" Target="../slideLayouts/slideLayout353.xml"/><Relationship Id="rId10" Type="http://schemas.openxmlformats.org/officeDocument/2006/relationships/slideLayout" Target="../slideLayouts/slideLayout354.xml"/><Relationship Id="rId11" Type="http://schemas.openxmlformats.org/officeDocument/2006/relationships/slideLayout" Target="../slideLayouts/slideLayout355.xml"/><Relationship Id="rId1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6.xml"/><Relationship Id="rId2" Type="http://schemas.openxmlformats.org/officeDocument/2006/relationships/slideLayout" Target="../slideLayouts/slideLayout357.xml"/><Relationship Id="rId3" Type="http://schemas.openxmlformats.org/officeDocument/2006/relationships/slideLayout" Target="../slideLayouts/slideLayout358.xml"/><Relationship Id="rId4" Type="http://schemas.openxmlformats.org/officeDocument/2006/relationships/slideLayout" Target="../slideLayouts/slideLayout359.xml"/><Relationship Id="rId5" Type="http://schemas.openxmlformats.org/officeDocument/2006/relationships/slideLayout" Target="../slideLayouts/slideLayout360.xml"/><Relationship Id="rId6" Type="http://schemas.openxmlformats.org/officeDocument/2006/relationships/slideLayout" Target="../slideLayouts/slideLayout361.xml"/><Relationship Id="rId7" Type="http://schemas.openxmlformats.org/officeDocument/2006/relationships/slideLayout" Target="../slideLayouts/slideLayout362.xml"/><Relationship Id="rId8" Type="http://schemas.openxmlformats.org/officeDocument/2006/relationships/slideLayout" Target="../slideLayouts/slideLayout363.xml"/><Relationship Id="rId9" Type="http://schemas.openxmlformats.org/officeDocument/2006/relationships/slideLayout" Target="../slideLayouts/slideLayout364.xml"/><Relationship Id="rId10" Type="http://schemas.openxmlformats.org/officeDocument/2006/relationships/slideLayout" Target="../slideLayouts/slideLayout365.xml"/><Relationship Id="rId11" Type="http://schemas.openxmlformats.org/officeDocument/2006/relationships/slideLayout" Target="../slideLayouts/slideLayout366.xml"/><Relationship Id="rId1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slideLayout" Target="../slideLayouts/slideLayout368.xml"/><Relationship Id="rId3" Type="http://schemas.openxmlformats.org/officeDocument/2006/relationships/slideLayout" Target="../slideLayouts/slideLayout369.xml"/><Relationship Id="rId4" Type="http://schemas.openxmlformats.org/officeDocument/2006/relationships/slideLayout" Target="../slideLayouts/slideLayout370.xml"/><Relationship Id="rId5" Type="http://schemas.openxmlformats.org/officeDocument/2006/relationships/slideLayout" Target="../slideLayouts/slideLayout371.xml"/><Relationship Id="rId6" Type="http://schemas.openxmlformats.org/officeDocument/2006/relationships/slideLayout" Target="../slideLayouts/slideLayout372.xml"/><Relationship Id="rId7" Type="http://schemas.openxmlformats.org/officeDocument/2006/relationships/slideLayout" Target="../slideLayouts/slideLayout373.xml"/><Relationship Id="rId8" Type="http://schemas.openxmlformats.org/officeDocument/2006/relationships/slideLayout" Target="../slideLayouts/slideLayout374.xml"/><Relationship Id="rId9" Type="http://schemas.openxmlformats.org/officeDocument/2006/relationships/slideLayout" Target="../slideLayouts/slideLayout375.xml"/><Relationship Id="rId10" Type="http://schemas.openxmlformats.org/officeDocument/2006/relationships/slideLayout" Target="../slideLayouts/slideLayout376.xml"/><Relationship Id="rId11" Type="http://schemas.openxmlformats.org/officeDocument/2006/relationships/slideLayout" Target="../slideLayouts/slideLayout377.xml"/><Relationship Id="rId12" Type="http://schemas.openxmlformats.org/officeDocument/2006/relationships/slideLayout" Target="../slideLayouts/slideLayout378.xml"/><Relationship Id="rId13" Type="http://schemas.openxmlformats.org/officeDocument/2006/relationships/theme" Target="../theme/theme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dirty="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smtClean="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38E00A-368F-495D-AE77-4E590178A0F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ftr="0" dt="0"/>
  <p:txStyles>
    <p:titleStyle>
      <a:lvl1pPr algn="l" defTabSz="685800" rtl="0" fontAlgn="base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C65C7984-969D-4E94-AF4F-3C17FCDA2C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dirty="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smtClean="0">
                <a:solidFill>
                  <a:prstClr val="black">
                    <a:tint val="75000"/>
                  </a:prst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738E00A-368F-495D-AE77-4E590178A0F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hdr="0" ftr="0" dt="0"/>
  <p:txStyles>
    <p:titleStyle>
      <a:lvl1pPr algn="l" defTabSz="685800" rtl="0" fontAlgn="base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fontAlgn="base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endParaRPr lang="zh-CN" altLang="en-US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eaLnBrk="1" hangingPunct="1"/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l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marL="0" marR="0" lvl="0" indent="0" algn="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cs typeface="+mn-cs"/>
                <a:sym typeface="Arial" panose="020B0604020202020204" pitchFamily="34" charset="0"/>
              </a:rPr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72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304" y="4762375"/>
            <a:ext cx="2970293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8586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15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72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304" y="4762375"/>
            <a:ext cx="2970293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8586" y="4762375"/>
            <a:ext cx="20252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61" y="435919"/>
            <a:ext cx="8139980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94" y="1131094"/>
            <a:ext cx="8139914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15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6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1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1"/>
            <a:ext cx="2025254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C65C7984-969D-4E94-AF4F-3C17FCDA2C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607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291" y="4762500"/>
            <a:ext cx="2969419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500"/>
            <a:ext cx="2025253" cy="23753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r" eaLnBrk="1" hangingPunct="1">
              <a:defRPr sz="900">
                <a:solidFill>
                  <a:srgbClr val="898989"/>
                </a:solidFill>
                <a:latin typeface="微软雅黑" panose="020B0503020204020204" pitchFamily="34" charset="-122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5C7984-969D-4E94-AF4F-3C17FCDA2C9C}" type="slidenum">
              <a:rPr lang="zh-CN" altLang="en-US"/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44" y="435769"/>
            <a:ext cx="8139113" cy="486371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75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</p:sldLayoutIdLst>
  <p:transition/>
  <p:hf hdr="0" ftr="0" dt="0"/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100" b="1" kern="1200" spc="75">
          <a:solidFill>
            <a:schemeClr val="tx1"/>
          </a:solidFill>
          <a:latin typeface="+mn-ea"/>
          <a:ea typeface="+mn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1714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3429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51435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685800" algn="l" defTabSz="6858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1714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kern="1200" spc="56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 panose="020B0503020204020204" pitchFamily="34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06" r:id="rId3"/>
    <p:sldLayoutId id="2147484007" r:id="rId4"/>
    <p:sldLayoutId id="2147484008" r:id="rId5"/>
    <p:sldLayoutId id="2147484009" r:id="rId6"/>
    <p:sldLayoutId id="2147484010" r:id="rId7"/>
    <p:sldLayoutId id="2147484011" r:id="rId8"/>
    <p:sldLayoutId id="2147484012" r:id="rId9"/>
    <p:sldLayoutId id="2147484013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</p:sldLayoutIdLst>
  <p:transition spd="slow">
    <p:push/>
  </p:transition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88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1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309245"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92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5" y="1131095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4051" r:id="rId2"/>
    <p:sldLayoutId id="2147484052" r:id="rId3"/>
    <p:sldLayoutId id="2147484053" r:id="rId4"/>
    <p:sldLayoutId id="2147484054" r:id="rId5"/>
    <p:sldLayoutId id="2147484055" r:id="rId6"/>
    <p:sldLayoutId id="2147484056" r:id="rId7"/>
    <p:sldLayoutId id="2147484057" r:id="rId8"/>
    <p:sldLayoutId id="2147484058" r:id="rId9"/>
    <p:sldLayoutId id="2147484059" r:id="rId10"/>
    <p:sldLayoutId id="2147484060" r:id="rId11"/>
    <p:sldLayoutId id="2147484061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03320" y="164592"/>
            <a:ext cx="5166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95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2026年GMP管理重点工作推进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03320" y="484632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1F4E86"/>
                </a:solidFill>
                <a:latin typeface="Arial"/>
                <a:ea typeface="微软雅黑"/>
                <a:cs typeface="Arial"/>
              </a:rPr>
              <a:t>2026 GMP Governance Priorities &amp;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31520"/>
            <a:ext cx="1783080" cy="3145536"/>
          </a:xfrm>
          <a:prstGeom prst="roundRect">
            <a:avLst>
              <a:gd name="adj" fmla="val 40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731520"/>
            <a:ext cx="1783080" cy="347472"/>
          </a:xfrm>
          <a:prstGeom prst="roundRect">
            <a:avLst>
              <a:gd name="adj" fmla="val 5000"/>
            </a:avLst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87552"/>
            <a:ext cx="1783080" cy="91440"/>
          </a:xfrm>
          <a:prstGeom prst="rect">
            <a:avLst/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731520"/>
            <a:ext cx="15453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一、工厂合规管理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" y="1207008"/>
            <a:ext cx="1545336" cy="493776"/>
          </a:xfrm>
          <a:prstGeom prst="roundRect">
            <a:avLst>
              <a:gd name="adj" fmla="val 5000"/>
            </a:avLst>
          </a:prstGeom>
          <a:solidFill>
            <a:srgbClr val="1D4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243584"/>
            <a:ext cx="139903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94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数据完整性和计算机化系统（最高优先级）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" y="1810511"/>
            <a:ext cx="1545336" cy="280416"/>
          </a:xfrm>
          <a:prstGeom prst="roundRect">
            <a:avLst>
              <a:gd name="adj" fmla="val 10000"/>
            </a:avLst>
          </a:prstGeom>
          <a:solidFill>
            <a:srgbClr val="E3EBF7"/>
          </a:solidFill>
          <a:ln w="7620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1819656"/>
            <a:ext cx="1435607" cy="262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4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生产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" y="2145792"/>
            <a:ext cx="1545336" cy="280416"/>
          </a:xfrm>
          <a:prstGeom prst="roundRect">
            <a:avLst>
              <a:gd name="adj" fmla="val 10000"/>
            </a:avLst>
          </a:prstGeom>
          <a:solidFill>
            <a:srgbClr val="E3EBF7"/>
          </a:solidFill>
          <a:ln w="7620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" y="2154936"/>
            <a:ext cx="1435607" cy="262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4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QC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" y="2481072"/>
            <a:ext cx="1545336" cy="280416"/>
          </a:xfrm>
          <a:prstGeom prst="roundRect">
            <a:avLst>
              <a:gd name="adj" fmla="val 10000"/>
            </a:avLst>
          </a:prstGeom>
          <a:solidFill>
            <a:srgbClr val="E3EBF7"/>
          </a:solidFill>
          <a:ln w="7620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" y="2490216"/>
            <a:ext cx="1435607" cy="262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4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库房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" y="2816352"/>
            <a:ext cx="1545336" cy="280416"/>
          </a:xfrm>
          <a:prstGeom prst="roundRect">
            <a:avLst>
              <a:gd name="adj" fmla="val 10000"/>
            </a:avLst>
          </a:prstGeom>
          <a:solidFill>
            <a:srgbClr val="E3EBF7"/>
          </a:solidFill>
          <a:ln w="7620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" y="2825496"/>
            <a:ext cx="1435607" cy="262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4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设备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" y="3151632"/>
            <a:ext cx="1545336" cy="280416"/>
          </a:xfrm>
          <a:prstGeom prst="roundRect">
            <a:avLst>
              <a:gd name="adj" fmla="val 10000"/>
            </a:avLst>
          </a:prstGeom>
          <a:solidFill>
            <a:srgbClr val="E3EBF7"/>
          </a:solidFill>
          <a:ln w="7620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3160776"/>
            <a:ext cx="1435607" cy="262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4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培训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" y="3486911"/>
            <a:ext cx="1545336" cy="280416"/>
          </a:xfrm>
          <a:prstGeom prst="roundRect">
            <a:avLst>
              <a:gd name="adj" fmla="val 10000"/>
            </a:avLst>
          </a:prstGeom>
          <a:solidFill>
            <a:srgbClr val="E3EBF7"/>
          </a:solidFill>
          <a:ln w="7620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96056"/>
            <a:ext cx="1435607" cy="262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40" b="1" i="0">
                <a:solidFill>
                  <a:srgbClr val="132556"/>
                </a:solidFill>
                <a:latin typeface="Arial"/>
                <a:ea typeface="微软雅黑"/>
                <a:cs typeface="Arial"/>
              </a:rPr>
              <a:t>常态化合规审计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85415" y="731520"/>
            <a:ext cx="2529268" cy="3145536"/>
          </a:xfrm>
          <a:prstGeom prst="roundRect">
            <a:avLst>
              <a:gd name="adj" fmla="val 40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85415" y="731520"/>
            <a:ext cx="2529268" cy="347472"/>
          </a:xfrm>
          <a:prstGeom prst="roundRect">
            <a:avLst>
              <a:gd name="adj" fmla="val 5000"/>
            </a:avLst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85415" y="987552"/>
            <a:ext cx="2529268" cy="91440"/>
          </a:xfrm>
          <a:prstGeom prst="rect">
            <a:avLst/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04287" y="731520"/>
            <a:ext cx="22915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二、强化质量体系闭环运行，杜绝体系「纸面化」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4287" y="1170432"/>
            <a:ext cx="2291524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677D"/>
                </a:solidFill>
                <a:latin typeface="Arial"/>
                <a:ea typeface="微软雅黑"/>
                <a:cs typeface="Arial"/>
              </a:rPr>
              <a:t>监管现状：大量 483 缺陷集中于偏差/OOS/OOT 调查不深入、CAPA 流于形式、变更控制失控、投诉处理不完善、质量部门缺乏独立决策权。</a:t>
            </a:r>
          </a:p>
          <a:p>
            <a:pPr algn="l">
              <a:lnSpc>
                <a:spcPct val="120000"/>
              </a:lnSpc>
              <a:spcBef>
                <a:spcPts val="557"/>
              </a:spcBef>
            </a:pPr>
            <a:r>
              <a:rPr sz="900" b="1">
                <a:solidFill>
                  <a:srgbClr val="1D42E1"/>
                </a:solidFill>
                <a:latin typeface="Arial"/>
                <a:ea typeface="微软雅黑"/>
                <a:cs typeface="Arial"/>
              </a:rPr>
              <a:t>核心落地举措：</a:t>
            </a:r>
          </a:p>
          <a:p>
            <a:pPr algn="l">
              <a:lnSpc>
                <a:spcPct val="120000"/>
              </a:lnSpc>
              <a:spcBef>
                <a:spcPts val="157"/>
              </a:spcBef>
            </a:pPr>
            <a:r>
              <a:rPr sz="9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1. 严格执行变更、偏差、OOS、CAPA、投诉、年度产品质量回顾六大质量程序，坚持根本原因分析，不只用临时纠正代替长效预防；</a:t>
            </a:r>
          </a:p>
          <a:p>
            <a:pPr algn="l">
              <a:lnSpc>
                <a:spcPct val="120000"/>
              </a:lnSpc>
              <a:spcBef>
                <a:spcPts val="157"/>
              </a:spcBef>
            </a:pPr>
            <a:r>
              <a:rPr sz="9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2. QA 独立履职，拥有物料放行、产品放行否决权；</a:t>
            </a:r>
          </a:p>
          <a:p>
            <a:pPr algn="l">
              <a:lnSpc>
                <a:spcPct val="120000"/>
              </a:lnSpc>
              <a:spcBef>
                <a:spcPts val="157"/>
              </a:spcBef>
            </a:pPr>
            <a:r>
              <a:rPr sz="9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3. 定期内部模拟 FDA 体系审计，主动挖掘系统性隐患，避免问题长期积累；</a:t>
            </a:r>
          </a:p>
          <a:p>
            <a:pPr algn="l">
              <a:lnSpc>
                <a:spcPct val="120000"/>
              </a:lnSpc>
              <a:spcBef>
                <a:spcPts val="157"/>
              </a:spcBef>
            </a:pPr>
            <a:r>
              <a:rPr sz="9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4. 所有质量活动证据完整留存，逻辑自洽、前后无矛盾。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2700" y="731520"/>
            <a:ext cx="1859991" cy="3145536"/>
          </a:xfrm>
          <a:prstGeom prst="roundRect">
            <a:avLst>
              <a:gd name="adj" fmla="val 40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42700" y="731520"/>
            <a:ext cx="1859991" cy="347472"/>
          </a:xfrm>
          <a:prstGeom prst="roundRect">
            <a:avLst>
              <a:gd name="adj" fmla="val 5000"/>
            </a:avLst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2700" y="987552"/>
            <a:ext cx="1859991" cy="91440"/>
          </a:xfrm>
          <a:prstGeom prst="rect">
            <a:avLst/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61572" y="731520"/>
            <a:ext cx="162224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三、保障现场硬件状态、工艺与设施受控（现场直观核查重点）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1572" y="1170432"/>
            <a:ext cx="1622247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D42E1"/>
                </a:solidFill>
                <a:latin typeface="Arial"/>
                <a:ea typeface="微软雅黑"/>
                <a:cs typeface="Arial"/>
              </a:rPr>
              <a:t>核心落地举措：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1. 维持设施、设备持续状态，验证文件与现场实际操作保持一致；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2. 设备预防性维护、仪器校准按期执行，状态标识清晰；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3. 洁净区人流物流分离、压差、温湿度、环境监测数据真实连续；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4. 物料分区隔离（待验/合格/不合格/留样），全链条可追溯；清场管理、防止交叉污染。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30708" y="731520"/>
            <a:ext cx="2038971" cy="3145536"/>
          </a:xfrm>
          <a:prstGeom prst="roundRect">
            <a:avLst>
              <a:gd name="adj" fmla="val 4000"/>
            </a:avLst>
          </a:prstGeom>
          <a:solidFill>
            <a:srgbClr val="F6F9FC"/>
          </a:solidFill>
          <a:ln w="9525">
            <a:solidFill>
              <a:srgbClr val="C7D3E6"/>
            </a:solidFill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30708" y="731520"/>
            <a:ext cx="2038971" cy="347472"/>
          </a:xfrm>
          <a:prstGeom prst="roundRect">
            <a:avLst>
              <a:gd name="adj" fmla="val 5000"/>
            </a:avLst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30708" y="987552"/>
            <a:ext cx="2038971" cy="91440"/>
          </a:xfrm>
          <a:prstGeom prst="rect">
            <a:avLst/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580" y="731520"/>
            <a:ext cx="180122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四、全员合规能力与质量文化建设，并打造 SME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580" y="1170432"/>
            <a:ext cx="1801227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D42E1"/>
                </a:solidFill>
                <a:latin typeface="Arial"/>
                <a:ea typeface="微软雅黑"/>
                <a:cs typeface="Arial"/>
              </a:rPr>
              <a:t>核心落地举措：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1. 持续开展 FDA-cGMP、数据完整性、飞检应答规范常态化培训，不仅仅是理论，增加情景模拟；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2. 严格持证上岗，转岗、复工重新培训考核；杜绝凭经验操作、擅自偏离 SOP；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3. 建立统一迎检规则：只回答提问、不主动延伸、不清楚不猜测、主动查阅 SOP；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00" b="0">
                <a:solidFill>
                  <a:srgbClr val="252D30"/>
                </a:solidFill>
                <a:latin typeface="Arial"/>
                <a:ea typeface="微软雅黑"/>
                <a:cs typeface="Arial"/>
              </a:rPr>
              <a:t>4. 营造主动上报异常的文化，杜绝隐瞒偏差、掩盖问题。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1065275" y="3895344"/>
            <a:ext cx="201168" cy="182880"/>
          </a:xfrm>
          <a:prstGeom prst="downArrow">
            <a:avLst/>
          </a:prstGeom>
          <a:solidFill>
            <a:srgbClr val="1D4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Down Arrow 37"/>
          <p:cNvSpPr/>
          <p:nvPr/>
        </p:nvSpPr>
        <p:spPr>
          <a:xfrm>
            <a:off x="3349466" y="3895344"/>
            <a:ext cx="201168" cy="182880"/>
          </a:xfrm>
          <a:prstGeom prst="downArrow">
            <a:avLst/>
          </a:prstGeom>
          <a:solidFill>
            <a:srgbClr val="1D4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Down Arrow 38"/>
          <p:cNvSpPr/>
          <p:nvPr/>
        </p:nvSpPr>
        <p:spPr>
          <a:xfrm>
            <a:off x="5672112" y="3895344"/>
            <a:ext cx="201168" cy="182880"/>
          </a:xfrm>
          <a:prstGeom prst="downArrow">
            <a:avLst/>
          </a:prstGeom>
          <a:solidFill>
            <a:srgbClr val="1D4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7749610" y="3895344"/>
            <a:ext cx="201168" cy="182880"/>
          </a:xfrm>
          <a:prstGeom prst="downArrow">
            <a:avLst/>
          </a:prstGeom>
          <a:solidFill>
            <a:srgbClr val="1D42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74320" y="4151376"/>
            <a:ext cx="8595359" cy="731520"/>
          </a:xfrm>
          <a:prstGeom prst="roundRect">
            <a:avLst>
              <a:gd name="adj" fmla="val 5000"/>
            </a:avLst>
          </a:prstGeom>
          <a:solidFill>
            <a:srgbClr val="EDF2FA"/>
          </a:solidFill>
          <a:ln w="13335">
            <a:solidFill>
              <a:srgbClr val="1F4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74320" y="4151376"/>
            <a:ext cx="2395728" cy="731520"/>
          </a:xfrm>
          <a:prstGeom prst="roundRect">
            <a:avLst>
              <a:gd name="adj" fmla="val 5000"/>
            </a:avLst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78608" y="4151376"/>
            <a:ext cx="91440" cy="731520"/>
          </a:xfrm>
          <a:prstGeom prst="rect">
            <a:avLst/>
          </a:prstGeom>
          <a:solidFill>
            <a:srgbClr val="132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3" y="4151376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五、建立常态化飞检就绪机制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98064" y="4233672"/>
            <a:ext cx="5943599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98064" y="4233672"/>
            <a:ext cx="59435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950" b="0" i="0">
                <a:solidFill>
                  <a:srgbClr val="55677D"/>
                </a:solidFill>
                <a:latin typeface="Arial"/>
                <a:ea typeface="微软雅黑"/>
                <a:cs typeface="Arial"/>
              </a:rPr>
              <a:t>（内容待补充）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3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3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2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FF0000"/>
          </a:solidFill>
        </a:ln>
      </a:spPr>
      <a:bodyPr rtlCol="0" anchor="ctr"/>
      <a:lstStyle>
        <a:defPPr algn="ctr" defTabSz="1828800" fontAlgn="ctr">
          <a:spcBef>
            <a:spcPts val="0"/>
          </a:spcBef>
          <a:spcAft>
            <a:spcPts val="0"/>
          </a:spcAft>
          <a:defRPr sz="2400" b="1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2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just">
          <a:spcAft>
            <a:spcPts val="0"/>
          </a:spcAft>
          <a:defRPr sz="2400" kern="100" dirty="0">
            <a:solidFill>
              <a:srgbClr val="FF0000"/>
            </a:solidFill>
            <a:latin typeface="等线" panose="02010600030101010101" pitchFamily="2" charset="-122"/>
            <a:ea typeface="等线" panose="02010600030101010101" pitchFamily="2" charset="-122"/>
            <a:cs typeface="Times New Roman" panose="02020603050405020304" pitchFamily="18" charset="0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5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3vdqsxh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2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1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</Words>
  <Application>WPS Presentation</Application>
  <PresentationFormat>全屏显示(16:9)</PresentationFormat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36</vt:i4>
      </vt:variant>
      <vt:variant>
        <vt:lpstr>幻灯片标题</vt:lpstr>
      </vt:variant>
      <vt:variant>
        <vt:i4>1</vt:i4>
      </vt:variant>
    </vt:vector>
  </HeadingPairs>
  <TitlesOfParts>
    <vt:vector size="54" baseType="lpstr">
      <vt:lpstr>Arial</vt:lpstr>
      <vt:lpstr>宋体</vt:lpstr>
      <vt:lpstr>Wingdings</vt:lpstr>
      <vt:lpstr>Helvetica Neue</vt:lpstr>
      <vt:lpstr>微软雅黑</vt:lpstr>
      <vt:lpstr>Arial</vt:lpstr>
      <vt:lpstr>华文楷体</vt:lpstr>
      <vt:lpstr>Times New Roman</vt:lpstr>
      <vt:lpstr>Helvetica Light</vt:lpstr>
      <vt:lpstr>Open Sans</vt:lpstr>
      <vt:lpstr>等线</vt:lpstr>
      <vt:lpstr>Times New Roman</vt:lpstr>
      <vt:lpstr>Helvetica Neue</vt:lpstr>
      <vt:lpstr>Arial Unicode MS</vt:lpstr>
      <vt:lpstr>Arial Black</vt:lpstr>
      <vt:lpstr>黑体</vt:lpstr>
      <vt:lpstr>Segoe Print</vt:lpstr>
      <vt:lpstr>4_webwppDefTheme</vt:lpstr>
      <vt:lpstr>5_webwppDefTheme</vt:lpstr>
      <vt:lpstr>9_webwppDefTheme</vt:lpstr>
      <vt:lpstr>6_webwppDefTheme</vt:lpstr>
      <vt:lpstr>webwppDefTheme</vt:lpstr>
      <vt:lpstr>11_webwppDefTheme</vt:lpstr>
      <vt:lpstr>1_webwppDefTheme</vt:lpstr>
      <vt:lpstr>3_webwppDefTheme</vt:lpstr>
      <vt:lpstr>2_webwppDefTheme</vt:lpstr>
      <vt:lpstr>12_webwppDefTheme</vt:lpstr>
      <vt:lpstr>7_webwppDefTheme</vt:lpstr>
      <vt:lpstr>51_webwppDefTheme</vt:lpstr>
      <vt:lpstr>8_webwppDefTheme</vt:lpstr>
      <vt:lpstr>13_webwppDefTheme</vt:lpstr>
      <vt:lpstr>10_webwppDefTheme</vt:lpstr>
      <vt:lpstr>14_webwppDefTheme</vt:lpstr>
      <vt:lpstr>15_webwppDefTheme</vt:lpstr>
      <vt:lpstr>16_webwppDefTheme</vt:lpstr>
      <vt:lpstr>17_webwppDefTheme</vt:lpstr>
      <vt:lpstr>18_webwppDefTheme</vt:lpstr>
      <vt:lpstr>19_webwppDefTheme</vt:lpstr>
      <vt:lpstr>20_webwppDefTheme</vt:lpstr>
      <vt:lpstr>21_webwppDefTheme</vt:lpstr>
      <vt:lpstr>22_webwppDefTheme</vt:lpstr>
      <vt:lpstr>23_webwppDefTheme</vt:lpstr>
      <vt:lpstr>36_webwppDefTheme</vt:lpstr>
      <vt:lpstr>37_webwppDefTheme</vt:lpstr>
      <vt:lpstr>24_webwppDefTheme</vt:lpstr>
      <vt:lpstr>25_webwppDefTheme</vt:lpstr>
      <vt:lpstr>27_webwppDefTheme</vt:lpstr>
      <vt:lpstr>28_webwppDefTheme</vt:lpstr>
      <vt:lpstr>26_webwppDefTheme</vt:lpstr>
      <vt:lpstr>54_webwppDefTheme</vt:lpstr>
      <vt:lpstr>29_webwppDefTheme</vt:lpstr>
      <vt:lpstr>30_webwppDefTheme</vt:lpstr>
      <vt:lpstr>1_White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李涛</cp:lastModifiedBy>
  <cp:revision>2187</cp:revision>
  <cp:lastPrinted>2020-08-24T06:52:00Z</cp:lastPrinted>
  <dcterms:created xsi:type="dcterms:W3CDTF">2020-08-24T06:52:00Z</dcterms:created>
  <dcterms:modified xsi:type="dcterms:W3CDTF">2026-07-30T11:23:45Z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6CE3AC170A46476F9F966556CB5A9253</vt:lpwstr>
  </property>
</Properties>
</file>