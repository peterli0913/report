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713" r:id="rId1"/>
    <p:sldMasterId id="2147483725" r:id="rId2"/>
    <p:sldMasterId id="2147483737" r:id="rId3"/>
    <p:sldMasterId id="2147483748" r:id="rId4"/>
    <p:sldMasterId id="2147483760" r:id="rId5"/>
    <p:sldMasterId id="2147483773" r:id="rId6"/>
    <p:sldMasterId id="2147483838" r:id="rId7"/>
    <p:sldMasterId id="2147483849" r:id="rId8"/>
    <p:sldMasterId id="2147483860" r:id="rId9"/>
    <p:sldMasterId id="2147483872" r:id="rId10"/>
    <p:sldMasterId id="2147483898" r:id="rId11"/>
    <p:sldMasterId id="2147484025" r:id="rId12"/>
    <p:sldMasterId id="2147484057" r:id="rId13"/>
    <p:sldMasterId id="2147484095" r:id="rId14"/>
    <p:sldMasterId id="2147484107" r:id="rId15"/>
    <p:sldMasterId id="2147484118" r:id="rId16"/>
    <p:sldMasterId id="2147484173" r:id="rId17"/>
    <p:sldMasterId id="2147484220" r:id="rId18"/>
    <p:sldMasterId id="2147484506" r:id="rId19"/>
    <p:sldMasterId id="2147484518" r:id="rId20"/>
    <p:sldMasterId id="2147484531" r:id="rId21"/>
    <p:sldMasterId id="2147484543" r:id="rId22"/>
    <p:sldMasterId id="2147484570" r:id="rId23"/>
    <p:sldMasterId id="2147484581" r:id="rId24"/>
    <p:sldMasterId id="2147484605" r:id="rId25"/>
    <p:sldMasterId id="2147484617" r:id="rId26"/>
    <p:sldMasterId id="2147484628" r:id="rId27"/>
    <p:sldMasterId id="2147484639" r:id="rId28"/>
    <p:sldMasterId id="2147484651" r:id="rId29"/>
    <p:sldMasterId id="2147484688" r:id="rId30"/>
    <p:sldMasterId id="2147484694" r:id="rId31"/>
    <p:sldMasterId id="2147484705" r:id="rId32"/>
    <p:sldMasterId id="2147484716" r:id="rId33"/>
    <p:sldMasterId id="2147484810" r:id="rId34"/>
    <p:sldMasterId id="2147484848" r:id="rId35"/>
    <p:sldMasterId id="2147485320" r:id="rId36"/>
    <p:sldMasterId id="2147485333" r:id="rId37"/>
  </p:sldMasterIdLst>
  <p:notesMasterIdLst>
    <p:notesMasterId r:id="rId40"/>
  </p:notesMasterIdLst>
  <p:sldIdLst>
    <p:sldId id="256" r:id="rId39"/>
  </p:sldIdLst>
  <p:sldSz cx="9144000" cy="5143500" type="screen16x9"/>
  <p:notesSz cx="6858000" cy="9144000"/>
  <p:defaultTextStyle>
    <a:defPPr>
      <a:defRPr lang="en-US"/>
    </a:defPPr>
    <a:lvl1pPr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1pPr>
    <a:lvl2pPr marL="171450" indent="-85725"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2pPr>
    <a:lvl3pPr marL="342900" indent="-171450"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3pPr>
    <a:lvl4pPr marL="514350" indent="-257175"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4pPr>
    <a:lvl5pPr marL="685800" indent="-342900"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5pPr>
    <a:lvl6pPr marL="85725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6pPr>
    <a:lvl7pPr marL="102870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7pPr>
    <a:lvl8pPr marL="120015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8pPr>
    <a:lvl9pPr marL="137160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默认节" id="{E986B130-2AFF-4B6C-ACE2-764B932D0865}">
          <p14:sldIdLst>
            <p14:sldId id="3523"/>
            <p14:sldId id="3597"/>
          </p14:sldIdLst>
        </p14:section>
      </p14:sectionLst>
    </p:ext>
    <p:ext uri="{EFAFB233-063F-42B5-8137-9DF3F51BA10A}">
      <p15:sldGuideLst xmlns:p15="http://schemas.microsoft.com/office/powerpoint/2012/main">
        <p15:guide id="1" pos="5610" userDrawn="1">
          <p15:clr>
            <a:srgbClr val="A4A3A4"/>
          </p15:clr>
        </p15:guide>
        <p15:guide id="2" orient="horz" pos="3023" userDrawn="1">
          <p15:clr>
            <a:srgbClr val="A4A3A4"/>
          </p15:clr>
        </p15:guide>
        <p15:guide id="3" orient="horz" pos="259" userDrawn="1">
          <p15:clr>
            <a:srgbClr val="A4A3A4"/>
          </p15:clr>
        </p15:guide>
        <p15:guide id="4" orient="horz" pos="145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oyang Meng" initials="ZM" lastIdx="1" clrIdx="0"/>
  <p:cmAuthor id="4" name="Mengxuan Li" initials="ML" lastIdx="35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23E3E"/>
    <a:srgbClr val="D9FC04"/>
    <a:srgbClr val="B64AB1"/>
    <a:srgbClr val="E67A4A"/>
    <a:srgbClr val="1B2764"/>
    <a:srgbClr val="1B2662"/>
    <a:srgbClr val="1D2D68"/>
    <a:srgbClr val="1C2A68"/>
    <a:srgbClr val="1A2560"/>
    <a:srgbClr val="191E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54" autoAdjust="0"/>
    <p:restoredTop sz="94587" autoAdjust="0"/>
  </p:normalViewPr>
  <p:slideViewPr>
    <p:cSldViewPr snapToGrid="0" snapToObjects="1">
      <p:cViewPr varScale="1">
        <p:scale>
          <a:sx n="93" d="100"/>
          <a:sy n="93" d="100"/>
        </p:scale>
        <p:origin x="712" y="68"/>
      </p:cViewPr>
      <p:guideLst>
        <p:guide pos="5610"/>
        <p:guide orient="horz" pos="3023"/>
        <p:guide orient="horz" pos="259"/>
        <p:guide orient="horz" pos="145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2" d="100"/>
        <a:sy n="42" d="100"/>
      </p:scale>
      <p:origin x="0" y="-5588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Master" Target="slideMasters/slideMaster19.xml"/><Relationship Id="rId20" Type="http://schemas.openxmlformats.org/officeDocument/2006/relationships/slideMaster" Target="slideMasters/slideMaster20.xml"/><Relationship Id="rId21" Type="http://schemas.openxmlformats.org/officeDocument/2006/relationships/slideMaster" Target="slideMasters/slideMaster21.xml"/><Relationship Id="rId22" Type="http://schemas.openxmlformats.org/officeDocument/2006/relationships/slideMaster" Target="slideMasters/slideMaster22.xml"/><Relationship Id="rId23" Type="http://schemas.openxmlformats.org/officeDocument/2006/relationships/slideMaster" Target="slideMasters/slideMaster23.xml"/><Relationship Id="rId24" Type="http://schemas.openxmlformats.org/officeDocument/2006/relationships/slideMaster" Target="slideMasters/slideMaster24.xml"/><Relationship Id="rId25" Type="http://schemas.openxmlformats.org/officeDocument/2006/relationships/slideMaster" Target="slideMasters/slideMaster25.xml"/><Relationship Id="rId26" Type="http://schemas.openxmlformats.org/officeDocument/2006/relationships/slideMaster" Target="slideMasters/slideMaster26.xml"/><Relationship Id="rId27" Type="http://schemas.openxmlformats.org/officeDocument/2006/relationships/slideMaster" Target="slideMasters/slideMaster27.xml"/><Relationship Id="rId28" Type="http://schemas.openxmlformats.org/officeDocument/2006/relationships/slideMaster" Target="slideMasters/slideMaster28.xml"/><Relationship Id="rId29" Type="http://schemas.openxmlformats.org/officeDocument/2006/relationships/slideMaster" Target="slideMasters/slideMaster29.xml"/><Relationship Id="rId30" Type="http://schemas.openxmlformats.org/officeDocument/2006/relationships/slideMaster" Target="slideMasters/slideMaster30.xml"/><Relationship Id="rId31" Type="http://schemas.openxmlformats.org/officeDocument/2006/relationships/slideMaster" Target="slideMasters/slideMaster31.xml"/><Relationship Id="rId32" Type="http://schemas.openxmlformats.org/officeDocument/2006/relationships/slideMaster" Target="slideMasters/slideMaster32.xml"/><Relationship Id="rId33" Type="http://schemas.openxmlformats.org/officeDocument/2006/relationships/slideMaster" Target="slideMasters/slideMaster33.xml"/><Relationship Id="rId34" Type="http://schemas.openxmlformats.org/officeDocument/2006/relationships/slideMaster" Target="slideMasters/slideMaster34.xml"/><Relationship Id="rId35" Type="http://schemas.openxmlformats.org/officeDocument/2006/relationships/slideMaster" Target="slideMasters/slideMaster35.xml"/><Relationship Id="rId36" Type="http://schemas.openxmlformats.org/officeDocument/2006/relationships/slideMaster" Target="slideMasters/slideMaster36.xml"/><Relationship Id="rId37" Type="http://schemas.openxmlformats.org/officeDocument/2006/relationships/slideMaster" Target="slideMasters/slideMaster37.xml"/><Relationship Id="rId39" Type="http://schemas.openxmlformats.org/officeDocument/2006/relationships/slide" Target="slides/slide1.xml"/><Relationship Id="rId40" Type="http://schemas.openxmlformats.org/officeDocument/2006/relationships/notesMaster" Target="notesMasters/notesMaster1.xml"/><Relationship Id="rId41" Type="http://schemas.openxmlformats.org/officeDocument/2006/relationships/commentAuthors" Target="commentAuthors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hape 66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Shape 67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zh-CN">
              <a:sym typeface="Helvetica Neue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1pPr>
    <a:lvl2pPr marL="278606" indent="-107156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2pPr>
    <a:lvl3pPr marL="42862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3pPr>
    <a:lvl4pPr marL="60007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4pPr>
    <a:lvl5pPr marL="77152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5pPr>
    <a:lvl6pPr indent="428625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6pPr>
    <a:lvl7pPr indent="514350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7pPr>
    <a:lvl8pPr indent="600075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8pPr>
    <a:lvl9pPr indent="685800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jp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jp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jp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jp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.jp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jp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jpg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5.jpeg"/><Relationship Id="rId3" Type="http://schemas.openxmlformats.org/officeDocument/2006/relationships/image" Target="../media/image2.png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.jpg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6.png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.jpg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6.pn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jpg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.jp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6.png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.jpg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6.png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.jpg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jpg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6.png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1.jpg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6.png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1.jp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6.png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1.jpg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6.png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g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1.jpg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jpg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6.png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1.jp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1.jpg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Relationship Id="rId2" Type="http://schemas.openxmlformats.org/officeDocument/2006/relationships/image" Target="../media/image1.jp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.jpg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6.png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5.jpeg"/><Relationship Id="rId3" Type="http://schemas.openxmlformats.org/officeDocument/2006/relationships/image" Target="../media/image2.png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6.png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.jpg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Relationship Id="rId2" Type="http://schemas.openxmlformats.org/officeDocument/2006/relationships/image" Target="../media/image1.jpg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Relationship Id="rId2" Type="http://schemas.openxmlformats.org/officeDocument/2006/relationships/image" Target="../media/image1.jpg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.jp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6.png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Relationship Id="rId2" Type="http://schemas.openxmlformats.org/officeDocument/2006/relationships/image" Target="../media/image1.jpg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Relationship Id="rId2" Type="http://schemas.openxmlformats.org/officeDocument/2006/relationships/image" Target="../media/image6.png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Relationship Id="rId2" Type="http://schemas.openxmlformats.org/officeDocument/2006/relationships/image" Target="../media/image7.jp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Relationship Id="rId2" Type="http://schemas.openxmlformats.org/officeDocument/2006/relationships/image" Target="../media/image9.jp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Relationship Id="rId2" Type="http://schemas.openxmlformats.org/officeDocument/2006/relationships/image" Target="../media/image10.jpg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Relationship Id="rId2" Type="http://schemas.openxmlformats.org/officeDocument/2006/relationships/image" Target="../media/image11.jpg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Relationship Id="rId2" Type="http://schemas.openxmlformats.org/officeDocument/2006/relationships/image" Target="../media/image7.jp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Relationship Id="rId2" Type="http://schemas.openxmlformats.org/officeDocument/2006/relationships/image" Target="../media/image9.jpg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Relationship Id="rId2" Type="http://schemas.openxmlformats.org/officeDocument/2006/relationships/image" Target="../media/image10.jpg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Relationship Id="rId2" Type="http://schemas.openxmlformats.org/officeDocument/2006/relationships/image" Target="../media/image1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5583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566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9111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129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528591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888000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7320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1509016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792885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1159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1314" y="988219"/>
            <a:ext cx="3216116" cy="641271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37796896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80764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70980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2793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5278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883167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1337011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508009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7988602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2537253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54780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1314" y="988219"/>
            <a:ext cx="3216116" cy="641271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845919539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6163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706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90086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9010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8086866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40603395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187440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6570830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  <a:sym typeface="Arial" panose="020B07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  <a:sym typeface="Arial" panose="020B0704020202020204" pitchFamily="34" charset="0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  <a:sym typeface="Arial" panose="020B07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0149435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3441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43567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46774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5374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72010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6442623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876930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4631169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62605116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68555242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2984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1314" y="988219"/>
            <a:ext cx="3216116" cy="641271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916829952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9942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7178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74501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39862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55777238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8085986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2919194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59879894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39014418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8591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2" y="1731662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737B33D-E675-453D-AFF5-E4A3C2713CCF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403516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76B713F-0625-47A1-A948-CDFDF686D3A6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851578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4C66EAF-C3B8-4A99-935F-E43C4EB8DF9B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3827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5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A44A85-E8C1-419E-B32C-F18CC1F2CBC8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00856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A7AA7C6-54E6-4B0E-A22A-8CB41808A0EF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73479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829DFC2-8662-49F5-BF2A-4304236EF53C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67565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BC7B413E-A6B6-4F06-BA83-A498B6E5CFE7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96546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67695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A26F4C56-220E-4F7A-B423-ED2970F33837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69877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7440812" y="4932760"/>
            <a:ext cx="1900833" cy="1962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r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Confidential|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3" name="直线连接符 3"/>
          <p:cNvCxnSpPr/>
          <p:nvPr userDrawn="1"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7" y="4947048"/>
            <a:ext cx="549473" cy="121444"/>
          </a:xfrm>
        </p:spPr>
        <p:txBody>
          <a:bodyPr wrap="square">
            <a:noAutofit/>
          </a:bodyPr>
          <a:lstStyle>
            <a:lvl1pPr algn="ctr">
              <a:defRPr sz="90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/>
              <a:t>-</a:t>
            </a:r>
            <a:fld id="{5B668758-3EC2-4CF7-B6EE-CAE930ADAF42}" type="slidenum">
              <a:rPr lang="en-US" altLang="zh-CN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977518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ED1FB5E-2E28-4CC1-9EEA-AB5C9B878CED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780673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23" y="613768"/>
            <a:ext cx="2107406" cy="492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 userDrawn="1"/>
        </p:nvSpPr>
        <p:spPr>
          <a:xfrm>
            <a:off x="7440812" y="4932760"/>
            <a:ext cx="1900833" cy="1962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r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Confidential|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4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06617">
            <a:off x="5384602" y="-1947862"/>
            <a:ext cx="7592021" cy="7171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271473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1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DEA65-46A8-4913-8920-3F11BF21BB3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948355"/>
      </p:ext>
    </p:extLst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B0BCE-AE4E-4AD3-868A-2BEE0723A9B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297976"/>
      </p:ext>
    </p:extLst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051A0-9400-48B3-A842-506311329E20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242232"/>
      </p:ext>
    </p:extLst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C77F9-E65C-42B5-B805-51F7F5C52E7B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049218"/>
      </p:ext>
    </p:extLst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502444" y="481012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FDE57-BAA4-4B86-A024-8CFE55F57765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098260"/>
      </p:ext>
    </p:extLst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4DAF6-43AB-41C5-B40F-3E56E6713C2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36789"/>
      </p:ext>
    </p:extLst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B0A39-673F-48CA-8178-AD7C9B614DA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737141"/>
      </p:ext>
    </p:extLst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67693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02BE4-918D-4214-9668-5E5E5E0C1CD1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862993"/>
      </p:ext>
    </p:extLst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1" y="4932760"/>
            <a:ext cx="1900833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6" y="4947047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2A93B75A-B628-4B58-A0E2-AF8B7C034669}" type="slidenum">
              <a:rPr lang="en-US" altLang="zh-CN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185787"/>
      </p:ext>
    </p:extLst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D7546-58C9-4B7A-904B-762BA40EE7D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829701"/>
      </p:ext>
    </p:extLst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2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76FDEA65-46A8-4913-8920-3F11BF21BB3F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184942"/>
      </p:ext>
    </p:extLst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7C6B0BCE-AE4E-4AD3-868A-2BEE0723A9BA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752402"/>
      </p:ext>
    </p:extLst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D82051A0-9400-48B3-A842-506311329E20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540806"/>
      </p:ext>
    </p:extLst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BBC77F9-E65C-42B5-B805-51F7F5C52E7B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251479"/>
      </p:ext>
    </p:extLst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502444" y="481013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F8FDE57-BAA4-4B86-A024-8CFE55F57765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162868"/>
      </p:ext>
    </p:extLst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3534DAF6-43AB-41C5-B40F-3E56E6713C24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302514"/>
      </p:ext>
    </p:extLst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C6B0A39-673F-48CA-8178-AD7C9B614DAF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74147"/>
      </p:ext>
    </p:extLst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67694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8CF02BE4-918D-4214-9668-5E5E5E0C1CD1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957094"/>
      </p:ext>
    </p:extLst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2" y="4932760"/>
            <a:ext cx="1900833" cy="1384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7" y="4947048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2A93B75A-B628-4B58-A0E2-AF8B7C034669}" type="slidenum">
              <a:rPr lang="en-US" altLang="zh-CN" smtClean="0">
                <a:solidFill>
                  <a:prstClr val="white"/>
                </a:solidFill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526501"/>
      </p:ext>
    </p:extLst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41CD7546-58C9-4B7A-904B-762BA40EE7DD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583504"/>
      </p:ext>
    </p:extLst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1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DEA65-46A8-4913-8920-3F11BF21BB3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223694"/>
      </p:ext>
    </p:extLst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B0BCE-AE4E-4AD3-868A-2BEE0723A9B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302124"/>
      </p:ext>
    </p:extLst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051A0-9400-48B3-A842-506311329E20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828888"/>
      </p:ext>
    </p:extLst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C77F9-E65C-42B5-B805-51F7F5C52E7B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91000"/>
      </p:ext>
    </p:extLst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502444" y="481012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FDE57-BAA4-4B86-A024-8CFE55F57765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105866"/>
      </p:ext>
    </p:extLst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4DAF6-43AB-41C5-B40F-3E56E6713C2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283564"/>
      </p:ext>
    </p:extLst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B0A39-673F-48CA-8178-AD7C9B614DA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277834"/>
      </p:ext>
    </p:extLst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67693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02BE4-918D-4214-9668-5E5E5E0C1CD1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854111"/>
      </p:ext>
    </p:extLst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1" y="4932760"/>
            <a:ext cx="1900833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6" y="4947047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2A93B75A-B628-4B58-A0E2-AF8B7C034669}" type="slidenum">
              <a:rPr lang="en-US" altLang="zh-CN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948848"/>
      </p:ext>
    </p:extLst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D7546-58C9-4B7A-904B-762BA40EE7D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507497"/>
      </p:ext>
    </p:extLst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2" y="1731662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737B33D-E675-453D-AFF5-E4A3C2713CCF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937018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76B713F-0625-47A1-A948-CDFDF686D3A6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178755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4C66EAF-C3B8-4A99-935F-E43C4EB8DF9B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40186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5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A44A85-E8C1-419E-B32C-F18CC1F2CBC8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29364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A7AA7C6-54E6-4B0E-A22A-8CB41808A0EF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31486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829DFC2-8662-49F5-BF2A-4304236EF53C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21366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BC7B413E-A6B6-4F06-BA83-A498B6E5CFE7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45696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67695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A26F4C56-220E-4F7A-B423-ED2970F33837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445137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7440812" y="4932760"/>
            <a:ext cx="1900833" cy="1962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r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Confidential|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3" name="直线连接符 3"/>
          <p:cNvCxnSpPr/>
          <p:nvPr userDrawn="1"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7" y="4947048"/>
            <a:ext cx="549473" cy="121444"/>
          </a:xfrm>
        </p:spPr>
        <p:txBody>
          <a:bodyPr wrap="square">
            <a:noAutofit/>
          </a:bodyPr>
          <a:lstStyle>
            <a:lvl1pPr algn="ctr">
              <a:defRPr sz="90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/>
              <a:t>-</a:t>
            </a:r>
            <a:fld id="{5B668758-3EC2-4CF7-B6EE-CAE930ADAF42}" type="slidenum">
              <a:rPr lang="en-US" altLang="zh-CN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351211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ED1FB5E-2E28-4CC1-9EEA-AB5C9B878CED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664787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23" y="613768"/>
            <a:ext cx="2107406" cy="492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 userDrawn="1"/>
        </p:nvSpPr>
        <p:spPr>
          <a:xfrm>
            <a:off x="7440812" y="4932760"/>
            <a:ext cx="1900833" cy="1962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r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Confidential|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4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06617">
            <a:off x="5384602" y="-1947862"/>
            <a:ext cx="7592021" cy="7171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6614366"/>
      </p:ext>
    </p:extLst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89571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644142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4720879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83622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BC47A4-756D-490B-A52F-7D9E2C9FC05F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4239208149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52680613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1319799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33010257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703020204020201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172309901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2816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1314" y="988219"/>
            <a:ext cx="3216116" cy="641271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363110236"/>
      </p:ext>
    </p:extLst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867577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942111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784390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017876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408483879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962401774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74535314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86853822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  <a:sym typeface="Arial" panose="020B07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  <a:sym typeface="Arial" panose="020B0704020202020204" pitchFamily="34" charset="0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  <a:sym typeface="Arial" panose="020B07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120482404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12822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0DB2B2-D25E-444C-86B2-143D203378C0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8E8141-DF10-B443-A432-4FFAD2FB8D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9474" y="4466951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srgbClr val="2F5A9E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sym typeface="Arial" panose="020B0604020202020204" pitchFamily="34" charset="0"/>
              </a:rPr>
              <a:t>Contents</a:t>
            </a:r>
          </a:p>
        </p:txBody>
      </p:sp>
      <p:pic>
        <p:nvPicPr>
          <p:cNvPr id="6" name="图片 1" descr="2">
            <a:extLst>
              <a:ext uri="{FF2B5EF4-FFF2-40B4-BE49-F238E27FC236}">
                <a16:creationId xmlns:a16="http://schemas.microsoft.com/office/drawing/2014/main" id="{9F72C929-4E91-744D-ACBA-8EF3794CA7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4" y="427857"/>
            <a:ext cx="1605163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666699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744F58F-7C42-F64A-9AEA-F33683312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6E55B8F-CA51-604F-B5C5-9147A7F4B5F5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0D95B7-9CE1-CF4B-837C-224BE676E5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646804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744F58F-7C42-F64A-9AEA-F336833127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6E55B8F-CA51-604F-B5C5-9147A7F4B5F5}"/>
              </a:ext>
            </a:extLst>
          </p:cNvPr>
          <p:cNvSpPr txBox="1"/>
          <p:nvPr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0D95B7-9CE1-CF4B-837C-224BE676E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125455"/>
      </p:ext>
    </p:extLst>
  </p:cSld>
  <p:clrMapOvr>
    <a:masterClrMapping/>
  </p:clrMapOvr>
  <p:transition spd="med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4666459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916822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6731029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556036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685949602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096595043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584722913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636385601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 eaLnBrk="1" hangingPunct="1"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56813015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407716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0821679"/>
      </p:ext>
    </p:extLst>
  </p:cSld>
  <p:clrMapOvr>
    <a:masterClrMapping/>
  </p:clrMapOvr>
  <p:transition spd="med"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0286506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0966287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59125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272211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096616415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89316886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34295833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273652860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/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03280270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5286039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6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6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5"/>
            <a:ext cx="1986677" cy="394811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620090" y="100014"/>
            <a:ext cx="6523910" cy="371476"/>
          </a:xfrm>
          <a:prstGeom prst="rect">
            <a:avLst/>
          </a:prstGeom>
        </p:spPr>
        <p:txBody>
          <a:bodyPr/>
          <a:lstStyle>
            <a:lvl1pPr algn="r">
              <a:defRPr sz="2100">
                <a:solidFill>
                  <a:srgbClr val="2F5A9E"/>
                </a:solidFill>
                <a:latin typeface="微软雅黑" panose="020B0703020204020201" pitchFamily="34" charset="-122"/>
                <a:ea typeface="微软雅黑" panose="020B0703020204020201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01731770"/>
      </p:ext>
    </p:extLst>
  </p:cSld>
  <p:clrMapOvr>
    <a:masterClrMapping/>
  </p:clrMapOvr>
  <p:transition spd="med"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2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1444507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2257787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2378849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5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668562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19034691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37126384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6625940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5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508073325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9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3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775259688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8926156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3958021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804489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6867443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4660620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786897474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63834387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791296167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1954872697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 eaLnBrk="1" hangingPunct="1"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66524248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7000263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7520882"/>
      </p:ext>
    </p:extLst>
  </p:cSld>
  <p:clrMapOvr>
    <a:masterClrMapping/>
  </p:clrMapOvr>
  <p:transition spd="med"/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474105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920709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1275599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2337060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794418276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730169657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826914989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175047406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 eaLnBrk="1" hangingPunct="1"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706295835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4909772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411738"/>
      </p:ext>
    </p:extLst>
  </p:cSld>
  <p:clrMapOvr>
    <a:masterClrMapping/>
  </p:clrMapOvr>
  <p:transition spd="med"/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4982368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0626432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8726652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138228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428032590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944694484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25504911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551820649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 eaLnBrk="1" hangingPunct="1"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811175712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75759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8511871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8756946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6174781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463430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4150468314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026236554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02684042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712862222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998434694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7884345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89" y="491014"/>
            <a:ext cx="6581061" cy="238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28575" y="4855765"/>
            <a:ext cx="920115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8" y="4855765"/>
            <a:ext cx="651867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470531" y="4657159"/>
            <a:ext cx="222818" cy="215444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/>
          <a:p>
            <a:pPr eaLnBrk="1" hangingPunct="1">
              <a:defRPr/>
            </a:pPr>
            <a:fld id="{9A0DB2DC-4C9A-4742-B13C-FB6460FD3503}" type="slidenum">
              <a:rPr lang="zh-CN" altLang="en-US" noProof="1" smtClean="0">
                <a:solidFill>
                  <a:prstClr val="black">
                    <a:tint val="75000"/>
                  </a:prstClr>
                </a:solidFill>
                <a:latin typeface="Open Sans" panose="020B0606030504020204" pitchFamily="34" charset="0"/>
                <a:ea typeface="Arial" panose="020B0604020202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pPr eaLnBrk="1" hangingPunct="1">
                <a:defRPr/>
              </a:pPr>
              <a:t>‹#›</a:t>
            </a:fld>
            <a:endParaRPr lang="zh-CN" altLang="en-US" noProof="1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1" y="228124"/>
            <a:ext cx="1986677" cy="39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678218"/>
      </p:ext>
    </p:extLst>
  </p:cSld>
  <p:clrMapOvr>
    <a:masterClrMapping/>
  </p:clrMapOvr>
  <p:transition spd="med"/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359340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146542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9086714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5585798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BC47A4-756D-490B-A52F-7D9E2C9FC05F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24332040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444213001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13871020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558529462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545348376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407163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90649"/>
      </p:ext>
    </p:extLst>
  </p:cSld>
  <p:clrMapOvr>
    <a:masterClrMapping/>
  </p:clrMapOvr>
  <p:transition spd="med"/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61" y="1731661"/>
            <a:ext cx="8139980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45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94" y="2674144"/>
            <a:ext cx="8139914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6518851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8107167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61" y="435919"/>
            <a:ext cx="8139980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94" y="1131094"/>
            <a:ext cx="8139914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1217301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142" y="545783"/>
            <a:ext cx="294923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4195" y="545783"/>
            <a:ext cx="4629606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142" y="1679734"/>
            <a:ext cx="294923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678407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94" y="4203859"/>
            <a:ext cx="8139914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94" y="481013"/>
            <a:ext cx="8139914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294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847238136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8235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294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914874468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1031" y="423863"/>
            <a:ext cx="4050429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294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6292" y="423863"/>
            <a:ext cx="4050429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294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70047668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61" y="467694"/>
            <a:ext cx="8139980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6858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45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5392004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4029" y="4947088"/>
            <a:ext cx="549409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1515" y="4932661"/>
            <a:ext cx="1900834" cy="15003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4" tIns="17144" rIns="17144" bIns="17144" numCol="1" spcCol="38100" rtlCol="0" anchor="t">
            <a:spAutoFit/>
          </a:bodyPr>
          <a:lstStyle/>
          <a:p>
            <a:pPr marL="0" marR="0" indent="0" algn="ctr" defTabSz="6191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765" y="686268"/>
            <a:ext cx="6424473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83862621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7757985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227" y="491252"/>
            <a:ext cx="652425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1" y="4855765"/>
            <a:ext cx="9144476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1153" y="4855765"/>
            <a:ext cx="623324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212" y="228124"/>
            <a:ext cx="1986781" cy="39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438563"/>
      </p:ext>
    </p:extLst>
  </p:cSld>
  <p:clrMapOvr>
    <a:masterClrMapping/>
  </p:clrMapOvr>
  <p:transition spd="med"/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61" y="1731661"/>
            <a:ext cx="8139980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45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94" y="2674144"/>
            <a:ext cx="8139914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8421675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8852987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61" y="435919"/>
            <a:ext cx="8139980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94" y="1131094"/>
            <a:ext cx="8139914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0272916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142" y="545783"/>
            <a:ext cx="294923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4195" y="545783"/>
            <a:ext cx="4629606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142" y="1679734"/>
            <a:ext cx="294923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34031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94" y="4203859"/>
            <a:ext cx="8139914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94" y="481013"/>
            <a:ext cx="8139914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294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605292842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8235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294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197120955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1031" y="423863"/>
            <a:ext cx="4050429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294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6292" y="423863"/>
            <a:ext cx="4050429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294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66401237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61" y="467694"/>
            <a:ext cx="8139980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6858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45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1569134094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4029" y="4947088"/>
            <a:ext cx="549409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1515" y="4932661"/>
            <a:ext cx="1900834" cy="15003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4" tIns="17144" rIns="17144" bIns="17144" numCol="1" spcCol="38100" rtlCol="0" anchor="t">
            <a:spAutoFit/>
          </a:bodyPr>
          <a:lstStyle/>
          <a:p>
            <a:pPr marL="0" marR="0" indent="0" algn="ctr" defTabSz="6191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765" y="686268"/>
            <a:ext cx="6424473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27148139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3082540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227" y="491252"/>
            <a:ext cx="652425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1" y="4855765"/>
            <a:ext cx="9144476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1153" y="4855765"/>
            <a:ext cx="623324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212" y="228124"/>
            <a:ext cx="1986781" cy="39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159695"/>
      </p:ext>
    </p:extLst>
  </p:cSld>
  <p:clrMapOvr>
    <a:masterClrMapping/>
  </p:clrMapOvr>
  <p:transition spd="med"/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4107244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8324515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5001568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249867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4142450071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595442587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72619751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283721348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360592141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8460665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2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752849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433086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3337984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5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94515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365094730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5228327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51334645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5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191836102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9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3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577987004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763359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0626946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3126683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6747292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836855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794212648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555424112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1095732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415821270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730554990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9336482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89" y="491014"/>
            <a:ext cx="6581061" cy="238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28575" y="4855765"/>
            <a:ext cx="920115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8" y="4855765"/>
            <a:ext cx="651867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470531" y="4657159"/>
            <a:ext cx="222818" cy="215444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/>
          <a:p>
            <a:pPr eaLnBrk="1" hangingPunct="1">
              <a:defRPr/>
            </a:pPr>
            <a:fld id="{9A0DB2DC-4C9A-4742-B13C-FB6460FD3503}" type="slidenum">
              <a:rPr lang="zh-CN" altLang="en-US" noProof="1" smtClean="0">
                <a:solidFill>
                  <a:prstClr val="black">
                    <a:tint val="75000"/>
                  </a:prstClr>
                </a:solidFill>
                <a:latin typeface="Open Sans" panose="020B0606030504020204" pitchFamily="34" charset="0"/>
                <a:ea typeface="Arial" panose="020B0604020202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pPr eaLnBrk="1" hangingPunct="1">
                <a:defRPr/>
              </a:pPr>
              <a:t>‹#›</a:t>
            </a:fld>
            <a:endParaRPr lang="zh-CN" altLang="en-US" noProof="1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1" y="228124"/>
            <a:ext cx="1986677" cy="39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909044"/>
      </p:ext>
    </p:extLst>
  </p:cSld>
  <p:clrMapOvr>
    <a:masterClrMapping/>
  </p:clrMapOvr>
  <p:transition spd="med"/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2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76FDEA65-46A8-4913-8920-3F11BF21BB3F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979797"/>
      </p:ext>
    </p:extLst>
  </p:cSld>
  <p:clrMapOvr>
    <a:masterClrMapping/>
  </p:clrMapOvr>
  <p:transition/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7C6B0BCE-AE4E-4AD3-868A-2BEE0723A9BA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914973"/>
      </p:ext>
    </p:extLst>
  </p:cSld>
  <p:clrMapOvr>
    <a:masterClrMapping/>
  </p:clrMapOvr>
  <p:transition/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D82051A0-9400-48B3-A842-506311329E20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47449"/>
      </p:ext>
    </p:extLst>
  </p:cSld>
  <p:clrMapOvr>
    <a:masterClrMapping/>
  </p:clrMapOvr>
  <p:transition/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BBC77F9-E65C-42B5-B805-51F7F5C52E7B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922076"/>
      </p:ext>
    </p:extLst>
  </p:cSld>
  <p:clrMapOvr>
    <a:masterClrMapping/>
  </p:clrMapOvr>
  <p:transition/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502444" y="481013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F8FDE57-BAA4-4B86-A024-8CFE55F57765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809234"/>
      </p:ext>
    </p:extLst>
  </p:cSld>
  <p:clrMapOvr>
    <a:masterClrMapping/>
  </p:clrMapOvr>
  <p:transition/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3534DAF6-43AB-41C5-B40F-3E56E6713C24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734961"/>
      </p:ext>
    </p:extLst>
  </p:cSld>
  <p:clrMapOvr>
    <a:masterClrMapping/>
  </p:clrMapOvr>
  <p:transition/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C6B0A39-673F-48CA-8178-AD7C9B614DAF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505980"/>
      </p:ext>
    </p:extLst>
  </p:cSld>
  <p:clrMapOvr>
    <a:masterClrMapping/>
  </p:clrMapOvr>
  <p:transition/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67694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8CF02BE4-918D-4214-9668-5E5E5E0C1CD1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582477"/>
      </p:ext>
    </p:extLst>
  </p:cSld>
  <p:clrMapOvr>
    <a:masterClrMapping/>
  </p:clrMapOvr>
  <p:transition/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2" y="4932760"/>
            <a:ext cx="1900833" cy="1384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7" y="4947048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2A93B75A-B628-4B58-A0E2-AF8B7C034669}" type="slidenum">
              <a:rPr lang="en-US" altLang="zh-CN" smtClean="0">
                <a:solidFill>
                  <a:prstClr val="white"/>
                </a:solidFill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683668"/>
      </p:ext>
    </p:extLst>
  </p:cSld>
  <p:clrMapOvr>
    <a:masterClrMapping/>
  </p:clrMapOvr>
  <p:transition/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41CD7546-58C9-4B7A-904B-762BA40EE7DD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298375"/>
      </p:ext>
    </p:extLst>
  </p:cSld>
  <p:clrMapOvr>
    <a:masterClrMapping/>
  </p:clrMapOvr>
  <p:transition/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1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DEA65-46A8-4913-8920-3F11BF21BB3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812730"/>
      </p:ext>
    </p:extLst>
  </p:cSld>
  <p:clrMapOvr>
    <a:masterClrMapping/>
  </p:clrMapOvr>
  <p:transition/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B0BCE-AE4E-4AD3-868A-2BEE0723A9B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423576"/>
      </p:ext>
    </p:extLst>
  </p:cSld>
  <p:clrMapOvr>
    <a:masterClrMapping/>
  </p:clrMapOvr>
  <p:transition/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051A0-9400-48B3-A842-506311329E2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714110"/>
      </p:ext>
    </p:extLst>
  </p:cSld>
  <p:clrMapOvr>
    <a:masterClrMapping/>
  </p:clrMapOvr>
  <p:transition/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C77F9-E65C-42B5-B805-51F7F5C52E7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045061"/>
      </p:ext>
    </p:extLst>
  </p:cSld>
  <p:clrMapOvr>
    <a:masterClrMapping/>
  </p:clrMapOvr>
  <p:transition/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502444" y="481012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FDE57-BAA4-4B86-A024-8CFE55F5776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0781"/>
      </p:ext>
    </p:extLst>
  </p:cSld>
  <p:clrMapOvr>
    <a:masterClrMapping/>
  </p:clrMapOvr>
  <p:transition/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4DAF6-43AB-41C5-B40F-3E56E6713C2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030251"/>
      </p:ext>
    </p:extLst>
  </p:cSld>
  <p:clrMapOvr>
    <a:masterClrMapping/>
  </p:clrMapOvr>
  <p:transition/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B0A39-673F-48CA-8178-AD7C9B614DA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97984"/>
      </p:ext>
    </p:extLst>
  </p:cSld>
  <p:clrMapOvr>
    <a:masterClrMapping/>
  </p:clrMapOvr>
  <p:transition/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67693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02BE4-918D-4214-9668-5E5E5E0C1CD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631573"/>
      </p:ext>
    </p:extLst>
  </p:cSld>
  <p:clrMapOvr>
    <a:masterClrMapping/>
  </p:clrMapOvr>
  <p:transition/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1" y="4932759"/>
            <a:ext cx="1900833" cy="7784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1" dirty="0">
                <a:solidFill>
                  <a:schemeClr val="bg1"/>
                </a:solidFill>
                <a:latin typeface="微软雅黑" panose="020B0703020204020201" pitchFamily="34" charset="-122"/>
                <a:ea typeface="+mn-ea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lang="zh-CN" altLang="en-US" sz="281" dirty="0">
                <a:solidFill>
                  <a:schemeClr val="bg1"/>
                </a:solidFill>
                <a:latin typeface="微软雅黑" panose="020B0703020204020201" pitchFamily="34" charset="-122"/>
                <a:ea typeface="+mn-ea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6" y="4947047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2A93B75A-B628-4B58-A0E2-AF8B7C034669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54058"/>
      </p:ext>
    </p:extLst>
  </p:cSld>
  <p:clrMapOvr>
    <a:masterClrMapping/>
  </p:clrMapOvr>
  <p:transition/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D7546-58C9-4B7A-904B-762BA40EE7D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728193"/>
      </p:ext>
    </p:extLst>
  </p:cSld>
  <p:clrMapOvr>
    <a:masterClrMapping/>
  </p:clrMapOvr>
  <p:transition/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0490296"/>
      </p:ext>
    </p:extLst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3620730"/>
      </p:ext>
    </p:extLst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1676999"/>
      </p:ext>
    </p:extLst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335292"/>
      </p:ext>
    </p:extLst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941803719"/>
      </p:ext>
    </p:extLst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228545105"/>
      </p:ext>
    </p:extLst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45982322"/>
      </p:ext>
    </p:extLst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124476795"/>
      </p:ext>
    </p:extLst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547579866"/>
      </p:ext>
    </p:extLst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0284594"/>
      </p:ext>
    </p:extLst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 bwMode="auto">
      <p:bgPr>
        <a:solidFill>
          <a:srgbClr val="2F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 descr="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31926" y="599307"/>
            <a:ext cx="2151953" cy="429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2"/>
            <a:ext cx="7591962" cy="717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274922"/>
      </p:ext>
    </p:extLst>
  </p:cSld>
  <p:clrMapOvr>
    <a:masterClrMapping/>
  </p:clrMapOvr>
  <p:transition spd="med"/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2584708"/>
      </p:ext>
    </p:extLst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2729214"/>
      </p:ext>
    </p:extLst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1992674"/>
      </p:ext>
    </p:extLst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934565"/>
      </p:ext>
    </p:extLst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614453191"/>
      </p:ext>
    </p:extLst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768502892"/>
      </p:ext>
    </p:extLst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25431827"/>
      </p:ext>
    </p:extLst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1121106169"/>
      </p:ext>
    </p:extLst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860637660"/>
      </p:ext>
    </p:extLst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4377260"/>
      </p:ext>
    </p:extLst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871464"/>
      </p:ext>
    </p:extLst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6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6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5"/>
            <a:ext cx="1986677" cy="394811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620090" y="100014"/>
            <a:ext cx="6523910" cy="371476"/>
          </a:xfrm>
          <a:prstGeom prst="rect">
            <a:avLst/>
          </a:prstGeom>
        </p:spPr>
        <p:txBody>
          <a:bodyPr/>
          <a:lstStyle>
            <a:lvl1pPr algn="r">
              <a:defRPr sz="2100">
                <a:solidFill>
                  <a:srgbClr val="2F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76158321"/>
      </p:ext>
    </p:extLst>
  </p:cSld>
  <p:clrMapOvr>
    <a:masterClrMapping/>
  </p:clrMapOvr>
  <p:transition spd="med"/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0DB2B2-D25E-444C-86B2-143D203378C0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8E8141-DF10-B443-A432-4FFAD2FB8D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9474" y="4466951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srgbClr val="2F5A9E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sym typeface="Arial" panose="020B0604020202020204" pitchFamily="34" charset="0"/>
              </a:rPr>
              <a:t>Contents</a:t>
            </a:r>
          </a:p>
        </p:txBody>
      </p:sp>
      <p:pic>
        <p:nvPicPr>
          <p:cNvPr id="6" name="图片 1" descr="2">
            <a:extLst>
              <a:ext uri="{FF2B5EF4-FFF2-40B4-BE49-F238E27FC236}">
                <a16:creationId xmlns:a16="http://schemas.microsoft.com/office/drawing/2014/main" id="{9F72C929-4E91-744D-ACBA-8EF3794CA7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3" y="427857"/>
            <a:ext cx="1605164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0422834"/>
      </p:ext>
    </p:extLst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F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219609"/>
      </p:ext>
    </p:extLst>
  </p:cSld>
  <p:clrMapOvr>
    <a:masterClrMapping/>
  </p:clrMapOvr>
  <p:transition spd="med"/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620090" y="100013"/>
            <a:ext cx="6523910" cy="371476"/>
          </a:xfrm>
          <a:prstGeom prst="rect">
            <a:avLst/>
          </a:prstGeom>
        </p:spPr>
        <p:txBody>
          <a:bodyPr/>
          <a:lstStyle>
            <a:lvl1pPr algn="r">
              <a:defRPr sz="2100">
                <a:solidFill>
                  <a:srgbClr val="2F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81708770"/>
      </p:ext>
    </p:extLst>
  </p:cSld>
  <p:clrMapOvr>
    <a:masterClrMapping/>
  </p:clrMapOvr>
  <p:transition spd="med"/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3920885"/>
      </p:ext>
    </p:extLst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576293"/>
      </p:ext>
    </p:extLst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9274071"/>
      </p:ext>
    </p:extLst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490652"/>
      </p:ext>
    </p:extLst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588241761"/>
      </p:ext>
    </p:extLst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55638272"/>
      </p:ext>
    </p:extLst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61818004"/>
      </p:ext>
    </p:extLst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123091790"/>
      </p:ext>
    </p:extLst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255431103"/>
      </p:ext>
    </p:extLst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7091349"/>
      </p:ext>
    </p:extLst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3360595"/>
      </p:ext>
    </p:extLst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3186840"/>
      </p:ext>
    </p:extLst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7075796"/>
      </p:ext>
    </p:extLst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972092"/>
      </p:ext>
    </p:extLst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166441479"/>
      </p:ext>
    </p:extLst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987290478"/>
      </p:ext>
    </p:extLst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53119351"/>
      </p:ext>
    </p:extLst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1368163945"/>
      </p:ext>
    </p:extLst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449287416"/>
      </p:ext>
    </p:extLst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411744"/>
      </p:ext>
    </p:extLst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055622"/>
      </p:ext>
    </p:extLst>
  </p:cSld>
  <p:clrMapOvr>
    <a:masterClrMapping/>
  </p:clrMapOvr>
  <p:transition spd="slow">
    <p:push/>
  </p:transition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9288211"/>
      </p:ext>
    </p:extLst>
  </p:cSld>
  <p:clrMapOvr>
    <a:masterClrMapping/>
  </p:clrMapOvr>
  <p:transition spd="slow">
    <p:push/>
  </p:transition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3815443"/>
      </p:ext>
    </p:extLst>
  </p:cSld>
  <p:clrMapOvr>
    <a:masterClrMapping/>
  </p:clrMapOvr>
  <p:transition spd="slow">
    <p:push/>
  </p:transition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232095"/>
      </p:ext>
    </p:extLst>
  </p:cSld>
  <p:clrMapOvr>
    <a:masterClrMapping/>
  </p:clrMapOvr>
  <p:transition spd="slow">
    <p:push/>
  </p:transition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859455583"/>
      </p:ext>
    </p:extLst>
  </p:cSld>
  <p:clrMapOvr>
    <a:masterClrMapping/>
  </p:clrMapOvr>
  <p:transition spd="slow">
    <p:push/>
  </p:transition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684011972"/>
      </p:ext>
    </p:extLst>
  </p:cSld>
  <p:clrMapOvr>
    <a:masterClrMapping/>
  </p:clrMapOvr>
  <p:transition spd="slow">
    <p:push/>
  </p:transition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74692907"/>
      </p:ext>
    </p:extLst>
  </p:cSld>
  <p:clrMapOvr>
    <a:masterClrMapping/>
  </p:clrMapOvr>
  <p:transition spd="slow">
    <p:push/>
  </p:transition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94053634"/>
      </p:ext>
    </p:extLst>
  </p:cSld>
  <p:clrMapOvr>
    <a:masterClrMapping/>
  </p:clrMapOvr>
  <p:transition spd="slow">
    <p:push/>
  </p:transition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67911696"/>
      </p:ext>
    </p:extLst>
  </p:cSld>
  <p:clrMapOvr>
    <a:masterClrMapping/>
  </p:clrMapOvr>
  <p:transition spd="slow">
    <p:push/>
  </p:transition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489007"/>
      </p:ext>
    </p:extLst>
  </p:cSld>
  <p:clrMapOvr>
    <a:masterClrMapping/>
  </p:clrMapOvr>
  <p:transition spd="slow">
    <p:push/>
  </p:transition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4755797"/>
      </p:ext>
    </p:extLst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28287"/>
      </p:ext>
    </p:extLst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2843281"/>
      </p:ext>
    </p:extLst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476435"/>
      </p:ext>
    </p:extLst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95880101"/>
      </p:ext>
    </p:extLst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180453305"/>
      </p:ext>
    </p:extLst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5529651"/>
      </p:ext>
    </p:extLst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1937046674"/>
      </p:ext>
    </p:extLst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655652387"/>
      </p:ext>
    </p:extLst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284260"/>
      </p:ext>
    </p:extLst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/>
        </p:nvSpPr>
        <p:spPr>
          <a:xfrm flipV="1">
            <a:off x="2620089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520708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91" y="228124"/>
            <a:ext cx="1986677" cy="39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410674"/>
      </p:ext>
    </p:extLst>
  </p:cSld>
  <p:clrMapOvr>
    <a:masterClrMapping/>
  </p:clrMapOvr>
  <p:transition spd="med"/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2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5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620861"/>
      </p:ext>
    </p:extLst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09555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322833"/>
      </p:ext>
    </p:extLst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892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5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1251927"/>
      </p:ext>
    </p:extLst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4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892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68" indent="-257168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4177165"/>
      </p:ext>
    </p:extLst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5" y="4203860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5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892" marR="0" lvl="1" indent="0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84219184"/>
      </p:ext>
    </p:extLst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892" marR="0" lvl="1" indent="0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136130539"/>
      </p:ext>
    </p:extLst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37" marR="0" lvl="1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37" marR="0" lvl="1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17997889"/>
      </p:ext>
    </p:extLst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892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86083425"/>
      </p:ext>
    </p:extLst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9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309555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pPr defTabSz="309555"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3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5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63756289"/>
      </p:ext>
    </p:extLst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135209"/>
      </p:ext>
    </p:extLst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1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5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55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3" y="228125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09555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1673891"/>
      </p:ext>
    </p:extLst>
  </p:cSld>
  <p:clrMapOvr>
    <a:masterClrMapping/>
  </p:clrMapOvr>
  <p:transition spd="med"/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509098"/>
      </p:ext>
    </p:extLst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808899"/>
      </p:ext>
    </p:extLst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540501"/>
      </p:ext>
    </p:extLst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540252"/>
      </p:ext>
    </p:extLst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443825"/>
      </p:ext>
    </p:extLst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631963"/>
      </p:ext>
    </p:extLst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384366"/>
      </p:ext>
    </p:extLst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0DB2B2-D25E-444C-86B2-143D203378C0}"/>
              </a:ext>
            </a:extLst>
          </p:cNvPr>
          <p:cNvSpPr txBox="1"/>
          <p:nvPr userDrawn="1"/>
        </p:nvSpPr>
        <p:spPr>
          <a:xfrm>
            <a:off x="7440783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8E8141-DF10-B443-A432-4FFAD2FB8D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9474" y="4499851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700" dirty="0">
                <a:solidFill>
                  <a:schemeClr val="bg1"/>
                </a:solidFill>
                <a:ea typeface="宋体" pitchFamily="2" charset="-122"/>
              </a:rPr>
              <a:t>Contents</a:t>
            </a:r>
          </a:p>
        </p:txBody>
      </p:sp>
      <p:pic>
        <p:nvPicPr>
          <p:cNvPr id="6" name="图片 1" descr="2">
            <a:extLst>
              <a:ext uri="{FF2B5EF4-FFF2-40B4-BE49-F238E27FC236}">
                <a16:creationId xmlns:a16="http://schemas.microsoft.com/office/drawing/2014/main" id="{9F72C929-4E91-744D-ACBA-8EF3794CA7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5" y="427858"/>
            <a:ext cx="1605163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1AB625A-1AE1-6141-91AC-44B09F61F2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9" y="591673"/>
            <a:ext cx="1699576" cy="39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09622"/>
      </p:ext>
    </p:extLst>
  </p:cSld>
  <p:clrMapOvr>
    <a:masterClrMapping/>
  </p:clrMapOvr>
  <p:transition spd="med"/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406091" y="4966115"/>
            <a:ext cx="331822" cy="238527"/>
          </a:xfrm>
        </p:spPr>
        <p:txBody>
          <a:bodyPr/>
          <a:lstStyle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-</a:t>
            </a:r>
            <a:fld id="{FAEDECE0-B3E3-4E93-9B91-9F10B30F5B07}" type="slidenum">
              <a:rPr lang="en-US" altLang="zh-CN" dirty="0" smtClean="0"/>
              <a:t>‹#›</a:t>
            </a:fld>
            <a:r>
              <a:rPr lang="en-US" altLang="zh-CN" dirty="0"/>
              <a:t>-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4562317"/>
      </p:ext>
    </p:extLst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744F58F-7C42-F64A-9AEA-F33683312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8" y="613756"/>
            <a:ext cx="2107043" cy="49287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6E55B8F-CA51-604F-B5C5-9147A7F4B5F5}"/>
              </a:ext>
            </a:extLst>
          </p:cNvPr>
          <p:cNvSpPr txBox="1"/>
          <p:nvPr userDrawn="1"/>
        </p:nvSpPr>
        <p:spPr>
          <a:xfrm>
            <a:off x="7440783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0D95B7-9CE1-CF4B-837C-224BE676E5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9806617">
            <a:off x="5384758" y="-1947970"/>
            <a:ext cx="7591962" cy="717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561568"/>
      </p:ext>
    </p:extLst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70431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3" y="4956004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298342551"/>
      </p:ext>
    </p:extLst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9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3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71688301"/>
      </p:ext>
    </p:extLst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056661"/>
      </p:ext>
    </p:extLst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951536"/>
      </p:ext>
    </p:extLst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365313"/>
      </p:ext>
    </p:extLst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747945"/>
      </p:ext>
    </p:extLst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908597"/>
      </p:ext>
    </p:extLst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578077"/>
      </p:ext>
    </p:extLst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573063"/>
      </p:ext>
    </p:extLst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0DB2B2-D25E-444C-86B2-143D203378C0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8E8141-DF10-B443-A432-4FFAD2FB8D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9474" y="4499850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700" dirty="0">
                <a:solidFill>
                  <a:schemeClr val="bg1"/>
                </a:solidFill>
                <a:ea typeface="宋体" pitchFamily="2" charset="-122"/>
              </a:rPr>
              <a:t>Contents</a:t>
            </a:r>
          </a:p>
        </p:txBody>
      </p:sp>
      <p:pic>
        <p:nvPicPr>
          <p:cNvPr id="6" name="图片 1" descr="2">
            <a:extLst>
              <a:ext uri="{FF2B5EF4-FFF2-40B4-BE49-F238E27FC236}">
                <a16:creationId xmlns:a16="http://schemas.microsoft.com/office/drawing/2014/main" id="{9F72C929-4E91-744D-ACBA-8EF3794CA7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4" y="427857"/>
            <a:ext cx="1605163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1AB625A-1AE1-6141-91AC-44B09F61F2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9" y="591672"/>
            <a:ext cx="1699576" cy="39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01015"/>
      </p:ext>
    </p:extLst>
  </p:cSld>
  <p:clrMapOvr>
    <a:masterClrMapping/>
  </p:clrMapOvr>
  <p:transition spd="med"/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406090" y="4966115"/>
            <a:ext cx="331822" cy="238527"/>
          </a:xfrm>
        </p:spPr>
        <p:txBody>
          <a:bodyPr/>
          <a:lstStyle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-</a:t>
            </a:r>
            <a:fld id="{FAEDECE0-B3E3-4E93-9B91-9F10B30F5B07}" type="slidenum">
              <a:rPr lang="en-US" altLang="zh-CN" dirty="0" smtClean="0"/>
              <a:t>‹#›</a:t>
            </a:fld>
            <a:r>
              <a:rPr lang="en-US" altLang="zh-CN" dirty="0"/>
              <a:t>-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1873906"/>
      </p:ext>
    </p:extLst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744F58F-7C42-F64A-9AEA-F33683312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6E55B8F-CA51-604F-B5C5-9147A7F4B5F5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0D95B7-9CE1-CF4B-837C-224BE676E5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941069"/>
      </p:ext>
    </p:extLst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70430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56003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562472713"/>
      </p:ext>
    </p:extLst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0086219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3.xml"/><Relationship Id="rId1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6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0.xml"/><Relationship Id="rId8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3.xml"/><Relationship Id="rId11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0.xml"/><Relationship Id="rId8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4.xml"/><Relationship Id="rId1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1.xml"/><Relationship Id="rId8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4.xml"/><Relationship Id="rId11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1.xml"/><Relationship Id="rId8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4.xml"/><Relationship Id="rId11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4.xml"/><Relationship Id="rId11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5.xml"/><Relationship Id="rId12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2.xml"/><Relationship Id="rId8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16.xml"/><Relationship Id="rId12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7.xml"/><Relationship Id="rId2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2.xml"/><Relationship Id="rId7" Type="http://schemas.openxmlformats.org/officeDocument/2006/relationships/slideLayout" Target="../slideLayouts/slideLayout123.xml"/><Relationship Id="rId8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26.xml"/><Relationship Id="rId11" Type="http://schemas.openxmlformats.org/officeDocument/2006/relationships/slideLayout" Target="../slideLayouts/slideLayout127.xml"/><Relationship Id="rId12" Type="http://schemas.openxmlformats.org/officeDocument/2006/relationships/slideLayout" Target="../slideLayouts/slideLayout128.xml"/><Relationship Id="rId13" Type="http://schemas.openxmlformats.org/officeDocument/2006/relationships/slideLayout" Target="../slideLayouts/slideLayout129.xml"/><Relationship Id="rId14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0.xml"/><Relationship Id="rId2" Type="http://schemas.openxmlformats.org/officeDocument/2006/relationships/slideLayout" Target="../slideLayouts/slideLayout131.xml"/><Relationship Id="rId3" Type="http://schemas.openxmlformats.org/officeDocument/2006/relationships/slideLayout" Target="../slideLayouts/slideLayout132.xml"/><Relationship Id="rId4" Type="http://schemas.openxmlformats.org/officeDocument/2006/relationships/slideLayout" Target="../slideLayouts/slideLayout133.xml"/><Relationship Id="rId5" Type="http://schemas.openxmlformats.org/officeDocument/2006/relationships/slideLayout" Target="../slideLayouts/slideLayout134.xml"/><Relationship Id="rId6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6.xml"/><Relationship Id="rId8" Type="http://schemas.openxmlformats.org/officeDocument/2006/relationships/slideLayout" Target="../slideLayouts/slideLayout137.xml"/><Relationship Id="rId9" Type="http://schemas.openxmlformats.org/officeDocument/2006/relationships/slideLayout" Target="../slideLayouts/slideLayout138.xml"/><Relationship Id="rId10" Type="http://schemas.openxmlformats.org/officeDocument/2006/relationships/slideLayout" Target="../slideLayouts/slideLayout139.xml"/><Relationship Id="rId11" Type="http://schemas.openxmlformats.org/officeDocument/2006/relationships/slideLayout" Target="../slideLayouts/slideLayout140.xml"/><Relationship Id="rId12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1.xml"/><Relationship Id="rId2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44.xml"/><Relationship Id="rId5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47.xml"/><Relationship Id="rId8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49.xml"/><Relationship Id="rId10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1.xml"/><Relationship Id="rId12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2.xml"/><Relationship Id="rId2" Type="http://schemas.openxmlformats.org/officeDocument/2006/relationships/slideLayout" Target="../slideLayouts/slideLayout153.xml"/><Relationship Id="rId3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56.xml"/><Relationship Id="rId6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58.xml"/><Relationship Id="rId8" Type="http://schemas.openxmlformats.org/officeDocument/2006/relationships/slideLayout" Target="../slideLayouts/slideLayout159.xml"/><Relationship Id="rId9" Type="http://schemas.openxmlformats.org/officeDocument/2006/relationships/slideLayout" Target="../slideLayouts/slideLayout160.xml"/><Relationship Id="rId10" Type="http://schemas.openxmlformats.org/officeDocument/2006/relationships/slideLayout" Target="../slideLayouts/slideLayout161.xml"/><Relationship Id="rId11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2.xml"/><Relationship Id="rId2" Type="http://schemas.openxmlformats.org/officeDocument/2006/relationships/slideLayout" Target="../slideLayouts/slideLayout163.xml"/><Relationship Id="rId3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67.xml"/><Relationship Id="rId7" Type="http://schemas.openxmlformats.org/officeDocument/2006/relationships/slideLayout" Target="../slideLayouts/slideLayout168.xml"/><Relationship Id="rId8" Type="http://schemas.openxmlformats.org/officeDocument/2006/relationships/slideLayout" Target="../slideLayouts/slideLayout169.xml"/><Relationship Id="rId9" Type="http://schemas.openxmlformats.org/officeDocument/2006/relationships/slideLayout" Target="../slideLayouts/slideLayout170.xml"/><Relationship Id="rId10" Type="http://schemas.openxmlformats.org/officeDocument/2006/relationships/slideLayout" Target="../slideLayouts/slideLayout171.xml"/><Relationship Id="rId11" Type="http://schemas.openxmlformats.org/officeDocument/2006/relationships/slideLayout" Target="../slideLayouts/slideLayout172.xml"/><Relationship Id="rId12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3.xml"/><Relationship Id="rId2" Type="http://schemas.openxmlformats.org/officeDocument/2006/relationships/slideLayout" Target="../slideLayouts/slideLayout174.xml"/><Relationship Id="rId3" Type="http://schemas.openxmlformats.org/officeDocument/2006/relationships/slideLayout" Target="../slideLayouts/slideLayout175.xml"/><Relationship Id="rId4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7.xml"/><Relationship Id="rId6" Type="http://schemas.openxmlformats.org/officeDocument/2006/relationships/slideLayout" Target="../slideLayouts/slideLayout178.xml"/><Relationship Id="rId7" Type="http://schemas.openxmlformats.org/officeDocument/2006/relationships/slideLayout" Target="../slideLayouts/slideLayout179.xml"/><Relationship Id="rId8" Type="http://schemas.openxmlformats.org/officeDocument/2006/relationships/slideLayout" Target="../slideLayouts/slideLayout180.xml"/><Relationship Id="rId9" Type="http://schemas.openxmlformats.org/officeDocument/2006/relationships/slideLayout" Target="../slideLayouts/slideLayout181.xml"/><Relationship Id="rId10" Type="http://schemas.openxmlformats.org/officeDocument/2006/relationships/slideLayout" Target="../slideLayouts/slideLayout182.xml"/><Relationship Id="rId11" Type="http://schemas.openxmlformats.org/officeDocument/2006/relationships/slideLayout" Target="../slideLayouts/slideLayout183.xml"/><Relationship Id="rId12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4.xml"/><Relationship Id="rId2" Type="http://schemas.openxmlformats.org/officeDocument/2006/relationships/slideLayout" Target="../slideLayouts/slideLayout185.xml"/><Relationship Id="rId3" Type="http://schemas.openxmlformats.org/officeDocument/2006/relationships/slideLayout" Target="../slideLayouts/slideLayout186.xml"/><Relationship Id="rId4" Type="http://schemas.openxmlformats.org/officeDocument/2006/relationships/slideLayout" Target="../slideLayouts/slideLayout187.xml"/><Relationship Id="rId5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89.xml"/><Relationship Id="rId7" Type="http://schemas.openxmlformats.org/officeDocument/2006/relationships/slideLayout" Target="../slideLayouts/slideLayout190.xml"/><Relationship Id="rId8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2.xml"/><Relationship Id="rId10" Type="http://schemas.openxmlformats.org/officeDocument/2006/relationships/slideLayout" Target="../slideLayouts/slideLayout193.xml"/><Relationship Id="rId11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4.xml"/><Relationship Id="rId2" Type="http://schemas.openxmlformats.org/officeDocument/2006/relationships/slideLayout" Target="../slideLayouts/slideLayout195.xml"/><Relationship Id="rId3" Type="http://schemas.openxmlformats.org/officeDocument/2006/relationships/slideLayout" Target="../slideLayouts/slideLayout196.xml"/><Relationship Id="rId4" Type="http://schemas.openxmlformats.org/officeDocument/2006/relationships/slideLayout" Target="../slideLayouts/slideLayout197.xml"/><Relationship Id="rId5" Type="http://schemas.openxmlformats.org/officeDocument/2006/relationships/slideLayout" Target="../slideLayouts/slideLayout198.xml"/><Relationship Id="rId6" Type="http://schemas.openxmlformats.org/officeDocument/2006/relationships/slideLayout" Target="../slideLayouts/slideLayout199.xml"/><Relationship Id="rId7" Type="http://schemas.openxmlformats.org/officeDocument/2006/relationships/slideLayout" Target="../slideLayouts/slideLayout200.xml"/><Relationship Id="rId8" Type="http://schemas.openxmlformats.org/officeDocument/2006/relationships/slideLayout" Target="../slideLayouts/slideLayout201.xml"/><Relationship Id="rId9" Type="http://schemas.openxmlformats.org/officeDocument/2006/relationships/slideLayout" Target="../slideLayouts/slideLayout202.xml"/><Relationship Id="rId10" Type="http://schemas.openxmlformats.org/officeDocument/2006/relationships/slideLayout" Target="../slideLayouts/slideLayout203.xml"/><Relationship Id="rId11" Type="http://schemas.openxmlformats.org/officeDocument/2006/relationships/slideLayout" Target="../slideLayouts/slideLayout204.xml"/><Relationship Id="rId12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5.xml"/><Relationship Id="rId2" Type="http://schemas.openxmlformats.org/officeDocument/2006/relationships/slideLayout" Target="../slideLayouts/slideLayout206.xml"/><Relationship Id="rId3" Type="http://schemas.openxmlformats.org/officeDocument/2006/relationships/slideLayout" Target="../slideLayouts/slideLayout207.xml"/><Relationship Id="rId4" Type="http://schemas.openxmlformats.org/officeDocument/2006/relationships/slideLayout" Target="../slideLayouts/slideLayout208.xml"/><Relationship Id="rId5" Type="http://schemas.openxmlformats.org/officeDocument/2006/relationships/slideLayout" Target="../slideLayouts/slideLayout209.xml"/><Relationship Id="rId6" Type="http://schemas.openxmlformats.org/officeDocument/2006/relationships/slideLayout" Target="../slideLayouts/slideLayout210.xml"/><Relationship Id="rId7" Type="http://schemas.openxmlformats.org/officeDocument/2006/relationships/slideLayout" Target="../slideLayouts/slideLayout211.xml"/><Relationship Id="rId8" Type="http://schemas.openxmlformats.org/officeDocument/2006/relationships/slideLayout" Target="../slideLayouts/slideLayout212.xml"/><Relationship Id="rId9" Type="http://schemas.openxmlformats.org/officeDocument/2006/relationships/slideLayout" Target="../slideLayouts/slideLayout213.xml"/><Relationship Id="rId10" Type="http://schemas.openxmlformats.org/officeDocument/2006/relationships/slideLayout" Target="../slideLayouts/slideLayout214.xml"/><Relationship Id="rId11" Type="http://schemas.openxmlformats.org/officeDocument/2006/relationships/slideLayout" Target="../slideLayouts/slideLayout215.xml"/><Relationship Id="rId12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6.xml"/><Relationship Id="rId2" Type="http://schemas.openxmlformats.org/officeDocument/2006/relationships/slideLayout" Target="../slideLayouts/slideLayout217.xml"/><Relationship Id="rId3" Type="http://schemas.openxmlformats.org/officeDocument/2006/relationships/slideLayout" Target="../slideLayouts/slideLayout218.xml"/><Relationship Id="rId4" Type="http://schemas.openxmlformats.org/officeDocument/2006/relationships/slideLayout" Target="../slideLayouts/slideLayout219.xml"/><Relationship Id="rId5" Type="http://schemas.openxmlformats.org/officeDocument/2006/relationships/slideLayout" Target="../slideLayouts/slideLayout220.xml"/><Relationship Id="rId6" Type="http://schemas.openxmlformats.org/officeDocument/2006/relationships/slideLayout" Target="../slideLayouts/slideLayout221.xml"/><Relationship Id="rId7" Type="http://schemas.openxmlformats.org/officeDocument/2006/relationships/slideLayout" Target="../slideLayouts/slideLayout222.xml"/><Relationship Id="rId8" Type="http://schemas.openxmlformats.org/officeDocument/2006/relationships/slideLayout" Target="../slideLayouts/slideLayout223.xml"/><Relationship Id="rId9" Type="http://schemas.openxmlformats.org/officeDocument/2006/relationships/slideLayout" Target="../slideLayouts/slideLayout224.xml"/><Relationship Id="rId10" Type="http://schemas.openxmlformats.org/officeDocument/2006/relationships/slideLayout" Target="../slideLayouts/slideLayout225.xml"/><Relationship Id="rId11" Type="http://schemas.openxmlformats.org/officeDocument/2006/relationships/slideLayout" Target="../slideLayouts/slideLayout226.xml"/><Relationship Id="rId12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7.xml"/><Relationship Id="rId2" Type="http://schemas.openxmlformats.org/officeDocument/2006/relationships/slideLayout" Target="../slideLayouts/slideLayout228.xml"/><Relationship Id="rId3" Type="http://schemas.openxmlformats.org/officeDocument/2006/relationships/slideLayout" Target="../slideLayouts/slideLayout229.xml"/><Relationship Id="rId4" Type="http://schemas.openxmlformats.org/officeDocument/2006/relationships/slideLayout" Target="../slideLayouts/slideLayout230.xml"/><Relationship Id="rId5" Type="http://schemas.openxmlformats.org/officeDocument/2006/relationships/slideLayout" Target="../slideLayouts/slideLayout231.xml"/><Relationship Id="rId6" Type="http://schemas.openxmlformats.org/officeDocument/2006/relationships/slideLayout" Target="../slideLayouts/slideLayout232.xml"/><Relationship Id="rId7" Type="http://schemas.openxmlformats.org/officeDocument/2006/relationships/slideLayout" Target="../slideLayouts/slideLayout233.xml"/><Relationship Id="rId8" Type="http://schemas.openxmlformats.org/officeDocument/2006/relationships/slideLayout" Target="../slideLayouts/slideLayout234.xml"/><Relationship Id="rId9" Type="http://schemas.openxmlformats.org/officeDocument/2006/relationships/slideLayout" Target="../slideLayouts/slideLayout235.xml"/><Relationship Id="rId10" Type="http://schemas.openxmlformats.org/officeDocument/2006/relationships/slideLayout" Target="../slideLayouts/slideLayout236.xml"/><Relationship Id="rId11" Type="http://schemas.openxmlformats.org/officeDocument/2006/relationships/slideLayout" Target="../slideLayouts/slideLayout237.xml"/><Relationship Id="rId12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8.xml"/><Relationship Id="rId2" Type="http://schemas.openxmlformats.org/officeDocument/2006/relationships/slideLayout" Target="../slideLayouts/slideLayout239.xml"/><Relationship Id="rId3" Type="http://schemas.openxmlformats.org/officeDocument/2006/relationships/slideLayout" Target="../slideLayouts/slideLayout240.xml"/><Relationship Id="rId4" Type="http://schemas.openxmlformats.org/officeDocument/2006/relationships/slideLayout" Target="../slideLayouts/slideLayout241.xml"/><Relationship Id="rId5" Type="http://schemas.openxmlformats.org/officeDocument/2006/relationships/slideLayout" Target="../slideLayouts/slideLayout242.xml"/><Relationship Id="rId6" Type="http://schemas.openxmlformats.org/officeDocument/2006/relationships/slideLayout" Target="../slideLayouts/slideLayout243.xml"/><Relationship Id="rId7" Type="http://schemas.openxmlformats.org/officeDocument/2006/relationships/slideLayout" Target="../slideLayouts/slideLayout244.xml"/><Relationship Id="rId8" Type="http://schemas.openxmlformats.org/officeDocument/2006/relationships/slideLayout" Target="../slideLayouts/slideLayout245.xml"/><Relationship Id="rId9" Type="http://schemas.openxmlformats.org/officeDocument/2006/relationships/slideLayout" Target="../slideLayouts/slideLayout246.xml"/><Relationship Id="rId10" Type="http://schemas.openxmlformats.org/officeDocument/2006/relationships/slideLayout" Target="../slideLayouts/slideLayout247.xml"/><Relationship Id="rId11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8.xml"/><Relationship Id="rId2" Type="http://schemas.openxmlformats.org/officeDocument/2006/relationships/slideLayout" Target="../slideLayouts/slideLayout249.xml"/><Relationship Id="rId3" Type="http://schemas.openxmlformats.org/officeDocument/2006/relationships/slideLayout" Target="../slideLayouts/slideLayout250.xml"/><Relationship Id="rId4" Type="http://schemas.openxmlformats.org/officeDocument/2006/relationships/slideLayout" Target="../slideLayouts/slideLayout251.xml"/><Relationship Id="rId5" Type="http://schemas.openxmlformats.org/officeDocument/2006/relationships/slideLayout" Target="../slideLayouts/slideLayout252.xml"/><Relationship Id="rId6" Type="http://schemas.openxmlformats.org/officeDocument/2006/relationships/slideLayout" Target="../slideLayouts/slideLayout253.xml"/><Relationship Id="rId7" Type="http://schemas.openxmlformats.org/officeDocument/2006/relationships/slideLayout" Target="../slideLayouts/slideLayout254.xml"/><Relationship Id="rId8" Type="http://schemas.openxmlformats.org/officeDocument/2006/relationships/slideLayout" Target="../slideLayouts/slideLayout255.xml"/><Relationship Id="rId9" Type="http://schemas.openxmlformats.org/officeDocument/2006/relationships/slideLayout" Target="../slideLayouts/slideLayout256.xml"/><Relationship Id="rId10" Type="http://schemas.openxmlformats.org/officeDocument/2006/relationships/slideLayout" Target="../slideLayouts/slideLayout257.xml"/><Relationship Id="rId11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8.xml"/><Relationship Id="rId2" Type="http://schemas.openxmlformats.org/officeDocument/2006/relationships/slideLayout" Target="../slideLayouts/slideLayout259.xml"/><Relationship Id="rId3" Type="http://schemas.openxmlformats.org/officeDocument/2006/relationships/slideLayout" Target="../slideLayouts/slideLayout260.xml"/><Relationship Id="rId4" Type="http://schemas.openxmlformats.org/officeDocument/2006/relationships/slideLayout" Target="../slideLayouts/slideLayout261.xml"/><Relationship Id="rId5" Type="http://schemas.openxmlformats.org/officeDocument/2006/relationships/slideLayout" Target="../slideLayouts/slideLayout262.xml"/><Relationship Id="rId6" Type="http://schemas.openxmlformats.org/officeDocument/2006/relationships/slideLayout" Target="../slideLayouts/slideLayout263.xml"/><Relationship Id="rId7" Type="http://schemas.openxmlformats.org/officeDocument/2006/relationships/slideLayout" Target="../slideLayouts/slideLayout264.xml"/><Relationship Id="rId8" Type="http://schemas.openxmlformats.org/officeDocument/2006/relationships/slideLayout" Target="../slideLayouts/slideLayout265.xml"/><Relationship Id="rId9" Type="http://schemas.openxmlformats.org/officeDocument/2006/relationships/slideLayout" Target="../slideLayouts/slideLayout266.xml"/><Relationship Id="rId10" Type="http://schemas.openxmlformats.org/officeDocument/2006/relationships/slideLayout" Target="../slideLayouts/slideLayout267.xml"/><Relationship Id="rId11" Type="http://schemas.openxmlformats.org/officeDocument/2006/relationships/slideLayout" Target="../slideLayouts/slideLayout268.xml"/><Relationship Id="rId12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9.xml"/><Relationship Id="rId2" Type="http://schemas.openxmlformats.org/officeDocument/2006/relationships/slideLayout" Target="../slideLayouts/slideLayout270.xml"/><Relationship Id="rId3" Type="http://schemas.openxmlformats.org/officeDocument/2006/relationships/slideLayout" Target="../slideLayouts/slideLayout271.xml"/><Relationship Id="rId4" Type="http://schemas.openxmlformats.org/officeDocument/2006/relationships/slideLayout" Target="../slideLayouts/slideLayout272.xml"/><Relationship Id="rId5" Type="http://schemas.openxmlformats.org/officeDocument/2006/relationships/slideLayout" Target="../slideLayouts/slideLayout273.xml"/><Relationship Id="rId6" Type="http://schemas.openxmlformats.org/officeDocument/2006/relationships/slideLayout" Target="../slideLayouts/slideLayout274.xml"/><Relationship Id="rId7" Type="http://schemas.openxmlformats.org/officeDocument/2006/relationships/slideLayout" Target="../slideLayouts/slideLayout275.xml"/><Relationship Id="rId8" Type="http://schemas.openxmlformats.org/officeDocument/2006/relationships/slideLayout" Target="../slideLayouts/slideLayout276.xml"/><Relationship Id="rId9" Type="http://schemas.openxmlformats.org/officeDocument/2006/relationships/slideLayout" Target="../slideLayouts/slideLayout277.xml"/><Relationship Id="rId10" Type="http://schemas.openxmlformats.org/officeDocument/2006/relationships/slideLayout" Target="../slideLayouts/slideLayout278.xml"/><Relationship Id="rId11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9.xml"/><Relationship Id="rId2" Type="http://schemas.openxmlformats.org/officeDocument/2006/relationships/slideLayout" Target="../slideLayouts/slideLayout280.xml"/><Relationship Id="rId3" Type="http://schemas.openxmlformats.org/officeDocument/2006/relationships/slideLayout" Target="../slideLayouts/slideLayout281.xml"/><Relationship Id="rId4" Type="http://schemas.openxmlformats.org/officeDocument/2006/relationships/slideLayout" Target="../slideLayouts/slideLayout282.xml"/><Relationship Id="rId5" Type="http://schemas.openxmlformats.org/officeDocument/2006/relationships/slideLayout" Target="../slideLayouts/slideLayout283.xml"/><Relationship Id="rId6" Type="http://schemas.openxmlformats.org/officeDocument/2006/relationships/slideLayout" Target="../slideLayouts/slideLayout284.xml"/><Relationship Id="rId7" Type="http://schemas.openxmlformats.org/officeDocument/2006/relationships/slideLayout" Target="../slideLayouts/slideLayout285.xml"/><Relationship Id="rId8" Type="http://schemas.openxmlformats.org/officeDocument/2006/relationships/slideLayout" Target="../slideLayouts/slideLayout286.xml"/><Relationship Id="rId9" Type="http://schemas.openxmlformats.org/officeDocument/2006/relationships/slideLayout" Target="../slideLayouts/slideLayout287.xml"/><Relationship Id="rId10" Type="http://schemas.openxmlformats.org/officeDocument/2006/relationships/slideLayout" Target="../slideLayouts/slideLayout288.xml"/><Relationship Id="rId11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9.xml"/><Relationship Id="rId2" Type="http://schemas.openxmlformats.org/officeDocument/2006/relationships/slideLayout" Target="../slideLayouts/slideLayout290.xml"/><Relationship Id="rId3" Type="http://schemas.openxmlformats.org/officeDocument/2006/relationships/slideLayout" Target="../slideLayouts/slideLayout291.xml"/><Relationship Id="rId4" Type="http://schemas.openxmlformats.org/officeDocument/2006/relationships/slideLayout" Target="../slideLayouts/slideLayout292.xml"/><Relationship Id="rId5" Type="http://schemas.openxmlformats.org/officeDocument/2006/relationships/slideLayout" Target="../slideLayouts/slideLayout293.xml"/><Relationship Id="rId6" Type="http://schemas.openxmlformats.org/officeDocument/2006/relationships/slideLayout" Target="../slideLayouts/slideLayout294.xml"/><Relationship Id="rId7" Type="http://schemas.openxmlformats.org/officeDocument/2006/relationships/slideLayout" Target="../slideLayouts/slideLayout295.xml"/><Relationship Id="rId8" Type="http://schemas.openxmlformats.org/officeDocument/2006/relationships/slideLayout" Target="../slideLayouts/slideLayout296.xml"/><Relationship Id="rId9" Type="http://schemas.openxmlformats.org/officeDocument/2006/relationships/slideLayout" Target="../slideLayouts/slideLayout297.xml"/><Relationship Id="rId10" Type="http://schemas.openxmlformats.org/officeDocument/2006/relationships/slideLayout" Target="../slideLayouts/slideLayout298.xml"/><Relationship Id="rId11" Type="http://schemas.openxmlformats.org/officeDocument/2006/relationships/slideLayout" Target="../slideLayouts/slideLayout299.xml"/><Relationship Id="rId12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0.xml"/><Relationship Id="rId2" Type="http://schemas.openxmlformats.org/officeDocument/2006/relationships/slideLayout" Target="../slideLayouts/slideLayout301.xml"/><Relationship Id="rId3" Type="http://schemas.openxmlformats.org/officeDocument/2006/relationships/slideLayout" Target="../slideLayouts/slideLayout302.xml"/><Relationship Id="rId4" Type="http://schemas.openxmlformats.org/officeDocument/2006/relationships/slideLayout" Target="../slideLayouts/slideLayout303.xml"/><Relationship Id="rId5" Type="http://schemas.openxmlformats.org/officeDocument/2006/relationships/slideLayout" Target="../slideLayouts/slideLayout304.xml"/><Relationship Id="rId6" Type="http://schemas.openxmlformats.org/officeDocument/2006/relationships/slideLayout" Target="../slideLayouts/slideLayout305.xml"/><Relationship Id="rId7" Type="http://schemas.openxmlformats.org/officeDocument/2006/relationships/slideLayout" Target="../slideLayouts/slideLayout306.xml"/><Relationship Id="rId8" Type="http://schemas.openxmlformats.org/officeDocument/2006/relationships/slideLayout" Target="../slideLayouts/slideLayout307.xml"/><Relationship Id="rId9" Type="http://schemas.openxmlformats.org/officeDocument/2006/relationships/slideLayout" Target="../slideLayouts/slideLayout308.xml"/><Relationship Id="rId10" Type="http://schemas.openxmlformats.org/officeDocument/2006/relationships/slideLayout" Target="../slideLayouts/slideLayout309.xml"/><Relationship Id="rId11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0.xml"/><Relationship Id="rId2" Type="http://schemas.openxmlformats.org/officeDocument/2006/relationships/slideLayout" Target="../slideLayouts/slideLayout311.xml"/><Relationship Id="rId3" Type="http://schemas.openxmlformats.org/officeDocument/2006/relationships/slideLayout" Target="../slideLayouts/slideLayout312.xml"/><Relationship Id="rId4" Type="http://schemas.openxmlformats.org/officeDocument/2006/relationships/slideLayout" Target="../slideLayouts/slideLayout313.xml"/><Relationship Id="rId5" Type="http://schemas.openxmlformats.org/officeDocument/2006/relationships/slideLayout" Target="../slideLayouts/slideLayout314.xml"/><Relationship Id="rId6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5.xml"/><Relationship Id="rId2" Type="http://schemas.openxmlformats.org/officeDocument/2006/relationships/slideLayout" Target="../slideLayouts/slideLayout316.xml"/><Relationship Id="rId3" Type="http://schemas.openxmlformats.org/officeDocument/2006/relationships/slideLayout" Target="../slideLayouts/slideLayout317.xml"/><Relationship Id="rId4" Type="http://schemas.openxmlformats.org/officeDocument/2006/relationships/slideLayout" Target="../slideLayouts/slideLayout318.xml"/><Relationship Id="rId5" Type="http://schemas.openxmlformats.org/officeDocument/2006/relationships/slideLayout" Target="../slideLayouts/slideLayout319.xml"/><Relationship Id="rId6" Type="http://schemas.openxmlformats.org/officeDocument/2006/relationships/slideLayout" Target="../slideLayouts/slideLayout320.xml"/><Relationship Id="rId7" Type="http://schemas.openxmlformats.org/officeDocument/2006/relationships/slideLayout" Target="../slideLayouts/slideLayout321.xml"/><Relationship Id="rId8" Type="http://schemas.openxmlformats.org/officeDocument/2006/relationships/slideLayout" Target="../slideLayouts/slideLayout322.xml"/><Relationship Id="rId9" Type="http://schemas.openxmlformats.org/officeDocument/2006/relationships/slideLayout" Target="../slideLayouts/slideLayout323.xml"/><Relationship Id="rId10" Type="http://schemas.openxmlformats.org/officeDocument/2006/relationships/slideLayout" Target="../slideLayouts/slideLayout324.xml"/><Relationship Id="rId11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5.xml"/><Relationship Id="rId2" Type="http://schemas.openxmlformats.org/officeDocument/2006/relationships/slideLayout" Target="../slideLayouts/slideLayout336.xml"/><Relationship Id="rId3" Type="http://schemas.openxmlformats.org/officeDocument/2006/relationships/slideLayout" Target="../slideLayouts/slideLayout337.xml"/><Relationship Id="rId4" Type="http://schemas.openxmlformats.org/officeDocument/2006/relationships/slideLayout" Target="../slideLayouts/slideLayout338.xml"/><Relationship Id="rId5" Type="http://schemas.openxmlformats.org/officeDocument/2006/relationships/slideLayout" Target="../slideLayouts/slideLayout339.xml"/><Relationship Id="rId6" Type="http://schemas.openxmlformats.org/officeDocument/2006/relationships/slideLayout" Target="../slideLayouts/slideLayout340.xml"/><Relationship Id="rId7" Type="http://schemas.openxmlformats.org/officeDocument/2006/relationships/slideLayout" Target="../slideLayouts/slideLayout341.xml"/><Relationship Id="rId8" Type="http://schemas.openxmlformats.org/officeDocument/2006/relationships/slideLayout" Target="../slideLayouts/slideLayout342.xml"/><Relationship Id="rId9" Type="http://schemas.openxmlformats.org/officeDocument/2006/relationships/slideLayout" Target="../slideLayouts/slideLayout343.xml"/><Relationship Id="rId10" Type="http://schemas.openxmlformats.org/officeDocument/2006/relationships/slideLayout" Target="../slideLayouts/slideLayout344.xml"/><Relationship Id="rId11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slideLayout" Target="../slideLayouts/slideLayout346.xml"/><Relationship Id="rId3" Type="http://schemas.openxmlformats.org/officeDocument/2006/relationships/slideLayout" Target="../slideLayouts/slideLayout347.xml"/><Relationship Id="rId4" Type="http://schemas.openxmlformats.org/officeDocument/2006/relationships/slideLayout" Target="../slideLayouts/slideLayout348.xml"/><Relationship Id="rId5" Type="http://schemas.openxmlformats.org/officeDocument/2006/relationships/slideLayout" Target="../slideLayouts/slideLayout349.xml"/><Relationship Id="rId6" Type="http://schemas.openxmlformats.org/officeDocument/2006/relationships/slideLayout" Target="../slideLayouts/slideLayout350.xml"/><Relationship Id="rId7" Type="http://schemas.openxmlformats.org/officeDocument/2006/relationships/slideLayout" Target="../slideLayouts/slideLayout351.xml"/><Relationship Id="rId8" Type="http://schemas.openxmlformats.org/officeDocument/2006/relationships/slideLayout" Target="../slideLayouts/slideLayout352.xml"/><Relationship Id="rId9" Type="http://schemas.openxmlformats.org/officeDocument/2006/relationships/slideLayout" Target="../slideLayouts/slideLayout353.xml"/><Relationship Id="rId10" Type="http://schemas.openxmlformats.org/officeDocument/2006/relationships/slideLayout" Target="../slideLayouts/slideLayout354.xml"/><Relationship Id="rId11" Type="http://schemas.openxmlformats.org/officeDocument/2006/relationships/slideLayout" Target="../slideLayouts/slideLayout355.xml"/><Relationship Id="rId1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6.xml"/><Relationship Id="rId2" Type="http://schemas.openxmlformats.org/officeDocument/2006/relationships/slideLayout" Target="../slideLayouts/slideLayout357.xml"/><Relationship Id="rId3" Type="http://schemas.openxmlformats.org/officeDocument/2006/relationships/slideLayout" Target="../slideLayouts/slideLayout358.xml"/><Relationship Id="rId4" Type="http://schemas.openxmlformats.org/officeDocument/2006/relationships/slideLayout" Target="../slideLayouts/slideLayout359.xml"/><Relationship Id="rId5" Type="http://schemas.openxmlformats.org/officeDocument/2006/relationships/slideLayout" Target="../slideLayouts/slideLayout360.xml"/><Relationship Id="rId6" Type="http://schemas.openxmlformats.org/officeDocument/2006/relationships/slideLayout" Target="../slideLayouts/slideLayout361.xml"/><Relationship Id="rId7" Type="http://schemas.openxmlformats.org/officeDocument/2006/relationships/slideLayout" Target="../slideLayouts/slideLayout362.xml"/><Relationship Id="rId8" Type="http://schemas.openxmlformats.org/officeDocument/2006/relationships/slideLayout" Target="../slideLayouts/slideLayout363.xml"/><Relationship Id="rId9" Type="http://schemas.openxmlformats.org/officeDocument/2006/relationships/slideLayout" Target="../slideLayouts/slideLayout364.xml"/><Relationship Id="rId10" Type="http://schemas.openxmlformats.org/officeDocument/2006/relationships/slideLayout" Target="../slideLayouts/slideLayout365.xml"/><Relationship Id="rId11" Type="http://schemas.openxmlformats.org/officeDocument/2006/relationships/slideLayout" Target="../slideLayouts/slideLayout366.xml"/><Relationship Id="rId1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slideLayout" Target="../slideLayouts/slideLayout368.xml"/><Relationship Id="rId3" Type="http://schemas.openxmlformats.org/officeDocument/2006/relationships/slideLayout" Target="../slideLayouts/slideLayout369.xml"/><Relationship Id="rId4" Type="http://schemas.openxmlformats.org/officeDocument/2006/relationships/slideLayout" Target="../slideLayouts/slideLayout370.xml"/><Relationship Id="rId5" Type="http://schemas.openxmlformats.org/officeDocument/2006/relationships/slideLayout" Target="../slideLayouts/slideLayout371.xml"/><Relationship Id="rId6" Type="http://schemas.openxmlformats.org/officeDocument/2006/relationships/slideLayout" Target="../slideLayouts/slideLayout372.xml"/><Relationship Id="rId7" Type="http://schemas.openxmlformats.org/officeDocument/2006/relationships/slideLayout" Target="../slideLayouts/slideLayout373.xml"/><Relationship Id="rId8" Type="http://schemas.openxmlformats.org/officeDocument/2006/relationships/slideLayout" Target="../slideLayouts/slideLayout374.xml"/><Relationship Id="rId9" Type="http://schemas.openxmlformats.org/officeDocument/2006/relationships/slideLayout" Target="../slideLayouts/slideLayout375.xml"/><Relationship Id="rId10" Type="http://schemas.openxmlformats.org/officeDocument/2006/relationships/slideLayout" Target="../slideLayouts/slideLayout376.xml"/><Relationship Id="rId11" Type="http://schemas.openxmlformats.org/officeDocument/2006/relationships/slideLayout" Target="../slideLayouts/slideLayout377.xml"/><Relationship Id="rId12" Type="http://schemas.openxmlformats.org/officeDocument/2006/relationships/slideLayout" Target="../slideLayouts/slideLayout378.xml"/><Relationship Id="rId13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9.xml"/><Relationship Id="rId2" Type="http://schemas.openxmlformats.org/officeDocument/2006/relationships/slideLayout" Target="../slideLayouts/slideLayout380.xml"/><Relationship Id="rId3" Type="http://schemas.openxmlformats.org/officeDocument/2006/relationships/slideLayout" Target="../slideLayouts/slideLayout381.xml"/><Relationship Id="rId4" Type="http://schemas.openxmlformats.org/officeDocument/2006/relationships/slideLayout" Target="../slideLayouts/slideLayout382.xml"/><Relationship Id="rId5" Type="http://schemas.openxmlformats.org/officeDocument/2006/relationships/slideLayout" Target="../slideLayouts/slideLayout383.xml"/><Relationship Id="rId6" Type="http://schemas.openxmlformats.org/officeDocument/2006/relationships/slideLayout" Target="../slideLayouts/slideLayout384.xml"/><Relationship Id="rId7" Type="http://schemas.openxmlformats.org/officeDocument/2006/relationships/slideLayout" Target="../slideLayouts/slideLayout385.xml"/><Relationship Id="rId8" Type="http://schemas.openxmlformats.org/officeDocument/2006/relationships/slideLayout" Target="../slideLayouts/slideLayout386.xml"/><Relationship Id="rId9" Type="http://schemas.openxmlformats.org/officeDocument/2006/relationships/slideLayout" Target="../slideLayouts/slideLayout387.xml"/><Relationship Id="rId10" Type="http://schemas.openxmlformats.org/officeDocument/2006/relationships/slideLayout" Target="../slideLayouts/slideLayout388.xml"/><Relationship Id="rId11" Type="http://schemas.openxmlformats.org/officeDocument/2006/relationships/slideLayout" Target="../slideLayouts/slideLayout389.xml"/><Relationship Id="rId12" Type="http://schemas.openxmlformats.org/officeDocument/2006/relationships/slideLayout" Target="../slideLayouts/slideLayout390.xml"/><Relationship Id="rId13" Type="http://schemas.openxmlformats.org/officeDocument/2006/relationships/theme" Target="../theme/theme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4803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8455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8266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7161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603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6" y="4762501"/>
            <a:ext cx="2025254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prstClr val="black">
                    <a:tint val="75000"/>
                  </a:prstClr>
                </a:solidFill>
                <a:latin typeface="+mn-ea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1"/>
            <a:ext cx="2969419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dirty="0">
                <a:solidFill>
                  <a:prstClr val="black">
                    <a:tint val="75000"/>
                  </a:prstClr>
                </a:solidFill>
                <a:latin typeface="+mn-ea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1"/>
            <a:ext cx="2025254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smtClean="0">
                <a:solidFill>
                  <a:prstClr val="black">
                    <a:tint val="75000"/>
                  </a:prstClr>
                </a:solidFill>
                <a:latin typeface="+mn-ea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738E00A-368F-495D-AE77-4E590178A0FB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036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hf hdr="0" ftr="0" dt="0"/>
  <p:txStyles>
    <p:titleStyle>
      <a:lvl1pPr algn="l" defTabSz="685800" rtl="0" fontAlgn="base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7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0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5C7984-969D-4E94-AF4F-3C17FCDA2C9C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6593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6" y="4762501"/>
            <a:ext cx="2025254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1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1"/>
            <a:ext cx="2025254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C65C7984-969D-4E94-AF4F-3C17FCDA2C9C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0525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7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0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5C7984-969D-4E94-AF4F-3C17FCDA2C9C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082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6" y="4762501"/>
            <a:ext cx="2025254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prstClr val="black">
                    <a:tint val="75000"/>
                  </a:prstClr>
                </a:solidFill>
                <a:latin typeface="+mn-ea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1"/>
            <a:ext cx="2969419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dirty="0">
                <a:solidFill>
                  <a:prstClr val="black">
                    <a:tint val="75000"/>
                  </a:prstClr>
                </a:solidFill>
                <a:latin typeface="+mn-ea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1"/>
            <a:ext cx="2025254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smtClean="0">
                <a:solidFill>
                  <a:prstClr val="black">
                    <a:tint val="75000"/>
                  </a:prstClr>
                </a:solidFill>
                <a:latin typeface="+mn-ea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738E00A-368F-495D-AE77-4E590178A0FB}" type="slidenum">
              <a:rPr lang="zh-CN" altLang="en-US" smtClean="0"/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7396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</p:sldLayoutIdLst>
  <p:hf hdr="0" ftr="0" dt="0"/>
  <p:txStyles>
    <p:titleStyle>
      <a:lvl1pPr algn="l" defTabSz="685800" rtl="0" fontAlgn="base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703020204020201" pitchFamily="34" charset="-122"/>
                <a:cs typeface="+mn-cs"/>
                <a:sym typeface="Arial" panose="020B0604020202020204" pitchFamily="34" charset="0"/>
              </a:rPr>
              <a:pPr marL="0" marR="0" lvl="0" indent="0" algn="r" defTabSz="30988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703020204020201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5156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pPr eaLnBrk="1" hangingPunct="1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5332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6" r:id="rId1"/>
    <p:sldLayoutId id="2147484027" r:id="rId2"/>
    <p:sldLayoutId id="2147484028" r:id="rId3"/>
    <p:sldLayoutId id="2147484029" r:id="rId4"/>
    <p:sldLayoutId id="2147484030" r:id="rId5"/>
    <p:sldLayoutId id="2147484031" r:id="rId6"/>
    <p:sldLayoutId id="2147484032" r:id="rId7"/>
    <p:sldLayoutId id="2147484033" r:id="rId8"/>
    <p:sldLayoutId id="2147484034" r:id="rId9"/>
    <p:sldLayoutId id="2147484035" r:id="rId10"/>
    <p:sldLayoutId id="2147484037" r:id="rId11"/>
    <p:sldLayoutId id="2147484038" r:id="rId12"/>
    <p:sldLayoutId id="2147484039" r:id="rId13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1780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1146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  <p:sldLayoutId id="2147484097" r:id="rId2"/>
    <p:sldLayoutId id="2147484098" r:id="rId3"/>
    <p:sldLayoutId id="2147484099" r:id="rId4"/>
    <p:sldLayoutId id="2147484100" r:id="rId5"/>
    <p:sldLayoutId id="2147484101" r:id="rId6"/>
    <p:sldLayoutId id="2147484102" r:id="rId7"/>
    <p:sldLayoutId id="2147484103" r:id="rId8"/>
    <p:sldLayoutId id="2147484104" r:id="rId9"/>
    <p:sldLayoutId id="2147484105" r:id="rId10"/>
    <p:sldLayoutId id="2147484106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8218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8" r:id="rId1"/>
    <p:sldLayoutId id="2147484109" r:id="rId2"/>
    <p:sldLayoutId id="2147484110" r:id="rId3"/>
    <p:sldLayoutId id="2147484111" r:id="rId4"/>
    <p:sldLayoutId id="2147484112" r:id="rId5"/>
    <p:sldLayoutId id="2147484113" r:id="rId6"/>
    <p:sldLayoutId id="2147484114" r:id="rId7"/>
    <p:sldLayoutId id="2147484115" r:id="rId8"/>
    <p:sldLayoutId id="2147484116" r:id="rId9"/>
    <p:sldLayoutId id="2147484117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8771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20" r:id="rId2"/>
    <p:sldLayoutId id="2147484121" r:id="rId3"/>
    <p:sldLayoutId id="2147484122" r:id="rId4"/>
    <p:sldLayoutId id="2147484123" r:id="rId5"/>
    <p:sldLayoutId id="2147484124" r:id="rId6"/>
    <p:sldLayoutId id="2147484125" r:id="rId7"/>
    <p:sldLayoutId id="2147484126" r:id="rId8"/>
    <p:sldLayoutId id="2147484127" r:id="rId9"/>
    <p:sldLayoutId id="2147484128" r:id="rId10"/>
    <p:sldLayoutId id="2147484129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3488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4" r:id="rId1"/>
    <p:sldLayoutId id="2147484175" r:id="rId2"/>
    <p:sldLayoutId id="2147484176" r:id="rId3"/>
    <p:sldLayoutId id="2147484177" r:id="rId4"/>
    <p:sldLayoutId id="2147484178" r:id="rId5"/>
    <p:sldLayoutId id="2147484179" r:id="rId6"/>
    <p:sldLayoutId id="2147484180" r:id="rId7"/>
    <p:sldLayoutId id="2147484181" r:id="rId8"/>
    <p:sldLayoutId id="2147484182" r:id="rId9"/>
    <p:sldLayoutId id="2147484183" r:id="rId10"/>
    <p:sldLayoutId id="2147484184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  <a:pPr eaLnBrk="1" hangingPunct="1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0315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1" r:id="rId1"/>
    <p:sldLayoutId id="2147484222" r:id="rId2"/>
    <p:sldLayoutId id="2147484223" r:id="rId3"/>
    <p:sldLayoutId id="2147484224" r:id="rId4"/>
    <p:sldLayoutId id="2147484225" r:id="rId5"/>
    <p:sldLayoutId id="2147484226" r:id="rId6"/>
    <p:sldLayoutId id="2147484227" r:id="rId7"/>
    <p:sldLayoutId id="2147484228" r:id="rId8"/>
    <p:sldLayoutId id="2147484229" r:id="rId9"/>
    <p:sldLayoutId id="2147484230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896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07" r:id="rId1"/>
    <p:sldLayoutId id="2147484508" r:id="rId2"/>
    <p:sldLayoutId id="2147484509" r:id="rId3"/>
    <p:sldLayoutId id="2147484510" r:id="rId4"/>
    <p:sldLayoutId id="2147484511" r:id="rId5"/>
    <p:sldLayoutId id="2147484512" r:id="rId6"/>
    <p:sldLayoutId id="2147484513" r:id="rId7"/>
    <p:sldLayoutId id="2147484514" r:id="rId8"/>
    <p:sldLayoutId id="2147484515" r:id="rId9"/>
    <p:sldLayoutId id="2147484516" r:id="rId10"/>
    <p:sldLayoutId id="2147484517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marL="0" marR="0" lvl="0" indent="0" algn="l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3095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103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19" r:id="rId1"/>
    <p:sldLayoutId id="2147484520" r:id="rId2"/>
    <p:sldLayoutId id="2147484521" r:id="rId3"/>
    <p:sldLayoutId id="2147484522" r:id="rId4"/>
    <p:sldLayoutId id="2147484523" r:id="rId5"/>
    <p:sldLayoutId id="2147484524" r:id="rId6"/>
    <p:sldLayoutId id="2147484525" r:id="rId7"/>
    <p:sldLayoutId id="2147484526" r:id="rId8"/>
    <p:sldLayoutId id="2147484527" r:id="rId9"/>
    <p:sldLayoutId id="2147484528" r:id="rId10"/>
    <p:sldLayoutId id="2147484529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72" y="4762375"/>
            <a:ext cx="20252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304" y="4762375"/>
            <a:ext cx="2970293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8586" y="4762375"/>
            <a:ext cx="20252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61" y="435919"/>
            <a:ext cx="8139980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94" y="1131094"/>
            <a:ext cx="8139914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8616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32" r:id="rId1"/>
    <p:sldLayoutId id="2147484533" r:id="rId2"/>
    <p:sldLayoutId id="2147484534" r:id="rId3"/>
    <p:sldLayoutId id="2147484535" r:id="rId4"/>
    <p:sldLayoutId id="2147484536" r:id="rId5"/>
    <p:sldLayoutId id="2147484537" r:id="rId6"/>
    <p:sldLayoutId id="2147484538" r:id="rId7"/>
    <p:sldLayoutId id="2147484539" r:id="rId8"/>
    <p:sldLayoutId id="2147484540" r:id="rId9"/>
    <p:sldLayoutId id="2147484541" r:id="rId10"/>
    <p:sldLayoutId id="2147484542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15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72" y="4762375"/>
            <a:ext cx="20252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304" y="4762375"/>
            <a:ext cx="2970293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8586" y="4762375"/>
            <a:ext cx="20252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61" y="435919"/>
            <a:ext cx="8139980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94" y="1131094"/>
            <a:ext cx="8139914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264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4" r:id="rId1"/>
    <p:sldLayoutId id="2147484545" r:id="rId2"/>
    <p:sldLayoutId id="2147484546" r:id="rId3"/>
    <p:sldLayoutId id="2147484547" r:id="rId4"/>
    <p:sldLayoutId id="2147484548" r:id="rId5"/>
    <p:sldLayoutId id="2147484549" r:id="rId6"/>
    <p:sldLayoutId id="2147484550" r:id="rId7"/>
    <p:sldLayoutId id="2147484551" r:id="rId8"/>
    <p:sldLayoutId id="2147484552" r:id="rId9"/>
    <p:sldLayoutId id="2147484553" r:id="rId10"/>
    <p:sldLayoutId id="2147484554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15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2373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1" r:id="rId1"/>
    <p:sldLayoutId id="2147484572" r:id="rId2"/>
    <p:sldLayoutId id="2147484573" r:id="rId3"/>
    <p:sldLayoutId id="2147484574" r:id="rId4"/>
    <p:sldLayoutId id="2147484575" r:id="rId5"/>
    <p:sldLayoutId id="2147484576" r:id="rId6"/>
    <p:sldLayoutId id="2147484577" r:id="rId7"/>
    <p:sldLayoutId id="2147484578" r:id="rId8"/>
    <p:sldLayoutId id="2147484579" r:id="rId9"/>
    <p:sldLayoutId id="2147484580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4670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82" r:id="rId1"/>
    <p:sldLayoutId id="2147484583" r:id="rId2"/>
    <p:sldLayoutId id="2147484584" r:id="rId3"/>
    <p:sldLayoutId id="2147484585" r:id="rId4"/>
    <p:sldLayoutId id="2147484586" r:id="rId5"/>
    <p:sldLayoutId id="2147484587" r:id="rId6"/>
    <p:sldLayoutId id="2147484588" r:id="rId7"/>
    <p:sldLayoutId id="2147484589" r:id="rId8"/>
    <p:sldLayoutId id="2147484590" r:id="rId9"/>
    <p:sldLayoutId id="2147484591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6087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06" r:id="rId1"/>
    <p:sldLayoutId id="2147484607" r:id="rId2"/>
    <p:sldLayoutId id="2147484608" r:id="rId3"/>
    <p:sldLayoutId id="2147484609" r:id="rId4"/>
    <p:sldLayoutId id="2147484610" r:id="rId5"/>
    <p:sldLayoutId id="2147484611" r:id="rId6"/>
    <p:sldLayoutId id="2147484612" r:id="rId7"/>
    <p:sldLayoutId id="2147484613" r:id="rId8"/>
    <p:sldLayoutId id="2147484614" r:id="rId9"/>
    <p:sldLayoutId id="2147484615" r:id="rId10"/>
    <p:sldLayoutId id="2147484616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6" y="4762501"/>
            <a:ext cx="2025254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1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1"/>
            <a:ext cx="2025254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C65C7984-969D-4E94-AF4F-3C17FCDA2C9C}" type="slidenum">
              <a:rPr lang="zh-CN" altLang="en-US" smtClean="0"/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4825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18" r:id="rId1"/>
    <p:sldLayoutId id="2147484619" r:id="rId2"/>
    <p:sldLayoutId id="2147484620" r:id="rId3"/>
    <p:sldLayoutId id="2147484621" r:id="rId4"/>
    <p:sldLayoutId id="2147484622" r:id="rId5"/>
    <p:sldLayoutId id="2147484623" r:id="rId6"/>
    <p:sldLayoutId id="2147484624" r:id="rId7"/>
    <p:sldLayoutId id="2147484625" r:id="rId8"/>
    <p:sldLayoutId id="2147484626" r:id="rId9"/>
    <p:sldLayoutId id="2147484627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7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0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5C7984-969D-4E94-AF4F-3C17FCDA2C9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256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29" r:id="rId1"/>
    <p:sldLayoutId id="2147484630" r:id="rId2"/>
    <p:sldLayoutId id="2147484631" r:id="rId3"/>
    <p:sldLayoutId id="2147484632" r:id="rId4"/>
    <p:sldLayoutId id="2147484633" r:id="rId5"/>
    <p:sldLayoutId id="2147484634" r:id="rId6"/>
    <p:sldLayoutId id="2147484635" r:id="rId7"/>
    <p:sldLayoutId id="2147484636" r:id="rId8"/>
    <p:sldLayoutId id="2147484637" r:id="rId9"/>
    <p:sldLayoutId id="2147484638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2007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40" r:id="rId1"/>
    <p:sldLayoutId id="2147484641" r:id="rId2"/>
    <p:sldLayoutId id="2147484642" r:id="rId3"/>
    <p:sldLayoutId id="2147484643" r:id="rId4"/>
    <p:sldLayoutId id="2147484644" r:id="rId5"/>
    <p:sldLayoutId id="2147484645" r:id="rId6"/>
    <p:sldLayoutId id="2147484646" r:id="rId7"/>
    <p:sldLayoutId id="2147484647" r:id="rId8"/>
    <p:sldLayoutId id="2147484648" r:id="rId9"/>
    <p:sldLayoutId id="2147484649" r:id="rId10"/>
    <p:sldLayoutId id="2147484650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9378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53" r:id="rId2"/>
    <p:sldLayoutId id="2147484654" r:id="rId3"/>
    <p:sldLayoutId id="2147484655" r:id="rId4"/>
    <p:sldLayoutId id="2147484656" r:id="rId5"/>
    <p:sldLayoutId id="2147484657" r:id="rId6"/>
    <p:sldLayoutId id="2147484658" r:id="rId7"/>
    <p:sldLayoutId id="2147484659" r:id="rId8"/>
    <p:sldLayoutId id="2147484660" r:id="rId9"/>
    <p:sldLayoutId id="2147484661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98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89" r:id="rId1"/>
    <p:sldLayoutId id="2147484690" r:id="rId2"/>
    <p:sldLayoutId id="2147484691" r:id="rId3"/>
    <p:sldLayoutId id="2147484692" r:id="rId4"/>
    <p:sldLayoutId id="2147484693" r:id="rId5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32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95" r:id="rId1"/>
    <p:sldLayoutId id="2147484696" r:id="rId2"/>
    <p:sldLayoutId id="2147484697" r:id="rId3"/>
    <p:sldLayoutId id="2147484698" r:id="rId4"/>
    <p:sldLayoutId id="2147484699" r:id="rId5"/>
    <p:sldLayoutId id="2147484700" r:id="rId6"/>
    <p:sldLayoutId id="2147484701" r:id="rId7"/>
    <p:sldLayoutId id="2147484702" r:id="rId8"/>
    <p:sldLayoutId id="2147484703" r:id="rId9"/>
    <p:sldLayoutId id="2147484704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8697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06" r:id="rId1"/>
    <p:sldLayoutId id="2147484707" r:id="rId2"/>
    <p:sldLayoutId id="2147484708" r:id="rId3"/>
    <p:sldLayoutId id="2147484709" r:id="rId4"/>
    <p:sldLayoutId id="2147484710" r:id="rId5"/>
    <p:sldLayoutId id="2147484711" r:id="rId6"/>
    <p:sldLayoutId id="2147484712" r:id="rId7"/>
    <p:sldLayoutId id="2147484713" r:id="rId8"/>
    <p:sldLayoutId id="2147484714" r:id="rId9"/>
    <p:sldLayoutId id="2147484715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0169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17" r:id="rId1"/>
    <p:sldLayoutId id="2147484718" r:id="rId2"/>
    <p:sldLayoutId id="2147484719" r:id="rId3"/>
    <p:sldLayoutId id="2147484720" r:id="rId4"/>
    <p:sldLayoutId id="2147484721" r:id="rId5"/>
    <p:sldLayoutId id="2147484722" r:id="rId6"/>
    <p:sldLayoutId id="2147484723" r:id="rId7"/>
    <p:sldLayoutId id="2147484724" r:id="rId8"/>
    <p:sldLayoutId id="2147484725" r:id="rId9"/>
    <p:sldLayoutId id="2147484726" r:id="rId10"/>
  </p:sldLayoutIdLst>
  <p:transition spd="slow">
    <p:push/>
  </p:transition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7502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11" r:id="rId1"/>
    <p:sldLayoutId id="2147484812" r:id="rId2"/>
    <p:sldLayoutId id="2147484813" r:id="rId3"/>
    <p:sldLayoutId id="2147484814" r:id="rId4"/>
    <p:sldLayoutId id="2147484815" r:id="rId5"/>
    <p:sldLayoutId id="2147484816" r:id="rId6"/>
    <p:sldLayoutId id="2147484817" r:id="rId7"/>
    <p:sldLayoutId id="2147484818" r:id="rId8"/>
    <p:sldLayoutId id="2147484819" r:id="rId9"/>
    <p:sldLayoutId id="2147484820" r:id="rId10"/>
    <p:sldLayoutId id="2147484821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defTabSz="30955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309555"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5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7942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49" r:id="rId1"/>
    <p:sldLayoutId id="2147484850" r:id="rId2"/>
    <p:sldLayoutId id="2147484851" r:id="rId3"/>
    <p:sldLayoutId id="2147484852" r:id="rId4"/>
    <p:sldLayoutId id="2147484853" r:id="rId5"/>
    <p:sldLayoutId id="2147484854" r:id="rId6"/>
    <p:sldLayoutId id="2147484855" r:id="rId7"/>
    <p:sldLayoutId id="2147484856" r:id="rId8"/>
    <p:sldLayoutId id="2147484857" r:id="rId9"/>
    <p:sldLayoutId id="2147484858" r:id="rId10"/>
    <p:sldLayoutId id="2147484859" r:id="rId11"/>
  </p:sldLayoutIdLst>
  <p:hf hdr="0" ftr="0" dt="0"/>
  <p:txStyles>
    <p:titleStyle>
      <a:lvl1pPr algn="l" defTabSz="685783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46" indent="-171446" algn="l" defTabSz="685783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37" indent="-171446" algn="l" defTabSz="685783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6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28" indent="-171446" algn="l" defTabSz="685783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20" indent="-171446" algn="l" defTabSz="685783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12" indent="-171446" algn="l" defTabSz="685783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6068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21" r:id="rId1"/>
    <p:sldLayoutId id="2147485322" r:id="rId2"/>
    <p:sldLayoutId id="2147485323" r:id="rId3"/>
    <p:sldLayoutId id="2147485324" r:id="rId4"/>
    <p:sldLayoutId id="2147485325" r:id="rId5"/>
    <p:sldLayoutId id="2147485326" r:id="rId6"/>
    <p:sldLayoutId id="2147485327" r:id="rId7"/>
    <p:sldLayoutId id="2147485328" r:id="rId8"/>
    <p:sldLayoutId id="2147485329" r:id="rId9"/>
    <p:sldLayoutId id="2147485330" r:id="rId10"/>
    <p:sldLayoutId id="2147485331" r:id="rId11"/>
    <p:sldLayoutId id="2147485332" r:id="rId12"/>
  </p:sldLayoutIdLst>
  <p:hf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3723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34" r:id="rId1"/>
    <p:sldLayoutId id="2147485335" r:id="rId2"/>
    <p:sldLayoutId id="2147485336" r:id="rId3"/>
    <p:sldLayoutId id="2147485337" r:id="rId4"/>
    <p:sldLayoutId id="2147485338" r:id="rId5"/>
    <p:sldLayoutId id="2147485339" r:id="rId6"/>
    <p:sldLayoutId id="2147485340" r:id="rId7"/>
    <p:sldLayoutId id="2147485341" r:id="rId8"/>
    <p:sldLayoutId id="2147485342" r:id="rId9"/>
    <p:sldLayoutId id="2147485343" r:id="rId10"/>
    <p:sldLayoutId id="2147485344" r:id="rId11"/>
    <p:sldLayoutId id="2147485345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03329" y="164592"/>
            <a:ext cx="516408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95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2026年GMP管理重点工作推进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03329" y="486919"/>
            <a:ext cx="516408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050" b="1" i="0">
                <a:solidFill>
                  <a:srgbClr val="1F4E86"/>
                </a:solidFill>
                <a:latin typeface="Arial"/>
                <a:ea typeface="微软雅黑"/>
                <a:cs typeface="Arial"/>
              </a:rPr>
              <a:t>2026 GMP Governance Priorities &amp;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81813"/>
            <a:ext cx="48006" cy="164592"/>
          </a:xfrm>
          <a:prstGeom prst="rect">
            <a:avLst/>
          </a:prstGeom>
          <a:solidFill>
            <a:srgbClr val="1F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7764" y="754381"/>
            <a:ext cx="411481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25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重点质量管理提升 · 飞检能力提升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28702"/>
            <a:ext cx="2496550" cy="3833631"/>
          </a:xfrm>
          <a:prstGeom prst="roundRect">
            <a:avLst>
              <a:gd name="adj" fmla="val 3500"/>
            </a:avLst>
          </a:prstGeom>
          <a:solidFill>
            <a:srgbClr val="F6F9FC"/>
          </a:solidFill>
          <a:ln w="9525">
            <a:solidFill>
              <a:srgbClr val="C7D3E6"/>
            </a:solidFill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028702"/>
            <a:ext cx="2496550" cy="370332"/>
          </a:xfrm>
          <a:prstGeom prst="roundRect">
            <a:avLst>
              <a:gd name="adj" fmla="val 3500"/>
            </a:avLst>
          </a:prstGeom>
          <a:solidFill>
            <a:srgbClr val="132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30455"/>
            <a:ext cx="2496550" cy="68580"/>
          </a:xfrm>
          <a:prstGeom prst="rect">
            <a:avLst/>
          </a:prstGeom>
          <a:solidFill>
            <a:srgbClr val="132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1" y="1028702"/>
            <a:ext cx="2222230" cy="3703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25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新态势下，对生产管理要求、挑战：容错空间越来越小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1" y="1481331"/>
            <a:ext cx="2222230" cy="3271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22" b="1">
                <a:solidFill>
                  <a:srgbClr val="1F4E86"/>
                </a:solidFill>
                <a:latin typeface="Arial"/>
                <a:ea typeface="微软雅黑"/>
                <a:cs typeface="Arial"/>
              </a:rPr>
              <a:t>官方飞检准备及应对</a:t>
            </a:r>
          </a:p>
          <a:p>
            <a:pPr algn="l">
              <a:lnSpc>
                <a:spcPct val="122000"/>
              </a:lnSpc>
              <a:spcBef>
                <a:spcPts val="181"/>
              </a:spcBef>
            </a:pPr>
            <a:r>
              <a:rPr sz="922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持续提升SME人员能力、重要审计前的工厂预审计专项合规性巡查、合规性整改的全生命周期管控。</a:t>
            </a:r>
          </a:p>
          <a:p>
            <a:pPr algn="l">
              <a:lnSpc>
                <a:spcPct val="122000"/>
              </a:lnSpc>
              <a:spcBef>
                <a:spcPts val="631"/>
              </a:spcBef>
            </a:pPr>
            <a:r>
              <a:rPr sz="922" b="1">
                <a:solidFill>
                  <a:srgbClr val="1F4E86"/>
                </a:solidFill>
                <a:latin typeface="Arial"/>
                <a:ea typeface="微软雅黑"/>
                <a:cs typeface="Arial"/>
              </a:rPr>
              <a:t>基层GMP规范执行管理</a:t>
            </a:r>
          </a:p>
          <a:p>
            <a:pPr algn="l">
              <a:lnSpc>
                <a:spcPct val="122000"/>
              </a:lnSpc>
              <a:spcBef>
                <a:spcPts val="181"/>
              </a:spcBef>
            </a:pPr>
            <a:r>
              <a:rPr sz="922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培训规范化：结合案例讲解记录的重要性，定期考核与反馈； 加强监督：设立专人抽查，建立数据，记录，质量违规异常预警机制；考核和问责：将记录质量纳入KPI；管理层推动：各层级管理人员带头重视数据，记录文化，定期审查记录并推动改进。</a:t>
            </a:r>
          </a:p>
          <a:p>
            <a:pPr algn="l">
              <a:lnSpc>
                <a:spcPct val="122000"/>
              </a:lnSpc>
              <a:spcBef>
                <a:spcPts val="631"/>
              </a:spcBef>
            </a:pPr>
            <a:r>
              <a:rPr sz="922" b="1">
                <a:solidFill>
                  <a:srgbClr val="1F4E86"/>
                </a:solidFill>
                <a:latin typeface="Arial"/>
                <a:ea typeface="微软雅黑"/>
                <a:cs typeface="Arial"/>
              </a:rPr>
              <a:t>自动化和高端生产设备GMP管理</a:t>
            </a:r>
          </a:p>
          <a:p>
            <a:pPr algn="l">
              <a:lnSpc>
                <a:spcPct val="122000"/>
              </a:lnSpc>
              <a:spcBef>
                <a:spcPts val="181"/>
              </a:spcBef>
            </a:pPr>
            <a:r>
              <a:rPr sz="922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对于不断更新迭代的设备：硬件（设施设备）上合规，在软件（工艺、数据、文件）上可靠，更在人员（团队能力与文化）上专业且严谨。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1747" y="1028702"/>
            <a:ext cx="2339920" cy="3833631"/>
          </a:xfrm>
          <a:prstGeom prst="roundRect">
            <a:avLst>
              <a:gd name="adj" fmla="val 3500"/>
            </a:avLst>
          </a:prstGeom>
          <a:solidFill>
            <a:srgbClr val="F6F9FC"/>
          </a:solidFill>
          <a:ln w="9525">
            <a:solidFill>
              <a:srgbClr val="C7D3E6"/>
            </a:solidFill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1747" y="1028702"/>
            <a:ext cx="2339920" cy="370332"/>
          </a:xfrm>
          <a:prstGeom prst="roundRect">
            <a:avLst>
              <a:gd name="adj" fmla="val 3500"/>
            </a:avLst>
          </a:prstGeom>
          <a:solidFill>
            <a:srgbClr val="132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1747" y="1330455"/>
            <a:ext cx="2339920" cy="68580"/>
          </a:xfrm>
          <a:prstGeom prst="rect">
            <a:avLst/>
          </a:prstGeom>
          <a:solidFill>
            <a:srgbClr val="132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58908" y="1028702"/>
            <a:ext cx="2065599" cy="3703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25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推行工厂常态化合规审计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8908" y="1481331"/>
            <a:ext cx="2065599" cy="3271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22" b="1">
                <a:solidFill>
                  <a:srgbClr val="1F4E86"/>
                </a:solidFill>
                <a:latin typeface="Arial"/>
                <a:ea typeface="微软雅黑"/>
                <a:cs typeface="Arial"/>
              </a:rPr>
              <a:t>各个部门：</a:t>
            </a:r>
          </a:p>
          <a:p>
            <a:pPr algn="l" marL="137160" indent="-137160">
              <a:lnSpc>
                <a:spcPct val="122000"/>
              </a:lnSpc>
              <a:spcBef>
                <a:spcPts val="59"/>
              </a:spcBef>
              <a:buFont typeface="Arial"/>
              <a:buChar char="●"/>
            </a:pPr>
            <a:r>
              <a:rPr sz="922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（1）各个部门按照既定的制度进行监控检查（每日，每工作日，每周等）；</a:t>
            </a:r>
          </a:p>
          <a:p>
            <a:pPr algn="l" marL="137160" indent="-137160">
              <a:lnSpc>
                <a:spcPct val="122000"/>
              </a:lnSpc>
              <a:spcBef>
                <a:spcPts val="59"/>
              </a:spcBef>
              <a:buFont typeface="Arial"/>
              <a:buChar char="●"/>
            </a:pPr>
            <a:r>
              <a:rPr sz="922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（2）非生产区域文件存放、5S管理、电脑使用巡查----每月执行一次，生产部、IT、综办管理人员</a:t>
            </a:r>
          </a:p>
          <a:p>
            <a:pPr algn="l" marL="137160" indent="-137160">
              <a:lnSpc>
                <a:spcPct val="122000"/>
              </a:lnSpc>
              <a:spcBef>
                <a:spcPts val="59"/>
              </a:spcBef>
              <a:buFont typeface="Arial"/>
              <a:buChar char="●"/>
            </a:pPr>
            <a:r>
              <a:rPr sz="922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（3）生产区域合规性+交叉污染联合巡查----生产部巡查、质量组、车间质量管理人员+QA</a:t>
            </a:r>
          </a:p>
          <a:p>
            <a:pPr algn="l" marL="137160" indent="-137160">
              <a:lnSpc>
                <a:spcPct val="122000"/>
              </a:lnSpc>
              <a:spcBef>
                <a:spcPts val="59"/>
              </a:spcBef>
              <a:buFont typeface="Arial"/>
              <a:buChar char="●"/>
            </a:pPr>
            <a:r>
              <a:rPr sz="922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（4）专项检查---生产部巡查组执行：</a:t>
            </a:r>
          </a:p>
          <a:p>
            <a:pPr algn="l" marL="137160" indent="-137160">
              <a:lnSpc>
                <a:spcPct val="122000"/>
              </a:lnSpc>
              <a:spcBef>
                <a:spcPts val="59"/>
              </a:spcBef>
              <a:buFont typeface="Arial"/>
              <a:buChar char="●"/>
            </a:pPr>
            <a:r>
              <a:rPr sz="922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（5）高风险专项检查（交叉污染和D级区管控）--生产部质量组负责人和质量主任</a:t>
            </a:r>
          </a:p>
          <a:p>
            <a:pPr algn="l">
              <a:lnSpc>
                <a:spcPct val="122000"/>
              </a:lnSpc>
              <a:spcBef>
                <a:spcPts val="509"/>
              </a:spcBef>
            </a:pPr>
            <a:r>
              <a:rPr sz="922" b="1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2. QA部门：每周按照审批的巡查计划，执行主题巡查；每个月QA管理人员进行飞检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12544" y="1028702"/>
            <a:ext cx="1746292" cy="3833631"/>
          </a:xfrm>
          <a:prstGeom prst="roundRect">
            <a:avLst>
              <a:gd name="adj" fmla="val 3500"/>
            </a:avLst>
          </a:prstGeom>
          <a:solidFill>
            <a:srgbClr val="F6F9FC"/>
          </a:solidFill>
          <a:ln w="9525">
            <a:solidFill>
              <a:srgbClr val="C7D3E6"/>
            </a:solidFill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12544" y="1028702"/>
            <a:ext cx="1746292" cy="370332"/>
          </a:xfrm>
          <a:prstGeom prst="roundRect">
            <a:avLst>
              <a:gd name="adj" fmla="val 3500"/>
            </a:avLst>
          </a:prstGeom>
          <a:solidFill>
            <a:srgbClr val="132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12544" y="1330455"/>
            <a:ext cx="1746292" cy="68580"/>
          </a:xfrm>
          <a:prstGeom prst="rect">
            <a:avLst/>
          </a:prstGeom>
          <a:solidFill>
            <a:srgbClr val="132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49705" y="1028702"/>
            <a:ext cx="1471971" cy="3703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25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Ⅰ.日清日结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9705" y="1481331"/>
            <a:ext cx="1471971" cy="3271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22" b="1">
                <a:solidFill>
                  <a:srgbClr val="1F4E86"/>
                </a:solidFill>
                <a:latin typeface="Arial"/>
                <a:ea typeface="微软雅黑"/>
                <a:cs typeface="Arial"/>
              </a:rPr>
              <a:t>现场工作的日清日结</a:t>
            </a:r>
          </a:p>
          <a:p>
            <a:pPr algn="l" marL="137160" indent="-137160">
              <a:lnSpc>
                <a:spcPct val="122000"/>
              </a:lnSpc>
              <a:spcBef>
                <a:spcPts val="9"/>
              </a:spcBef>
              <a:buFont typeface="Arial"/>
              <a:buChar char="●"/>
            </a:pPr>
            <a:r>
              <a:rPr sz="922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定主题</a:t>
            </a:r>
          </a:p>
          <a:p>
            <a:pPr algn="l" marL="137160" indent="-137160">
              <a:lnSpc>
                <a:spcPct val="122000"/>
              </a:lnSpc>
              <a:spcBef>
                <a:spcPts val="9"/>
              </a:spcBef>
              <a:buFont typeface="Arial"/>
              <a:buChar char="●"/>
            </a:pPr>
            <a:r>
              <a:rPr sz="922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定人员</a:t>
            </a:r>
          </a:p>
          <a:p>
            <a:pPr algn="l" marL="137160" indent="-137160">
              <a:lnSpc>
                <a:spcPct val="122000"/>
              </a:lnSpc>
              <a:spcBef>
                <a:spcPts val="9"/>
              </a:spcBef>
              <a:buFont typeface="Arial"/>
              <a:buChar char="●"/>
            </a:pPr>
            <a:r>
              <a:rPr sz="922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定频率</a:t>
            </a:r>
          </a:p>
          <a:p>
            <a:pPr algn="l" marL="137160" indent="-137160">
              <a:lnSpc>
                <a:spcPct val="122000"/>
              </a:lnSpc>
              <a:spcBef>
                <a:spcPts val="9"/>
              </a:spcBef>
              <a:buFont typeface="Arial"/>
              <a:buChar char="●"/>
            </a:pPr>
            <a:r>
              <a:rPr sz="922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定跟踪</a:t>
            </a:r>
          </a:p>
          <a:p>
            <a:pPr algn="l">
              <a:lnSpc>
                <a:spcPct val="122000"/>
              </a:lnSpc>
              <a:spcBef>
                <a:spcPts val="459"/>
              </a:spcBef>
            </a:pPr>
            <a:r>
              <a:rPr sz="922" b="1">
                <a:solidFill>
                  <a:srgbClr val="1F4E86"/>
                </a:solidFill>
                <a:latin typeface="Arial"/>
                <a:ea typeface="微软雅黑"/>
                <a:cs typeface="Arial"/>
              </a:rPr>
              <a:t>GMP批次单批记录关闭</a:t>
            </a:r>
          </a:p>
          <a:p>
            <a:pPr algn="l" marL="137160" indent="-137160">
              <a:lnSpc>
                <a:spcPct val="122000"/>
              </a:lnSpc>
              <a:spcBef>
                <a:spcPts val="9"/>
              </a:spcBef>
              <a:buFont typeface="Arial"/>
              <a:buChar char="●"/>
            </a:pPr>
            <a:r>
              <a:rPr sz="922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每周开展记录书写的专项培训</a:t>
            </a:r>
          </a:p>
          <a:p>
            <a:pPr algn="l" marL="137160" indent="-137160">
              <a:lnSpc>
                <a:spcPct val="122000"/>
              </a:lnSpc>
              <a:spcBef>
                <a:spcPts val="9"/>
              </a:spcBef>
              <a:buFont typeface="Arial"/>
              <a:buChar char="●"/>
            </a:pPr>
            <a:r>
              <a:rPr sz="922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记录问题统计个人/批次，奖励长期执行较好的人员，对于问题数较多的人员，强化培训或调岗</a:t>
            </a:r>
          </a:p>
          <a:p>
            <a:pPr algn="l">
              <a:lnSpc>
                <a:spcPct val="122000"/>
              </a:lnSpc>
              <a:spcBef>
                <a:spcPts val="459"/>
              </a:spcBef>
            </a:pPr>
            <a:r>
              <a:rPr sz="922" b="1">
                <a:solidFill>
                  <a:srgbClr val="1F4E86"/>
                </a:solidFill>
                <a:latin typeface="Arial"/>
                <a:ea typeface="微软雅黑"/>
                <a:cs typeface="Arial"/>
              </a:rPr>
              <a:t>Ⅲ.生产记录及逻辑性关闭-7天</a:t>
            </a:r>
          </a:p>
          <a:p>
            <a:pPr algn="l" marL="137160" indent="-137160">
              <a:lnSpc>
                <a:spcPct val="122000"/>
              </a:lnSpc>
              <a:spcBef>
                <a:spcPts val="9"/>
              </a:spcBef>
              <a:buFont typeface="Arial"/>
              <a:buChar char="●"/>
            </a:pPr>
            <a:r>
              <a:rPr sz="922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生产开始，每天进行逻辑性数据统计与确认-生产、项目、分析、物料，QA最终复核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09713" y="1028702"/>
            <a:ext cx="1559965" cy="3833631"/>
          </a:xfrm>
          <a:prstGeom prst="roundRect">
            <a:avLst>
              <a:gd name="adj" fmla="val 3500"/>
            </a:avLst>
          </a:prstGeom>
          <a:solidFill>
            <a:srgbClr val="F6F9FC"/>
          </a:solidFill>
          <a:ln w="9525">
            <a:solidFill>
              <a:srgbClr val="C7D3E6"/>
            </a:solidFill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09713" y="1028702"/>
            <a:ext cx="1559965" cy="370332"/>
          </a:xfrm>
          <a:prstGeom prst="roundRect">
            <a:avLst>
              <a:gd name="adj" fmla="val 3500"/>
            </a:avLst>
          </a:prstGeom>
          <a:solidFill>
            <a:srgbClr val="132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09713" y="1330455"/>
            <a:ext cx="1559965" cy="68580"/>
          </a:xfrm>
          <a:prstGeom prst="rect">
            <a:avLst/>
          </a:prstGeom>
          <a:solidFill>
            <a:srgbClr val="132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46874" y="1028702"/>
            <a:ext cx="1285644" cy="3703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25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Ⅱ.软硬件提升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6874" y="1481331"/>
            <a:ext cx="1285644" cy="3271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37160" indent="-137160">
              <a:lnSpc>
                <a:spcPct val="122000"/>
              </a:lnSpc>
              <a:buFont typeface="Arial"/>
              <a:buChar char="●"/>
            </a:pPr>
            <a:r>
              <a:rPr sz="922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计算机化系统</a:t>
            </a:r>
          </a:p>
          <a:p>
            <a:pPr algn="l" marL="137160" indent="-137160">
              <a:lnSpc>
                <a:spcPct val="122000"/>
              </a:lnSpc>
              <a:spcBef>
                <a:spcPts val="225"/>
              </a:spcBef>
              <a:buFont typeface="Arial"/>
              <a:buChar char="●"/>
            </a:pPr>
            <a:r>
              <a:rPr sz="922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微生物空调系统改造，满足阳性室和限度室独立空调分区管理-</a:t>
            </a:r>
          </a:p>
          <a:p>
            <a:pPr algn="l" marL="137160" indent="-137160">
              <a:lnSpc>
                <a:spcPct val="122000"/>
              </a:lnSpc>
              <a:spcBef>
                <a:spcPts val="225"/>
              </a:spcBef>
              <a:buFont typeface="Arial"/>
              <a:buChar char="●"/>
            </a:pPr>
            <a:r>
              <a:rPr sz="922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DCS连续记录</a:t>
            </a:r>
          </a:p>
          <a:p>
            <a:pPr algn="l">
              <a:lnSpc>
                <a:spcPct val="122000"/>
              </a:lnSpc>
              <a:spcBef>
                <a:spcPts val="675"/>
              </a:spcBef>
            </a:pPr>
            <a:r>
              <a:rPr sz="922" b="1">
                <a:solidFill>
                  <a:srgbClr val="1F4E86"/>
                </a:solidFill>
                <a:latin typeface="Arial"/>
                <a:ea typeface="微软雅黑"/>
                <a:cs typeface="Arial"/>
              </a:rPr>
              <a:t>Ⅲ.SME</a:t>
            </a:r>
          </a:p>
          <a:p>
            <a:pPr algn="l" marL="137160" indent="-137160">
              <a:lnSpc>
                <a:spcPct val="122000"/>
              </a:lnSpc>
              <a:spcBef>
                <a:spcPts val="225"/>
              </a:spcBef>
              <a:buFont typeface="Arial"/>
              <a:buChar char="●"/>
            </a:pPr>
            <a:r>
              <a:rPr sz="922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各部门审计相关的Topic</a:t>
            </a:r>
          </a:p>
          <a:p>
            <a:pPr algn="l" marL="137160" indent="-137160">
              <a:lnSpc>
                <a:spcPct val="122000"/>
              </a:lnSpc>
              <a:spcBef>
                <a:spcPts val="225"/>
              </a:spcBef>
              <a:buFont typeface="Arial"/>
              <a:buChar char="●"/>
            </a:pPr>
            <a:r>
              <a:rPr sz="922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各部门的主题培训，结合主题巡查与日常执行中的典型问题</a:t>
            </a:r>
          </a:p>
          <a:p>
            <a:pPr algn="l" marL="137160" indent="-137160">
              <a:lnSpc>
                <a:spcPct val="122000"/>
              </a:lnSpc>
              <a:spcBef>
                <a:spcPts val="225"/>
              </a:spcBef>
              <a:buFont typeface="Arial"/>
              <a:buChar char="●"/>
            </a:pPr>
            <a:r>
              <a:rPr sz="922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关键的厂区能力建设，如分析仪器管理、DCS、成品管理、环境控制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工厂合规化管理-刘维江-20250105 [兼容模式]" id="{43988614-BB7E-4188-AE8F-5F6F4A10E75A}" vid="{6DE3F36B-E581-41EC-8CEF-247DEB85624F}"/>
    </a:ext>
  </a:extLst>
</a:theme>
</file>

<file path=ppt/theme/theme8.xml><?xml version="1.0" encoding="utf-8"?>
<a:theme xmlns:a="http://schemas.openxmlformats.org/drawingml/2006/main" name="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工厂合规化管理-刘维江-20250105 [兼容模式]" id="{43988614-BB7E-4188-AE8F-5F6F4A10E75A}" vid="{6DE3F36B-E581-41EC-8CEF-247DEB85624F}"/>
    </a:ext>
  </a:extLst>
</a:theme>
</file>

<file path=ppt/theme/theme9.xml><?xml version="1.0" encoding="utf-8"?>
<a:theme xmlns:a="http://schemas.openxmlformats.org/drawingml/2006/main" name="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工厂合规化管理-刘维江-20250105 [兼容模式]" id="{43988614-BB7E-4188-AE8F-5F6F4A10E75A}" vid="{6DE3F36B-E581-41EC-8CEF-247DEB85624F}"/>
    </a:ext>
  </a:extLst>
</a:theme>
</file>

<file path=ppt/theme/theme10.xml><?xml version="1.0" encoding="utf-8"?>
<a:theme xmlns:a="http://schemas.openxmlformats.org/drawingml/2006/main" name="1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5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3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工厂合规化管理-刘维江-20250105 [兼容模式]" id="{43988614-BB7E-4188-AE8F-5F6F4A10E75A}" vid="{6DE3F36B-E581-41EC-8CEF-247DEB85624F}"/>
    </a:ext>
  </a:extLst>
</a:theme>
</file>

<file path=ppt/theme/theme27.xml><?xml version="1.0" encoding="utf-8"?>
<a:theme xmlns:a="http://schemas.openxmlformats.org/drawingml/2006/main" name="3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工厂合规化管理-刘维江-20250105 [兼容模式]" id="{43988614-BB7E-4188-AE8F-5F6F4A10E75A}" vid="{6DE3F36B-E581-41EC-8CEF-247DEB85624F}"/>
    </a:ext>
  </a:extLst>
</a:theme>
</file>

<file path=ppt/theme/theme28.xml><?xml version="1.0" encoding="utf-8"?>
<a:theme xmlns:a="http://schemas.openxmlformats.org/drawingml/2006/main" name="2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2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2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FF0000"/>
          </a:solidFill>
        </a:ln>
      </a:spPr>
      <a:bodyPr rtlCol="0" anchor="ctr"/>
      <a:lstStyle>
        <a:defPPr algn="ctr" defTabSz="1828800" fontAlgn="ctr">
          <a:spcBef>
            <a:spcPts val="0"/>
          </a:spcBef>
          <a:spcAft>
            <a:spcPts val="0"/>
          </a:spcAft>
          <a:defRPr sz="2400" b="1" dirty="0">
            <a:solidFill>
              <a:schemeClr val="tx1"/>
            </a:solidFill>
            <a:latin typeface="微软雅黑" panose="020B0703020204020201" pitchFamily="34" charset="-122"/>
            <a:ea typeface="微软雅黑" panose="020B0703020204020201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2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just">
          <a:spcAft>
            <a:spcPts val="0"/>
          </a:spcAft>
          <a:defRPr sz="2400" kern="100" dirty="0">
            <a:solidFill>
              <a:srgbClr val="FF0000"/>
            </a:solidFill>
            <a:latin typeface="等线" panose="02010600030101010101" pitchFamily="2" charset="-122"/>
            <a:ea typeface="等线" panose="02010600030101010101" pitchFamily="2" charset="-122"/>
            <a:cs typeface="Times New Roman" panose="02020603050405020304" pitchFamily="18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5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h3vdqsxh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2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3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3_White">
  <a:themeElements>
    <a:clrScheme name="自定义 4">
      <a:dk1>
        <a:srgbClr val="003669"/>
      </a:dk1>
      <a:lt1>
        <a:srgbClr val="FFFFFF"/>
      </a:lt1>
      <a:dk2>
        <a:srgbClr val="3263A7"/>
      </a:dk2>
      <a:lt2>
        <a:srgbClr val="E7E6E6"/>
      </a:lt2>
      <a:accent1>
        <a:srgbClr val="4472C4"/>
      </a:accent1>
      <a:accent2>
        <a:srgbClr val="E5B620"/>
      </a:accent2>
      <a:accent3>
        <a:srgbClr val="2649AB"/>
      </a:accent3>
      <a:accent4>
        <a:srgbClr val="FFC000"/>
      </a:accent4>
      <a:accent5>
        <a:srgbClr val="5B9BD5"/>
      </a:accent5>
      <a:accent6>
        <a:srgbClr val="2AA9DB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1_White">
  <a:themeElements>
    <a:clrScheme name="自定义 4">
      <a:dk1>
        <a:srgbClr val="003669"/>
      </a:dk1>
      <a:lt1>
        <a:srgbClr val="FFFFFF"/>
      </a:lt1>
      <a:dk2>
        <a:srgbClr val="3263A7"/>
      </a:dk2>
      <a:lt2>
        <a:srgbClr val="E7E6E6"/>
      </a:lt2>
      <a:accent1>
        <a:srgbClr val="4472C4"/>
      </a:accent1>
      <a:accent2>
        <a:srgbClr val="E5B620"/>
      </a:accent2>
      <a:accent3>
        <a:srgbClr val="2649AB"/>
      </a:accent3>
      <a:accent4>
        <a:srgbClr val="FFC000"/>
      </a:accent4>
      <a:accent5>
        <a:srgbClr val="5B9BD5"/>
      </a:accent5>
      <a:accent6>
        <a:srgbClr val="2AA9DB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29136</TotalTime>
  <Words>503</Words>
  <Application>Microsoft Office PowerPoint</Application>
  <PresentationFormat>全屏显示(16:9)</PresentationFormat>
  <Paragraphs>44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37</vt:i4>
      </vt:variant>
      <vt:variant>
        <vt:lpstr>幻灯片标题</vt:lpstr>
      </vt:variant>
      <vt:variant>
        <vt:i4>2</vt:i4>
      </vt:variant>
    </vt:vector>
  </HeadingPairs>
  <TitlesOfParts>
    <vt:vector size="51" baseType="lpstr">
      <vt:lpstr>Helvetica Light</vt:lpstr>
      <vt:lpstr>Helvetica Neue</vt:lpstr>
      <vt:lpstr>仿宋</vt:lpstr>
      <vt:lpstr>华文楷体</vt:lpstr>
      <vt:lpstr>宋体</vt:lpstr>
      <vt:lpstr>微软雅黑</vt:lpstr>
      <vt:lpstr>Arial</vt:lpstr>
      <vt:lpstr>Arial Black</vt:lpstr>
      <vt:lpstr>Calibri</vt:lpstr>
      <vt:lpstr>Open Sans</vt:lpstr>
      <vt:lpstr>Times New Roman</vt:lpstr>
      <vt:lpstr>Wingdings</vt:lpstr>
      <vt:lpstr>4_webwppDefTheme</vt:lpstr>
      <vt:lpstr>5_webwppDefTheme</vt:lpstr>
      <vt:lpstr>9_webwppDefTheme</vt:lpstr>
      <vt:lpstr>6_webwppDefTheme</vt:lpstr>
      <vt:lpstr>webwppDefTheme</vt:lpstr>
      <vt:lpstr>11_webwppDefTheme</vt:lpstr>
      <vt:lpstr>1_webwppDefTheme</vt:lpstr>
      <vt:lpstr>3_webwppDefTheme</vt:lpstr>
      <vt:lpstr>2_webwppDefTheme</vt:lpstr>
      <vt:lpstr>12_webwppDefTheme</vt:lpstr>
      <vt:lpstr>7_webwppDefTheme</vt:lpstr>
      <vt:lpstr>51_webwppDefTheme</vt:lpstr>
      <vt:lpstr>8_webwppDefTheme</vt:lpstr>
      <vt:lpstr>13_webwppDefTheme</vt:lpstr>
      <vt:lpstr>10_webwppDefTheme</vt:lpstr>
      <vt:lpstr>14_webwppDefTheme</vt:lpstr>
      <vt:lpstr>15_webwppDefTheme</vt:lpstr>
      <vt:lpstr>16_webwppDefTheme</vt:lpstr>
      <vt:lpstr>17_webwppDefTheme</vt:lpstr>
      <vt:lpstr>18_webwppDefTheme</vt:lpstr>
      <vt:lpstr>19_webwppDefTheme</vt:lpstr>
      <vt:lpstr>20_webwppDefTheme</vt:lpstr>
      <vt:lpstr>21_webwppDefTheme</vt:lpstr>
      <vt:lpstr>22_webwppDefTheme</vt:lpstr>
      <vt:lpstr>23_webwppDefTheme</vt:lpstr>
      <vt:lpstr>36_webwppDefTheme</vt:lpstr>
      <vt:lpstr>37_webwppDefTheme</vt:lpstr>
      <vt:lpstr>24_webwppDefTheme</vt:lpstr>
      <vt:lpstr>25_webwppDefTheme</vt:lpstr>
      <vt:lpstr>27_webwppDefTheme</vt:lpstr>
      <vt:lpstr>28_webwppDefTheme</vt:lpstr>
      <vt:lpstr>26_webwppDefTheme</vt:lpstr>
      <vt:lpstr>54_webwppDefTheme</vt:lpstr>
      <vt:lpstr>29_webwppDefTheme</vt:lpstr>
      <vt:lpstr>30_webwppDefTheme</vt:lpstr>
      <vt:lpstr>3_White</vt:lpstr>
      <vt:lpstr>1_White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qianjianghao</dc:creator>
  <cp:lastModifiedBy>Jing Chen</cp:lastModifiedBy>
  <cp:revision>2183</cp:revision>
  <cp:lastPrinted>2020-08-24T06:52:00Z</cp:lastPrinted>
  <dcterms:created xsi:type="dcterms:W3CDTF">2020-08-24T06:52:00Z</dcterms:created>
  <dcterms:modified xsi:type="dcterms:W3CDTF">2026-07-30T08:47:51Z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2052-11.1.0.10463</vt:lpwstr>
  </property>
  <property fmtid="{D5CDD505-2E9C-101B-9397-08002B2CF9AE}" pid="3" name="ICV">
    <vt:lpwstr>6CE3AC170A46476F9F966556CB5A9253</vt:lpwstr>
  </property>
</Properties>
</file>