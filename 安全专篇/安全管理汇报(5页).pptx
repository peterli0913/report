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07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309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10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313.xml" ContentType="application/vnd.openxmlformats-officedocument.presentationml.slideLayout+xml"/>
  <Override PartName="/ppt/slideLayouts/slideLayout314.xml" ContentType="application/vnd.openxmlformats-officedocument.presentationml.slideLayout+xml"/>
  <Override PartName="/ppt/slideLayouts/slideLayout315.xml" ContentType="application/vnd.openxmlformats-officedocument.presentationml.slideLayout+xml"/>
  <Override PartName="/ppt/slideLayouts/slideLayout316.xml" ContentType="application/vnd.openxmlformats-officedocument.presentationml.slideLayout+xml"/>
  <Override PartName="/ppt/slideLayouts/slideLayout317.xml" ContentType="application/vnd.openxmlformats-officedocument.presentationml.slideLayout+xml"/>
  <Override PartName="/ppt/slideLayouts/slideLayout318.xml" ContentType="application/vnd.openxmlformats-officedocument.presentationml.slideLayout+xml"/>
  <Override PartName="/ppt/slideLayouts/slideLayout31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20.xml" ContentType="application/vnd.openxmlformats-officedocument.presentationml.slideLayout+xml"/>
  <Override PartName="/ppt/slideLayouts/slideLayout321.xml" ContentType="application/vnd.openxmlformats-officedocument.presentationml.slideLayout+xml"/>
  <Override PartName="/ppt/slideLayouts/slideLayout322.xml" ContentType="application/vnd.openxmlformats-officedocument.presentationml.slideLayout+xml"/>
  <Override PartName="/ppt/slideLayouts/slideLayout323.xml" ContentType="application/vnd.openxmlformats-officedocument.presentationml.slideLayout+xml"/>
  <Override PartName="/ppt/slideLayouts/slideLayout324.xml" ContentType="application/vnd.openxmlformats-officedocument.presentationml.slideLayout+xml"/>
  <Override PartName="/ppt/slideLayouts/slideLayout325.xml" ContentType="application/vnd.openxmlformats-officedocument.presentationml.slideLayout+xml"/>
  <Override PartName="/ppt/slideLayouts/slideLayout326.xml" ContentType="application/vnd.openxmlformats-officedocument.presentationml.slideLayout+xml"/>
  <Override PartName="/ppt/slideLayouts/slideLayout327.xml" ContentType="application/vnd.openxmlformats-officedocument.presentationml.slideLayout+xml"/>
  <Override PartName="/ppt/slideLayouts/slideLayout328.xml" ContentType="application/vnd.openxmlformats-officedocument.presentationml.slideLayout+xml"/>
  <Override PartName="/ppt/slideLayouts/slideLayout329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30.xml" ContentType="application/vnd.openxmlformats-officedocument.presentationml.slideLayout+xml"/>
  <Override PartName="/ppt/slideLayouts/slideLayout331.xml" ContentType="application/vnd.openxmlformats-officedocument.presentationml.slideLayout+xml"/>
  <Override PartName="/ppt/slideLayouts/slideLayout332.xml" ContentType="application/vnd.openxmlformats-officedocument.presentationml.slideLayout+xml"/>
  <Override PartName="/ppt/slideLayouts/slideLayout333.xml" ContentType="application/vnd.openxmlformats-officedocument.presentationml.slideLayout+xml"/>
  <Override PartName="/ppt/slideLayouts/slideLayout334.xml" ContentType="application/vnd.openxmlformats-officedocument.presentationml.slideLayout+xml"/>
  <Override PartName="/ppt/slideLayouts/slideLayout335.xml" ContentType="application/vnd.openxmlformats-officedocument.presentationml.slideLayout+xml"/>
  <Override PartName="/ppt/slideLayouts/slideLayout336.xml" ContentType="application/vnd.openxmlformats-officedocument.presentationml.slideLayout+xml"/>
  <Override PartName="/ppt/slideLayouts/slideLayout337.xml" ContentType="application/vnd.openxmlformats-officedocument.presentationml.slideLayout+xml"/>
  <Override PartName="/ppt/slideLayouts/slideLayout338.xml" ContentType="application/vnd.openxmlformats-officedocument.presentationml.slideLayout+xml"/>
  <Override PartName="/ppt/slideLayouts/slideLayout339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40.xml" ContentType="application/vnd.openxmlformats-officedocument.presentationml.slideLayout+xml"/>
  <Override PartName="/ppt/slideLayouts/slideLayout341.xml" ContentType="application/vnd.openxmlformats-officedocument.presentationml.slideLayout+xml"/>
  <Override PartName="/ppt/slideLayouts/slideLayout342.xml" ContentType="application/vnd.openxmlformats-officedocument.presentationml.slideLayout+xml"/>
  <Override PartName="/ppt/slideLayouts/slideLayout343.xml" ContentType="application/vnd.openxmlformats-officedocument.presentationml.slideLayout+xml"/>
  <Override PartName="/ppt/slideLayouts/slideLayout344.xml" ContentType="application/vnd.openxmlformats-officedocument.presentationml.slideLayout+xml"/>
  <Override PartName="/ppt/slideLayouts/slideLayout345.xml" ContentType="application/vnd.openxmlformats-officedocument.presentationml.slideLayout+xml"/>
  <Override PartName="/ppt/slideLayouts/slideLayout346.xml" ContentType="application/vnd.openxmlformats-officedocument.presentationml.slideLayout+xml"/>
  <Override PartName="/ppt/slideLayouts/slideLayout347.xml" ContentType="application/vnd.openxmlformats-officedocument.presentationml.slideLayout+xml"/>
  <Override PartName="/ppt/slideLayouts/slideLayout348.xml" ContentType="application/vnd.openxmlformats-officedocument.presentationml.slideLayout+xml"/>
  <Override PartName="/ppt/slideLayouts/slideLayout349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50.xml" ContentType="application/vnd.openxmlformats-officedocument.presentationml.slideLayout+xml"/>
  <Override PartName="/ppt/slideLayouts/slideLayout351.xml" ContentType="application/vnd.openxmlformats-officedocument.presentationml.slideLayout+xml"/>
  <Override PartName="/ppt/slideLayouts/slideLayout352.xml" ContentType="application/vnd.openxmlformats-officedocument.presentationml.slideLayout+xml"/>
  <Override PartName="/ppt/slideLayouts/slideLayout353.xml" ContentType="application/vnd.openxmlformats-officedocument.presentationml.slideLayout+xml"/>
  <Override PartName="/ppt/slideLayouts/slideLayout354.xml" ContentType="application/vnd.openxmlformats-officedocument.presentationml.slideLayout+xml"/>
  <Override PartName="/ppt/slideLayouts/slideLayout355.xml" ContentType="application/vnd.openxmlformats-officedocument.presentationml.slideLayout+xml"/>
  <Override PartName="/ppt/slideLayouts/slideLayout356.xml" ContentType="application/vnd.openxmlformats-officedocument.presentationml.slideLayout+xml"/>
  <Override PartName="/ppt/slideLayouts/slideLayout357.xml" ContentType="application/vnd.openxmlformats-officedocument.presentationml.slideLayout+xml"/>
  <Override PartName="/ppt/slideLayouts/slideLayout358.xml" ContentType="application/vnd.openxmlformats-officedocument.presentationml.slideLayout+xml"/>
  <Override PartName="/ppt/slideLayouts/slideLayout359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60.xml" ContentType="application/vnd.openxmlformats-officedocument.presentationml.slideLayout+xml"/>
  <Override PartName="/ppt/slideLayouts/slideLayout361.xml" ContentType="application/vnd.openxmlformats-officedocument.presentationml.slideLayout+xml"/>
  <Override PartName="/ppt/slideLayouts/slideLayout362.xml" ContentType="application/vnd.openxmlformats-officedocument.presentationml.slideLayout+xml"/>
  <Override PartName="/ppt/slideLayouts/slideLayout363.xml" ContentType="application/vnd.openxmlformats-officedocument.presentationml.slideLayout+xml"/>
  <Override PartName="/ppt/slideLayouts/slideLayout364.xml" ContentType="application/vnd.openxmlformats-officedocument.presentationml.slideLayout+xml"/>
  <Override PartName="/ppt/slideLayouts/slideLayout365.xml" ContentType="application/vnd.openxmlformats-officedocument.presentationml.slideLayout+xml"/>
  <Override PartName="/ppt/slideLayouts/slideLayout366.xml" ContentType="application/vnd.openxmlformats-officedocument.presentationml.slideLayout+xml"/>
  <Override PartName="/ppt/slideLayouts/slideLayout367.xml" ContentType="application/vnd.openxmlformats-officedocument.presentationml.slideLayout+xml"/>
  <Override PartName="/ppt/slideLayouts/slideLayout368.xml" ContentType="application/vnd.openxmlformats-officedocument.presentationml.slideLayout+xml"/>
  <Override PartName="/ppt/slideLayouts/slideLayout369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70.xml" ContentType="application/vnd.openxmlformats-officedocument.presentationml.slideLayout+xml"/>
  <Override PartName="/ppt/slideLayouts/slideLayout371.xml" ContentType="application/vnd.openxmlformats-officedocument.presentationml.slideLayout+xml"/>
  <Override PartName="/ppt/slideLayouts/slideLayout372.xml" ContentType="application/vnd.openxmlformats-officedocument.presentationml.slideLayout+xml"/>
  <Override PartName="/ppt/slideLayouts/slideLayout373.xml" ContentType="application/vnd.openxmlformats-officedocument.presentationml.slideLayout+xml"/>
  <Override PartName="/ppt/slideLayouts/slideLayout374.xml" ContentType="application/vnd.openxmlformats-officedocument.presentationml.slideLayout+xml"/>
  <Override PartName="/ppt/slideLayouts/slideLayout375.xml" ContentType="application/vnd.openxmlformats-officedocument.presentationml.slideLayout+xml"/>
  <Override PartName="/ppt/slideLayouts/slideLayout376.xml" ContentType="application/vnd.openxmlformats-officedocument.presentationml.slideLayout+xml"/>
  <Override PartName="/ppt/slideLayouts/slideLayout377.xml" ContentType="application/vnd.openxmlformats-officedocument.presentationml.slideLayout+xml"/>
  <Override PartName="/ppt/slideLayouts/slideLayout378.xml" ContentType="application/vnd.openxmlformats-officedocument.presentationml.slideLayout+xml"/>
  <Override PartName="/ppt/slideLayouts/slideLayout37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80.xml" ContentType="application/vnd.openxmlformats-officedocument.presentationml.slideLayout+xml"/>
  <Override PartName="/ppt/slideLayouts/slideLayout381.xml" ContentType="application/vnd.openxmlformats-officedocument.presentationml.slideLayout+xml"/>
  <Override PartName="/ppt/slideLayouts/slideLayout382.xml" ContentType="application/vnd.openxmlformats-officedocument.presentationml.slideLayout+xml"/>
  <Override PartName="/ppt/slideLayouts/slideLayout383.xml" ContentType="application/vnd.openxmlformats-officedocument.presentationml.slideLayout+xml"/>
  <Override PartName="/ppt/slideLayouts/slideLayout384.xml" ContentType="application/vnd.openxmlformats-officedocument.presentationml.slideLayout+xml"/>
  <Override PartName="/ppt/slideLayouts/slideLayout385.xml" ContentType="application/vnd.openxmlformats-officedocument.presentationml.slideLayout+xml"/>
  <Override PartName="/ppt/slideLayouts/slideLayout386.xml" ContentType="application/vnd.openxmlformats-officedocument.presentationml.slideLayout+xml"/>
  <Override PartName="/ppt/slideLayouts/slideLayout387.xml" ContentType="application/vnd.openxmlformats-officedocument.presentationml.slideLayout+xml"/>
  <Override PartName="/ppt/slideLayouts/slideLayout388.xml" ContentType="application/vnd.openxmlformats-officedocument.presentationml.slideLayout+xml"/>
  <Override PartName="/ppt/slideLayouts/slideLayout38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9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27.xml" ContentType="application/vnd.openxmlformats-officedocument.theme+xml"/>
  <Override PartName="/ppt/theme/theme28.xml" ContentType="application/vnd.openxmlformats-officedocument.theme+xml"/>
  <Override PartName="/ppt/theme/theme29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ppt/theme/theme32.xml" ContentType="application/vnd.openxmlformats-officedocument.theme+xml"/>
  <Override PartName="/ppt/theme/theme33.xml" ContentType="application/vnd.openxmlformats-officedocument.theme+xml"/>
  <Override PartName="/ppt/theme/theme34.xml" ContentType="application/vnd.openxmlformats-officedocument.theme+xml"/>
  <Override PartName="/ppt/theme/theme35.xml" ContentType="application/vnd.openxmlformats-officedocument.theme+xml"/>
  <Override PartName="/ppt/theme/theme36.xml" ContentType="application/vnd.openxmlformats-officedocument.theme+xml"/>
  <Override PartName="/ppt/theme/theme37.xml" ContentType="application/vnd.openxmlformats-officedocument.theme+xml"/>
  <Override PartName="/ppt/theme/theme38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>
  <p:sldMasterIdLst>
    <p:sldMasterId id="2147483648" r:id="rId1"/>
    <p:sldMasterId id="2147483660" r:id="rId3"/>
    <p:sldMasterId id="2147483672" r:id="rId4"/>
    <p:sldMasterId id="2147483683" r:id="rId5"/>
    <p:sldMasterId id="2147483695" r:id="rId6"/>
    <p:sldMasterId id="2147483706" r:id="rId7"/>
    <p:sldMasterId id="2147483718" r:id="rId8"/>
    <p:sldMasterId id="2147483729" r:id="rId9"/>
    <p:sldMasterId id="2147483740" r:id="rId10"/>
    <p:sldMasterId id="2147483751" r:id="rId11"/>
    <p:sldMasterId id="2147483763" r:id="rId12"/>
    <p:sldMasterId id="2147483775" r:id="rId13"/>
    <p:sldMasterId id="2147483789" r:id="rId14"/>
    <p:sldMasterId id="2147483801" r:id="rId15"/>
    <p:sldMasterId id="2147483813" r:id="rId16"/>
    <p:sldMasterId id="2147483824" r:id="rId17"/>
    <p:sldMasterId id="2147483836" r:id="rId18"/>
    <p:sldMasterId id="2147483848" r:id="rId19"/>
    <p:sldMasterId id="2147483859" r:id="rId20"/>
    <p:sldMasterId id="2147483871" r:id="rId21"/>
    <p:sldMasterId id="2147483883" r:id="rId22"/>
    <p:sldMasterId id="2147483895" r:id="rId23"/>
    <p:sldMasterId id="2147483907" r:id="rId24"/>
    <p:sldMasterId id="2147483918" r:id="rId25"/>
    <p:sldMasterId id="2147483929" r:id="rId26"/>
    <p:sldMasterId id="2147483941" r:id="rId27"/>
    <p:sldMasterId id="2147483952" r:id="rId28"/>
    <p:sldMasterId id="2147483963" r:id="rId29"/>
    <p:sldMasterId id="2147483975" r:id="rId30"/>
    <p:sldMasterId id="2147483986" r:id="rId31"/>
    <p:sldMasterId id="2147483992" r:id="rId32"/>
    <p:sldMasterId id="2147484003" r:id="rId33"/>
    <p:sldMasterId id="2147484014" r:id="rId34"/>
    <p:sldMasterId id="2147484025" r:id="rId35"/>
    <p:sldMasterId id="2147484037" r:id="rId36"/>
    <p:sldMasterId id="2147484049" r:id="rId37"/>
    <p:sldMasterId id="2147484062" r:id="rId38"/>
  </p:sldMasterIdLst>
  <p:notesMasterIdLst>
    <p:notesMasterId r:id="rId40"/>
  </p:notesMasterIdLst>
  <p:sldIdLst>
    <p:sldId id="4751" r:id="rId39"/>
    <p:sldId id="4736" r:id="rId41"/>
    <p:sldId id="4737" r:id="rId42"/>
    <p:sldId id="4748" r:id="rId43"/>
    <p:sldId id="4750" r:id="rId44"/>
  </p:sldIdLst>
  <p:sldSz cx="9144000" cy="5143500" type="screen16x9"/>
  <p:notesSz cx="6858000" cy="9144000"/>
  <p:defaultTextStyle>
    <a:defPPr>
      <a:defRPr lang="en-US"/>
    </a:defPPr>
    <a:lvl1pPr algn="l" defTabSz="309880" rtl="0" eaLnBrk="0" fontAlgn="base" hangingPunct="0">
      <a:spcBef>
        <a:spcPct val="0"/>
      </a:spcBef>
      <a:spcAft>
        <a:spcPct val="0"/>
      </a:spcAft>
      <a:defRPr sz="750" kern="1200">
        <a:solidFill>
          <a:srgbClr val="252D30"/>
        </a:solidFill>
        <a:latin typeface="Arial" panose="020B0604020202020204" pitchFamily="34" charset="0"/>
        <a:ea typeface="Helvetica Neue" pitchFamily="2" charset="0"/>
        <a:cs typeface="Helvetica Neue" pitchFamily="2" charset="0"/>
        <a:sym typeface="Arial" panose="020B0604020202020204" pitchFamily="34" charset="0"/>
      </a:defRPr>
    </a:lvl1pPr>
    <a:lvl2pPr marL="171450" indent="-85725" algn="l" defTabSz="309880" rtl="0" eaLnBrk="0" fontAlgn="base" hangingPunct="0">
      <a:spcBef>
        <a:spcPct val="0"/>
      </a:spcBef>
      <a:spcAft>
        <a:spcPct val="0"/>
      </a:spcAft>
      <a:defRPr sz="750" kern="1200">
        <a:solidFill>
          <a:srgbClr val="252D30"/>
        </a:solidFill>
        <a:latin typeface="Arial" panose="020B0604020202020204" pitchFamily="34" charset="0"/>
        <a:ea typeface="Helvetica Neue" pitchFamily="2" charset="0"/>
        <a:cs typeface="Helvetica Neue" pitchFamily="2" charset="0"/>
        <a:sym typeface="Arial" panose="020B0604020202020204" pitchFamily="34" charset="0"/>
      </a:defRPr>
    </a:lvl2pPr>
    <a:lvl3pPr marL="342900" indent="-171450" algn="l" defTabSz="309880" rtl="0" eaLnBrk="0" fontAlgn="base" hangingPunct="0">
      <a:spcBef>
        <a:spcPct val="0"/>
      </a:spcBef>
      <a:spcAft>
        <a:spcPct val="0"/>
      </a:spcAft>
      <a:defRPr sz="750" kern="1200">
        <a:solidFill>
          <a:srgbClr val="252D30"/>
        </a:solidFill>
        <a:latin typeface="Arial" panose="020B0604020202020204" pitchFamily="34" charset="0"/>
        <a:ea typeface="Helvetica Neue" pitchFamily="2" charset="0"/>
        <a:cs typeface="Helvetica Neue" pitchFamily="2" charset="0"/>
        <a:sym typeface="Arial" panose="020B0604020202020204" pitchFamily="34" charset="0"/>
      </a:defRPr>
    </a:lvl3pPr>
    <a:lvl4pPr marL="514350" indent="-257175" algn="l" defTabSz="309880" rtl="0" eaLnBrk="0" fontAlgn="base" hangingPunct="0">
      <a:spcBef>
        <a:spcPct val="0"/>
      </a:spcBef>
      <a:spcAft>
        <a:spcPct val="0"/>
      </a:spcAft>
      <a:defRPr sz="750" kern="1200">
        <a:solidFill>
          <a:srgbClr val="252D30"/>
        </a:solidFill>
        <a:latin typeface="Arial" panose="020B0604020202020204" pitchFamily="34" charset="0"/>
        <a:ea typeface="Helvetica Neue" pitchFamily="2" charset="0"/>
        <a:cs typeface="Helvetica Neue" pitchFamily="2" charset="0"/>
        <a:sym typeface="Arial" panose="020B0604020202020204" pitchFamily="34" charset="0"/>
      </a:defRPr>
    </a:lvl4pPr>
    <a:lvl5pPr marL="685800" indent="-342900" algn="l" defTabSz="309880" rtl="0" eaLnBrk="0" fontAlgn="base" hangingPunct="0">
      <a:spcBef>
        <a:spcPct val="0"/>
      </a:spcBef>
      <a:spcAft>
        <a:spcPct val="0"/>
      </a:spcAft>
      <a:defRPr sz="750" kern="1200">
        <a:solidFill>
          <a:srgbClr val="252D30"/>
        </a:solidFill>
        <a:latin typeface="Arial" panose="020B0604020202020204" pitchFamily="34" charset="0"/>
        <a:ea typeface="Helvetica Neue" pitchFamily="2" charset="0"/>
        <a:cs typeface="Helvetica Neue" pitchFamily="2" charset="0"/>
        <a:sym typeface="Arial" panose="020B0604020202020204" pitchFamily="34" charset="0"/>
      </a:defRPr>
    </a:lvl5pPr>
    <a:lvl6pPr marL="857250" algn="l" defTabSz="342900" rtl="0" eaLnBrk="1" latinLnBrk="0" hangingPunct="1">
      <a:defRPr sz="750" kern="1200">
        <a:solidFill>
          <a:srgbClr val="252D30"/>
        </a:solidFill>
        <a:latin typeface="Arial" panose="020B0604020202020204" pitchFamily="34" charset="0"/>
        <a:ea typeface="Helvetica Neue" pitchFamily="2" charset="0"/>
        <a:cs typeface="Helvetica Neue" pitchFamily="2" charset="0"/>
        <a:sym typeface="Arial" panose="020B0604020202020204" pitchFamily="34" charset="0"/>
      </a:defRPr>
    </a:lvl6pPr>
    <a:lvl7pPr marL="1028700" algn="l" defTabSz="342900" rtl="0" eaLnBrk="1" latinLnBrk="0" hangingPunct="1">
      <a:defRPr sz="750" kern="1200">
        <a:solidFill>
          <a:srgbClr val="252D30"/>
        </a:solidFill>
        <a:latin typeface="Arial" panose="020B0604020202020204" pitchFamily="34" charset="0"/>
        <a:ea typeface="Helvetica Neue" pitchFamily="2" charset="0"/>
        <a:cs typeface="Helvetica Neue" pitchFamily="2" charset="0"/>
        <a:sym typeface="Arial" panose="020B0604020202020204" pitchFamily="34" charset="0"/>
      </a:defRPr>
    </a:lvl7pPr>
    <a:lvl8pPr marL="1200150" algn="l" defTabSz="342900" rtl="0" eaLnBrk="1" latinLnBrk="0" hangingPunct="1">
      <a:defRPr sz="750" kern="1200">
        <a:solidFill>
          <a:srgbClr val="252D30"/>
        </a:solidFill>
        <a:latin typeface="Arial" panose="020B0604020202020204" pitchFamily="34" charset="0"/>
        <a:ea typeface="Helvetica Neue" pitchFamily="2" charset="0"/>
        <a:cs typeface="Helvetica Neue" pitchFamily="2" charset="0"/>
        <a:sym typeface="Arial" panose="020B0604020202020204" pitchFamily="34" charset="0"/>
      </a:defRPr>
    </a:lvl8pPr>
    <a:lvl9pPr marL="1371600" algn="l" defTabSz="342900" rtl="0" eaLnBrk="1" latinLnBrk="0" hangingPunct="1">
      <a:defRPr sz="750" kern="1200">
        <a:solidFill>
          <a:srgbClr val="252D30"/>
        </a:solidFill>
        <a:latin typeface="Arial" panose="020B0604020202020204" pitchFamily="34" charset="0"/>
        <a:ea typeface="Helvetica Neue" pitchFamily="2" charset="0"/>
        <a:cs typeface="Helvetica Neue" pitchFamily="2" charset="0"/>
        <a:sym typeface="Arial" panose="020B0604020202020204" pitchFamily="34" charset="0"/>
      </a:defRPr>
    </a:lvl9pPr>
  </p:defaultTextStyle>
  <p:extLst>
    <p:ext uri="{521415D9-36F7-43E2-AB2F-B90AF26B5E84}">
      <p14:sectionLst xmlns:p14="http://schemas.microsoft.com/office/powerpoint/2010/main">
        <p14:section name="默认节" id="{E986B130-2AFF-4B6C-ACE2-764B932D0865}">
          <p14:sldIdLst>
            <p14:sldId id="4751"/>
            <p14:sldId id="4736"/>
            <p14:sldId id="4737"/>
            <p14:sldId id="4748"/>
            <p14:sldId id="4750"/>
          </p14:sldIdLst>
        </p14:section>
      </p14:sectionLst>
    </p:ext>
    <p:ext uri="{EFAFB233-063F-42B5-8137-9DF3F51BA10A}">
      <p15:sldGuideLst xmlns:p15="http://schemas.microsoft.com/office/powerpoint/2012/main">
        <p15:guide id="1" pos="5640" userDrawn="1">
          <p15:clr>
            <a:srgbClr val="A4A3A4"/>
          </p15:clr>
        </p15:guide>
        <p15:guide id="2" orient="horz" pos="3020" userDrawn="1">
          <p15:clr>
            <a:srgbClr val="A4A3A4"/>
          </p15:clr>
        </p15:guide>
        <p15:guide id="3" orient="horz" pos="259" userDrawn="1">
          <p15:clr>
            <a:srgbClr val="A4A3A4"/>
          </p15:clr>
        </p15:guide>
        <p15:guide id="4" orient="horz" pos="1455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haoyang Meng" initials="ZM" lastIdx="1" clrIdx="0"/>
  <p:cmAuthor id="4" name="Mengxuan Li" initials="ML" lastIdx="357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C23E3E"/>
    <a:srgbClr val="D9FC04"/>
    <a:srgbClr val="B64AB1"/>
    <a:srgbClr val="E67A4A"/>
    <a:srgbClr val="1B2764"/>
    <a:srgbClr val="1B2662"/>
    <a:srgbClr val="1D2D68"/>
    <a:srgbClr val="1C2A68"/>
    <a:srgbClr val="1A2560"/>
    <a:srgbClr val="191E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554" autoAdjust="0"/>
    <p:restoredTop sz="94587" autoAdjust="0"/>
  </p:normalViewPr>
  <p:slideViewPr>
    <p:cSldViewPr snapToGrid="0" snapToObjects="1" showGuides="1">
      <p:cViewPr varScale="1">
        <p:scale>
          <a:sx n="96" d="100"/>
          <a:sy n="96" d="100"/>
        </p:scale>
        <p:origin x="822" y="78"/>
      </p:cViewPr>
      <p:guideLst>
        <p:guide pos="5640"/>
        <p:guide orient="horz" pos="3020"/>
        <p:guide orient="horz" pos="259"/>
        <p:guide orient="horz" pos="1455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42" d="100"/>
        <a:sy n="42" d="100"/>
      </p:scale>
      <p:origin x="0" y="-5588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slideMaster" Target="slideMasters/slideMaster27.xml"/><Relationship Id="rId29" Type="http://schemas.openxmlformats.org/officeDocument/2006/relationships/slideMaster" Target="slideMasters/slideMaster28.xml"/><Relationship Id="rId30" Type="http://schemas.openxmlformats.org/officeDocument/2006/relationships/slideMaster" Target="slideMasters/slideMaster29.xml"/><Relationship Id="rId31" Type="http://schemas.openxmlformats.org/officeDocument/2006/relationships/slideMaster" Target="slideMasters/slideMaster30.xml"/><Relationship Id="rId32" Type="http://schemas.openxmlformats.org/officeDocument/2006/relationships/slideMaster" Target="slideMasters/slideMaster31.xml"/><Relationship Id="rId33" Type="http://schemas.openxmlformats.org/officeDocument/2006/relationships/slideMaster" Target="slideMasters/slideMaster32.xml"/><Relationship Id="rId34" Type="http://schemas.openxmlformats.org/officeDocument/2006/relationships/slideMaster" Target="slideMasters/slideMaster33.xml"/><Relationship Id="rId35" Type="http://schemas.openxmlformats.org/officeDocument/2006/relationships/slideMaster" Target="slideMasters/slideMaster34.xml"/><Relationship Id="rId36" Type="http://schemas.openxmlformats.org/officeDocument/2006/relationships/slideMaster" Target="slideMasters/slideMaster35.xml"/><Relationship Id="rId37" Type="http://schemas.openxmlformats.org/officeDocument/2006/relationships/slideMaster" Target="slideMasters/slideMaster36.xml"/><Relationship Id="rId38" Type="http://schemas.openxmlformats.org/officeDocument/2006/relationships/slideMaster" Target="slideMasters/slideMaster37.xml"/><Relationship Id="rId39" Type="http://schemas.openxmlformats.org/officeDocument/2006/relationships/slide" Target="slides/slide1.xml"/><Relationship Id="rId40" Type="http://schemas.openxmlformats.org/officeDocument/2006/relationships/notesMaster" Target="notesMasters/notesMaster1.xml"/><Relationship Id="rId41" Type="http://schemas.openxmlformats.org/officeDocument/2006/relationships/slide" Target="slides/slide2.xml"/><Relationship Id="rId42" Type="http://schemas.openxmlformats.org/officeDocument/2006/relationships/slide" Target="slides/slide3.xml"/><Relationship Id="rId43" Type="http://schemas.openxmlformats.org/officeDocument/2006/relationships/slide" Target="slides/slide4.xml"/><Relationship Id="rId44" Type="http://schemas.openxmlformats.org/officeDocument/2006/relationships/slide" Target="slides/slide5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ableStyles" Target="tableStyles.xml"/><Relationship Id="rId48" Type="http://schemas.openxmlformats.org/officeDocument/2006/relationships/commentAuthors" Target="commentAuthor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hape 66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5123" name="Shape 67"/>
          <p:cNvSpPr>
            <a:spLocks noGrp="1" noChangeArrowheads="1"/>
          </p:cNvSpPr>
          <p:nvPr>
            <p:ph type="body" sz="quarter" idx="9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endParaRPr lang="zh-CN" altLang="zh-CN">
              <a:sym typeface="Helvetica Neue" pitchFamily="2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171450" rtl="0" eaLnBrk="0" fontAlgn="base" hangingPunct="0">
      <a:lnSpc>
        <a:spcPct val="117000"/>
      </a:lnSpc>
      <a:spcBef>
        <a:spcPct val="0"/>
      </a:spcBef>
      <a:spcAft>
        <a:spcPct val="0"/>
      </a:spcAft>
      <a:defRPr sz="825">
        <a:solidFill>
          <a:schemeClr val="tx1"/>
        </a:solidFill>
        <a:latin typeface="+mn-lt"/>
        <a:ea typeface="+mn-ea"/>
        <a:cs typeface="+mn-cs"/>
        <a:sym typeface="Helvetica Neue" pitchFamily="2" charset="0"/>
      </a:defRPr>
    </a:lvl1pPr>
    <a:lvl2pPr marL="278765" indent="-107315" algn="l" defTabSz="171450" rtl="0" eaLnBrk="0" fontAlgn="base" hangingPunct="0">
      <a:lnSpc>
        <a:spcPct val="117000"/>
      </a:lnSpc>
      <a:spcBef>
        <a:spcPct val="0"/>
      </a:spcBef>
      <a:spcAft>
        <a:spcPct val="0"/>
      </a:spcAft>
      <a:defRPr sz="825">
        <a:solidFill>
          <a:schemeClr val="tx1"/>
        </a:solidFill>
        <a:latin typeface="+mn-lt"/>
        <a:ea typeface="+mn-ea"/>
        <a:cs typeface="+mn-cs"/>
        <a:sym typeface="Helvetica Neue" pitchFamily="2" charset="0"/>
      </a:defRPr>
    </a:lvl2pPr>
    <a:lvl3pPr marL="428625" indent="-85725" algn="l" defTabSz="171450" rtl="0" eaLnBrk="0" fontAlgn="base" hangingPunct="0">
      <a:lnSpc>
        <a:spcPct val="117000"/>
      </a:lnSpc>
      <a:spcBef>
        <a:spcPct val="0"/>
      </a:spcBef>
      <a:spcAft>
        <a:spcPct val="0"/>
      </a:spcAft>
      <a:defRPr sz="825">
        <a:solidFill>
          <a:schemeClr val="tx1"/>
        </a:solidFill>
        <a:latin typeface="+mn-lt"/>
        <a:ea typeface="+mn-ea"/>
        <a:cs typeface="+mn-cs"/>
        <a:sym typeface="Helvetica Neue" pitchFamily="2" charset="0"/>
      </a:defRPr>
    </a:lvl3pPr>
    <a:lvl4pPr marL="600075" indent="-85725" algn="l" defTabSz="171450" rtl="0" eaLnBrk="0" fontAlgn="base" hangingPunct="0">
      <a:lnSpc>
        <a:spcPct val="117000"/>
      </a:lnSpc>
      <a:spcBef>
        <a:spcPct val="0"/>
      </a:spcBef>
      <a:spcAft>
        <a:spcPct val="0"/>
      </a:spcAft>
      <a:defRPr sz="825">
        <a:solidFill>
          <a:schemeClr val="tx1"/>
        </a:solidFill>
        <a:latin typeface="+mn-lt"/>
        <a:ea typeface="+mn-ea"/>
        <a:cs typeface="+mn-cs"/>
        <a:sym typeface="Helvetica Neue" pitchFamily="2" charset="0"/>
      </a:defRPr>
    </a:lvl4pPr>
    <a:lvl5pPr marL="771525" indent="-85725" algn="l" defTabSz="171450" rtl="0" eaLnBrk="0" fontAlgn="base" hangingPunct="0">
      <a:lnSpc>
        <a:spcPct val="117000"/>
      </a:lnSpc>
      <a:spcBef>
        <a:spcPct val="0"/>
      </a:spcBef>
      <a:spcAft>
        <a:spcPct val="0"/>
      </a:spcAft>
      <a:defRPr sz="825">
        <a:solidFill>
          <a:schemeClr val="tx1"/>
        </a:solidFill>
        <a:latin typeface="+mn-lt"/>
        <a:ea typeface="+mn-ea"/>
        <a:cs typeface="+mn-cs"/>
        <a:sym typeface="Helvetica Neue" pitchFamily="2" charset="0"/>
      </a:defRPr>
    </a:lvl5pPr>
    <a:lvl6pPr indent="428625" defTabSz="171450" latinLnBrk="0">
      <a:lnSpc>
        <a:spcPct val="117000"/>
      </a:lnSpc>
      <a:defRPr sz="825">
        <a:latin typeface="+mn-lt"/>
        <a:ea typeface="+mn-ea"/>
        <a:cs typeface="+mn-cs"/>
        <a:sym typeface="Helvetica Neue" panose="02000503000000020004"/>
      </a:defRPr>
    </a:lvl6pPr>
    <a:lvl7pPr indent="514350" defTabSz="171450" latinLnBrk="0">
      <a:lnSpc>
        <a:spcPct val="117000"/>
      </a:lnSpc>
      <a:defRPr sz="825">
        <a:latin typeface="+mn-lt"/>
        <a:ea typeface="+mn-ea"/>
        <a:cs typeface="+mn-cs"/>
        <a:sym typeface="Helvetica Neue" panose="02000503000000020004"/>
      </a:defRPr>
    </a:lvl7pPr>
    <a:lvl8pPr indent="600075" defTabSz="171450" latinLnBrk="0">
      <a:lnSpc>
        <a:spcPct val="117000"/>
      </a:lnSpc>
      <a:defRPr sz="825">
        <a:latin typeface="+mn-lt"/>
        <a:ea typeface="+mn-ea"/>
        <a:cs typeface="+mn-cs"/>
        <a:sym typeface="Helvetica Neue" panose="02000503000000020004"/>
      </a:defRPr>
    </a:lvl8pPr>
    <a:lvl9pPr indent="685800" defTabSz="171450" latinLnBrk="0">
      <a:lnSpc>
        <a:spcPct val="117000"/>
      </a:lnSpc>
      <a:defRPr sz="825">
        <a:latin typeface="+mn-lt"/>
        <a:ea typeface="+mn-ea"/>
        <a:cs typeface="+mn-cs"/>
        <a:sym typeface="Helvetica Neue" panose="02000503000000020004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e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e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jpe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jpe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.jpe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.jpeg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.jpeg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.jpeg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1.jpeg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1.jpeg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2.png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.jpeg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5.jpeg"/><Relationship Id="rId3" Type="http://schemas.openxmlformats.org/officeDocument/2006/relationships/image" Target="../media/image2.png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1.jpeg"/></Relationships>
</file>

<file path=ppt/slideLayouts/_rels/slideLayout1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6.png"/></Relationships>
</file>

<file path=ppt/slideLayouts/_rels/slideLayout1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1.jpeg"/></Relationships>
</file>

<file path=ppt/slideLayouts/_rels/slideLayout1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6.png"/></Relationships>
</file>

<file path=ppt/slideLayouts/_rels/slideLayout1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1.jpeg"/></Relationships>
</file>

<file path=ppt/slideLayouts/_rels/slideLayout1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1.jpeg"/></Relationships>
</file>

<file path=ppt/slideLayouts/_rels/slideLayout1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6.png"/></Relationships>
</file>

<file path=ppt/slideLayouts/_rels/slideLayout1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1.jpeg"/></Relationships>
</file>

<file path=ppt/slideLayouts/_rels/slideLayout1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6.png"/></Relationships>
</file>

<file path=ppt/slideLayouts/_rels/slideLayout1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1.jpeg"/></Relationships>
</file>

<file path=ppt/slideLayouts/_rels/slideLayout1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1.jpeg"/></Relationships>
</file>

<file path=ppt/slideLayouts/_rels/slideLayout2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6.png"/></Relationships>
</file>

<file path=ppt/slideLayouts/_rels/slideLayout2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Relationship Id="rId2" Type="http://schemas.openxmlformats.org/officeDocument/2006/relationships/image" Target="../media/image1.jpeg"/></Relationships>
</file>

<file path=ppt/slideLayouts/_rels/slideLayout2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Relationship Id="rId2" Type="http://schemas.openxmlformats.org/officeDocument/2006/relationships/image" Target="../media/image6.png"/></Relationships>
</file>

<file path=ppt/slideLayouts/_rels/slideLayout2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Relationship Id="rId2" Type="http://schemas.openxmlformats.org/officeDocument/2006/relationships/image" Target="../media/image1.jpeg"/></Relationships>
</file>

<file path=ppt/slideLayouts/_rels/slideLayout2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Relationship Id="rId2" Type="http://schemas.openxmlformats.org/officeDocument/2006/relationships/image" Target="../media/image6.png"/></Relationships>
</file>

<file path=ppt/slideLayouts/_rels/slideLayout2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Relationship Id="rId2" Type="http://schemas.openxmlformats.org/officeDocument/2006/relationships/image" Target="../media/image1.jpeg"/></Relationships>
</file>

<file path=ppt/slideLayouts/_rels/slideLayout2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Relationship Id="rId2" Type="http://schemas.openxmlformats.org/officeDocument/2006/relationships/image" Target="../media/image6.png"/></Relationships>
</file>

<file path=ppt/slideLayouts/_rels/slideLayout2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image" Target="../media/image1.jpeg"/></Relationships>
</file>

<file path=ppt/slideLayouts/_rels/slideLayout2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Relationship Id="rId2" Type="http://schemas.openxmlformats.org/officeDocument/2006/relationships/image" Target="../media/image1.jpeg"/></Relationships>
</file>

<file path=ppt/slideLayouts/_rels/slideLayout2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1.jpeg"/></Relationships>
</file>

<file path=ppt/slideLayouts/_rels/slideLayout2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6.png"/></Relationships>
</file>

<file path=ppt/slideLayouts/_rels/slideLayout2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Relationship Id="rId2" Type="http://schemas.openxmlformats.org/officeDocument/2006/relationships/image" Target="../media/image1.jpeg"/></Relationships>
</file>

<file path=ppt/slideLayouts/_rels/slideLayout2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Relationship Id="rId2" Type="http://schemas.openxmlformats.org/officeDocument/2006/relationships/image" Target="../media/image1.jpeg"/></Relationships>
</file>

<file path=ppt/slideLayouts/_rels/slideLayout2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Relationship Id="rId2" Type="http://schemas.openxmlformats.org/officeDocument/2006/relationships/image" Target="../media/image1.jpeg"/></Relationships>
</file>

<file path=ppt/slideLayouts/_rels/slideLayout2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3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.jpeg"/></Relationships>
</file>

<file path=ppt/slideLayouts/_rels/slideLayout3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6.png"/></Relationships>
</file>

<file path=ppt/slideLayouts/_rels/slideLayout3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5.jpeg"/><Relationship Id="rId3" Type="http://schemas.openxmlformats.org/officeDocument/2006/relationships/image" Target="../media/image2.png"/></Relationships>
</file>

<file path=ppt/slideLayouts/_rels/slideLayout3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6.png"/></Relationships>
</file>

<file path=ppt/slideLayouts/_rels/slideLayout3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.jpeg"/></Relationships>
</file>

<file path=ppt/slideLayouts/_rels/slideLayout3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Relationship Id="rId2" Type="http://schemas.openxmlformats.org/officeDocument/2006/relationships/image" Target="../media/image1.jpeg"/></Relationships>
</file>

<file path=ppt/slideLayouts/_rels/slideLayout3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3.xml"/><Relationship Id="rId2" Type="http://schemas.openxmlformats.org/officeDocument/2006/relationships/image" Target="../media/image1.jpeg"/></Relationships>
</file>

<file path=ppt/slideLayouts/_rels/slideLayout3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.jpeg"/></Relationships>
</file>

<file path=ppt/slideLayouts/_rels/slideLayout3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6.png"/></Relationships>
</file>

<file path=ppt/slideLayouts/_rels/slideLayout3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5.xml"/><Relationship Id="rId2" Type="http://schemas.openxmlformats.org/officeDocument/2006/relationships/image" Target="../media/image1.jpeg"/></Relationships>
</file>

<file path=ppt/slideLayouts/_rels/slideLayout3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5.xml"/><Relationship Id="rId2" Type="http://schemas.openxmlformats.org/officeDocument/2006/relationships/image" Target="../media/image6.png"/></Relationships>
</file>

<file path=ppt/slideLayouts/_rels/slideLayout3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6.xml"/><Relationship Id="rId2" Type="http://schemas.openxmlformats.org/officeDocument/2006/relationships/image" Target="../media/image7.jpeg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3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6.xml"/><Relationship Id="rId2" Type="http://schemas.openxmlformats.org/officeDocument/2006/relationships/image" Target="../media/image9.jpeg"/></Relationships>
</file>

<file path=ppt/slideLayouts/_rels/slideLayout3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6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3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6.xml"/><Relationship Id="rId2" Type="http://schemas.openxmlformats.org/officeDocument/2006/relationships/image" Target="../media/image10.jpeg"/></Relationships>
</file>

<file path=ppt/slideLayouts/_rels/slideLayout3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6.xml"/><Relationship Id="rId2" Type="http://schemas.openxmlformats.org/officeDocument/2006/relationships/image" Target="../media/image11.jpeg"/></Relationships>
</file>

<file path=ppt/slideLayouts/_rels/slideLayout3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7.xml"/><Relationship Id="rId2" Type="http://schemas.openxmlformats.org/officeDocument/2006/relationships/image" Target="../media/image7.jpeg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3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7.xml"/><Relationship Id="rId2" Type="http://schemas.openxmlformats.org/officeDocument/2006/relationships/image" Target="../media/image9.jpeg"/></Relationships>
</file>

<file path=ppt/slideLayouts/_rels/slideLayout3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3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7.xml"/><Relationship Id="rId2" Type="http://schemas.openxmlformats.org/officeDocument/2006/relationships/image" Target="../media/image10.jpeg"/></Relationships>
</file>

<file path=ppt/slideLayouts/_rels/slideLayout3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7.xml"/><Relationship Id="rId2" Type="http://schemas.openxmlformats.org/officeDocument/2006/relationships/image" Target="../media/image11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1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>
              <a:sym typeface="+mn-ea"/>
            </a:endParaRP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2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67693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7" y="4947088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>
                <a:solidFill>
                  <a:prstClr val="white"/>
                </a:solidFill>
                <a:ea typeface="微软雅黑" panose="020B0503020204020204" pitchFamily="34" charset="-122"/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  <a:ea typeface="微软雅黑" panose="020B0503020204020204" pitchFamily="34" charset="-122"/>
              </a:rPr>
            </a:fld>
            <a:r>
              <a:rPr lang="en-US" altLang="zh-CN">
                <a:solidFill>
                  <a:prstClr val="white"/>
                </a:solidFill>
                <a:ea typeface="微软雅黑" panose="020B0503020204020204" pitchFamily="34" charset="-122"/>
              </a:rPr>
              <a:t>-</a:t>
            </a:r>
            <a:endParaRPr lang="zh-CN" altLang="en-US" dirty="0">
              <a:solidFill>
                <a:prstClr val="white"/>
              </a:solidFill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88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3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lide with photo">
    <p:bg>
      <p:bgPr>
        <a:solidFill>
          <a:srgbClr val="335C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1" name="图片 8" descr="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91314" y="988219"/>
            <a:ext cx="3216116" cy="641271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1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>
              <a:sym typeface="+mn-ea"/>
            </a:endParaRP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2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67693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7" y="4947088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>
                <a:solidFill>
                  <a:prstClr val="white"/>
                </a:solidFill>
                <a:ea typeface="微软雅黑" panose="020B0503020204020204" pitchFamily="34" charset="-122"/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  <a:ea typeface="微软雅黑" panose="020B0503020204020204" pitchFamily="34" charset="-122"/>
              </a:rPr>
            </a:fld>
            <a:r>
              <a:rPr lang="en-US" altLang="zh-CN">
                <a:solidFill>
                  <a:prstClr val="white"/>
                </a:solidFill>
                <a:ea typeface="微软雅黑" panose="020B0503020204020204" pitchFamily="34" charset="-122"/>
              </a:rPr>
              <a:t>-</a:t>
            </a:r>
            <a:endParaRPr lang="zh-CN" altLang="en-US" dirty="0">
              <a:solidFill>
                <a:prstClr val="white"/>
              </a:solidFill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88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3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lide with photo">
    <p:bg>
      <p:bgPr>
        <a:solidFill>
          <a:srgbClr val="335C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1" name="图片 8" descr="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91314" y="988219"/>
            <a:ext cx="3216116" cy="641271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1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hangingPunct="1"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1" hangingPunct="1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hangingPunct="1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>
              <a:sym typeface="+mn-ea"/>
            </a:endParaRP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2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67693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7" y="4947088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eaLnBrk="1" hangingPunct="1">
              <a:defRPr/>
            </a:pPr>
            <a:r>
              <a:rPr lang="en-US" altLang="zh-CN">
                <a:solidFill>
                  <a:prstClr val="white"/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  <a:ea typeface="微软雅黑" panose="020B0503020204020204" pitchFamily="34" charset="-122"/>
                <a:sym typeface="Arial" panose="020B0604020202020204" pitchFamily="34" charset="0"/>
              </a:rPr>
            </a:fld>
            <a:r>
              <a:rPr lang="en-US" altLang="zh-CN">
                <a:solidFill>
                  <a:prstClr val="white"/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-</a:t>
            </a:r>
            <a:endParaRPr lang="zh-CN" altLang="en-US" dirty="0">
              <a:solidFill>
                <a:prstClr val="white"/>
              </a:solidFill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88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3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1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>
              <a:sym typeface="+mn-ea"/>
            </a:endParaRP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2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67693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7" y="4947088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>
                <a:solidFill>
                  <a:prstClr val="white"/>
                </a:solidFill>
                <a:ea typeface="微软雅黑" panose="020B0503020204020204" pitchFamily="34" charset="-122"/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  <a:ea typeface="微软雅黑" panose="020B0503020204020204" pitchFamily="34" charset="-122"/>
              </a:rPr>
            </a:fld>
            <a:r>
              <a:rPr lang="en-US" altLang="zh-CN">
                <a:solidFill>
                  <a:prstClr val="white"/>
                </a:solidFill>
                <a:ea typeface="微软雅黑" panose="020B0503020204020204" pitchFamily="34" charset="-122"/>
              </a:rPr>
              <a:t>-</a:t>
            </a:r>
            <a:endParaRPr lang="zh-CN" altLang="en-US" dirty="0">
              <a:solidFill>
                <a:prstClr val="white"/>
              </a:solidFill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88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3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lide with photo">
    <p:bg>
      <p:bgPr>
        <a:solidFill>
          <a:srgbClr val="335C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1" name="图片 8" descr="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91314" y="988219"/>
            <a:ext cx="3216116" cy="641271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1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>
              <a:sym typeface="+mn-ea"/>
            </a:endParaRP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2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67693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7" y="4947088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>
                <a:solidFill>
                  <a:prstClr val="white"/>
                </a:solidFill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</a:rPr>
            </a:fld>
            <a:r>
              <a:rPr lang="en-US" altLang="zh-CN">
                <a:solidFill>
                  <a:prstClr val="white"/>
                </a:solidFill>
              </a:rPr>
              <a:t>-</a:t>
            </a:r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88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3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02412" y="1731662"/>
            <a:ext cx="8139178" cy="674375"/>
          </a:xfrm>
        </p:spPr>
        <p:txBody>
          <a:bodyPr rIns="25400" anchor="t"/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  <a:endParaRPr lang="zh-CN" altLang="en-US" dirty="0"/>
          </a:p>
        </p:txBody>
      </p:sp>
      <p:sp>
        <p:nvSpPr>
          <p:cNvPr id="4" name="页脚占位符 1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dirty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灯片编号占位符 1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9737B33D-E675-453D-AFF5-E4A3C2713CCF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E76B713F-0625-47A1-A948-CDFDF686D3A6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2412" y="435919"/>
            <a:ext cx="8139178" cy="486000"/>
          </a:xfrm>
        </p:spPr>
        <p:txBody>
          <a:bodyPr/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lang="zh-CN" altLang="en-US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5"/>
            <a:ext cx="8139113" cy="3561874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14C66EAF-C3B8-4A99-935F-E43C4EB8DF9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630079" y="545783"/>
            <a:ext cx="2948940" cy="83629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5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8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0FA44A85-E8C1-419E-B32C-F18CC1F2CBC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502444" y="4203860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4"/>
            <a:ext cx="8139113" cy="3417094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  <a:endParaRPr lang="zh-CN" altLang="en-US">
              <a:sym typeface="+mn-ea"/>
            </a:endParaRPr>
          </a:p>
        </p:txBody>
      </p:sp>
      <p:sp>
        <p:nvSpPr>
          <p:cNvPr id="4" name="页脚占位符 5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dirty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灯片编号占位符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9A7AA7C6-54E6-4B0E-A22A-8CB41808A0E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1" y="0"/>
            <a:ext cx="9147334" cy="5151120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  <a:endParaRPr lang="zh-CN" altLang="en-US">
              <a:sym typeface="+mn-ea"/>
            </a:endParaRPr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4829DFC2-8662-49F5-BF2A-4304236EF53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  <a:endParaRPr lang="zh-CN" altLang="en-US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  <a:endParaRPr lang="zh-CN" altLang="en-US">
              <a:sym typeface="+mn-ea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 smtClean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BC7B413E-A6B6-4F06-BA83-A498B6E5CFE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2412" y="467695"/>
            <a:ext cx="8139178" cy="674375"/>
          </a:xfrm>
        </p:spPr>
        <p:txBody>
          <a:bodyPr rIns="25400"/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lang="zh-CN" altLang="en-US"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A26F4C56-220E-4F7A-B423-ED2970F338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 userDrawn="1"/>
        </p:nvSpPr>
        <p:spPr>
          <a:xfrm>
            <a:off x="7440812" y="4932760"/>
            <a:ext cx="1900833" cy="1962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spcFirstLastPara="1" lIns="17145" rIns="17145" spcCol="3810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67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Confidential|</a:t>
            </a:r>
            <a:r>
              <a:rPr kumimoji="0" lang="zh-CN" altLang="en-US" sz="67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675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cxnSp>
        <p:nvCxnSpPr>
          <p:cNvPr id="3" name="直线连接符 3"/>
          <p:cNvCxnSpPr/>
          <p:nvPr userDrawn="1"/>
        </p:nvCxnSpPr>
        <p:spPr>
          <a:xfrm>
            <a:off x="2452688" y="686396"/>
            <a:ext cx="642342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737" y="4947048"/>
            <a:ext cx="549473" cy="121444"/>
          </a:xfrm>
        </p:spPr>
        <p:txBody>
          <a:bodyPr wrap="square">
            <a:noAutofit/>
          </a:bodyPr>
          <a:lstStyle>
            <a:lvl1pPr algn="ctr">
              <a:defRPr sz="900" smtClean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/>
              <a:t>-</a:t>
            </a:r>
            <a:fld id="{5B668758-3EC2-4CF7-B6EE-CAE930ADAF42}" type="slidenum">
              <a:rPr lang="en-US" altLang="zh-CN" smtClean="0"/>
            </a:fld>
            <a:r>
              <a:rPr lang="en-US" altLang="zh-CN"/>
              <a:t>-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dirty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1ED1FB5E-2E28-4CC1-9EEA-AB5C9B878CED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223" y="613768"/>
            <a:ext cx="2107406" cy="4929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文本框 2"/>
          <p:cNvSpPr txBox="1"/>
          <p:nvPr userDrawn="1"/>
        </p:nvSpPr>
        <p:spPr>
          <a:xfrm>
            <a:off x="7440812" y="4932760"/>
            <a:ext cx="1900833" cy="1962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spcFirstLastPara="1" lIns="17145" rIns="17145" spcCol="3810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675" b="0" i="0" u="none" strike="noStrike" kern="1200" cap="none" spc="0" normalizeH="0" baseline="0" noProof="0" dirty="0">
                <a:ln>
                  <a:noFill/>
                </a:ln>
                <a:solidFill>
                  <a:srgbClr val="386DB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Confidential|</a:t>
            </a:r>
            <a:r>
              <a:rPr kumimoji="0" lang="zh-CN" altLang="en-US" sz="675" b="0" i="0" u="none" strike="noStrike" kern="1200" cap="none" spc="0" normalizeH="0" baseline="0" noProof="0" dirty="0">
                <a:ln>
                  <a:noFill/>
                </a:ln>
                <a:solidFill>
                  <a:srgbClr val="386DB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675" b="0" i="0" u="none" strike="noStrike" kern="1200" cap="none" spc="0" normalizeH="0" baseline="0" noProof="0" dirty="0">
              <a:ln>
                <a:noFill/>
              </a:ln>
              <a:solidFill>
                <a:srgbClr val="386DB4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pic>
        <p:nvPicPr>
          <p:cNvPr id="4" name="图片 1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806617">
            <a:off x="5384602" y="-1947862"/>
            <a:ext cx="7592021" cy="7171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02411" y="1731661"/>
            <a:ext cx="8139178" cy="674375"/>
          </a:xfrm>
        </p:spPr>
        <p:txBody>
          <a:bodyPr rIns="25400" anchor="t"/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  <a:endParaRPr lang="zh-CN" altLang="en-US" dirty="0"/>
          </a:p>
        </p:txBody>
      </p:sp>
      <p:sp>
        <p:nvSpPr>
          <p:cNvPr id="4" name="页脚占位符 1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1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FDEA65-46A8-4913-8920-3F11BF21BB3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6B0BCE-AE4E-4AD3-868A-2BEE0723A9B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2411" y="435919"/>
            <a:ext cx="8139178" cy="486000"/>
          </a:xfrm>
        </p:spPr>
        <p:txBody>
          <a:bodyPr/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lang="zh-CN" altLang="en-US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2051A0-9400-48B3-A842-506311329E2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630079" y="545783"/>
            <a:ext cx="2948940" cy="83629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8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BC77F9-E65C-42B5-B805-51F7F5C52E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2"/>
            <a:ext cx="8139113" cy="3417094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  <a:endParaRPr lang="zh-CN" altLang="en-US">
              <a:sym typeface="+mn-ea"/>
            </a:endParaRPr>
          </a:p>
        </p:txBody>
      </p:sp>
      <p:sp>
        <p:nvSpPr>
          <p:cNvPr id="4" name="页脚占位符 5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8FDE57-BAA4-4B86-A024-8CFE55F5776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  <a:endParaRPr lang="zh-CN" altLang="en-US">
              <a:sym typeface="+mn-ea"/>
            </a:endParaRPr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34DAF6-43AB-41C5-B40F-3E56E6713C2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  <a:endParaRPr lang="zh-CN" altLang="en-US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  <a:endParaRPr lang="zh-CN" altLang="en-US">
              <a:sym typeface="+mn-ea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6B0A39-673F-48CA-8178-AD7C9B614DA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2411" y="467693"/>
            <a:ext cx="8139178" cy="674375"/>
          </a:xfrm>
        </p:spPr>
        <p:txBody>
          <a:bodyPr rIns="25400"/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lang="zh-CN" altLang="en-US"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F02BE4-918D-4214-9668-5E5E5E0C1CD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440811" y="4932760"/>
            <a:ext cx="1900833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spcFirstLastPara="1" lIns="17145" tIns="17145" rIns="17145" bIns="17145" spcCol="38100">
            <a:spAutoFit/>
          </a:bodyPr>
          <a:lstStyle/>
          <a:p>
            <a:pPr marL="0" marR="0" lvl="0" indent="0" algn="ctr" defTabSz="30988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cxnSp>
        <p:nvCxnSpPr>
          <p:cNvPr id="3" name="直线连接符 3"/>
          <p:cNvCxnSpPr/>
          <p:nvPr/>
        </p:nvCxnSpPr>
        <p:spPr>
          <a:xfrm>
            <a:off x="2452688" y="686396"/>
            <a:ext cx="642342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736" y="4947047"/>
            <a:ext cx="549473" cy="121444"/>
          </a:xfrm>
        </p:spPr>
        <p:txBody>
          <a:bodyPr>
            <a:noAutofit/>
          </a:bodyPr>
          <a:lstStyle>
            <a:lvl1pPr algn="ctr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r>
              <a:rPr lang="en-US" altLang="zh-CN">
                <a:solidFill>
                  <a:prstClr val="white"/>
                </a:solidFill>
              </a:rPr>
              <a:t>-</a:t>
            </a:r>
            <a:fld id="{2A93B75A-B628-4B58-A0E2-AF8B7C034669}" type="slidenum">
              <a:rPr lang="en-US" altLang="zh-CN" smtClean="0">
                <a:solidFill>
                  <a:prstClr val="white"/>
                </a:solidFill>
              </a:rPr>
            </a:fld>
            <a:r>
              <a:rPr lang="en-US" altLang="zh-CN">
                <a:solidFill>
                  <a:prstClr val="white"/>
                </a:solidFill>
              </a:rPr>
              <a:t>-</a:t>
            </a:r>
            <a:endParaRPr lang="zh-CN" altLang="en-US">
              <a:solidFill>
                <a:prstClr val="white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CD7546-58C9-4B7A-904B-762BA40EE7D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02412" y="1731661"/>
            <a:ext cx="8139178" cy="674375"/>
          </a:xfrm>
        </p:spPr>
        <p:txBody>
          <a:bodyPr rIns="25400" anchor="t"/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  <a:endParaRPr lang="zh-CN" altLang="en-US" dirty="0"/>
          </a:p>
        </p:txBody>
      </p:sp>
      <p:sp>
        <p:nvSpPr>
          <p:cNvPr id="4" name="页脚占位符 1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灯片编号占位符 1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fld id="{76FDEA65-46A8-4913-8920-3F11BF21BB3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fld id="{7C6B0BCE-AE4E-4AD3-868A-2BEE0723A9B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2412" y="435919"/>
            <a:ext cx="8139178" cy="486000"/>
          </a:xfrm>
        </p:spPr>
        <p:txBody>
          <a:bodyPr/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lang="zh-CN" altLang="en-US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fld id="{D82051A0-9400-48B3-A842-506311329E2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630079" y="545783"/>
            <a:ext cx="2948940" cy="83629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8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fld id="{9BBC77F9-E65C-42B5-B805-51F7F5C52E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3"/>
            <a:ext cx="8139113" cy="3417094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  <a:endParaRPr lang="zh-CN" altLang="en-US">
              <a:sym typeface="+mn-ea"/>
            </a:endParaRPr>
          </a:p>
        </p:txBody>
      </p:sp>
      <p:sp>
        <p:nvSpPr>
          <p:cNvPr id="4" name="页脚占位符 5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灯片编号占位符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fld id="{9F8FDE57-BAA4-4B86-A024-8CFE55F5776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  <a:endParaRPr lang="zh-CN" altLang="en-US">
              <a:sym typeface="+mn-ea"/>
            </a:endParaRPr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fld id="{3534DAF6-43AB-41C5-B40F-3E56E6713C2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  <a:endParaRPr lang="zh-CN" altLang="en-US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  <a:endParaRPr lang="zh-CN" altLang="en-US">
              <a:sym typeface="+mn-ea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fld id="{9C6B0A39-673F-48CA-8178-AD7C9B614DA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2412" y="467694"/>
            <a:ext cx="8139178" cy="674375"/>
          </a:xfrm>
        </p:spPr>
        <p:txBody>
          <a:bodyPr rIns="25400"/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lang="zh-CN" altLang="en-US"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fld id="{8CF02BE4-918D-4214-9668-5E5E5E0C1CD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440812" y="4932760"/>
            <a:ext cx="1900833" cy="138499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spcFirstLastPara="1" lIns="17145" tIns="17145" rIns="17145" bIns="17145" spcCol="3810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67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67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675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cxnSp>
        <p:nvCxnSpPr>
          <p:cNvPr id="3" name="直线连接符 3"/>
          <p:cNvCxnSpPr/>
          <p:nvPr/>
        </p:nvCxnSpPr>
        <p:spPr>
          <a:xfrm>
            <a:off x="2452688" y="686396"/>
            <a:ext cx="642342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737" y="4947048"/>
            <a:ext cx="549473" cy="121444"/>
          </a:xfrm>
        </p:spPr>
        <p:txBody>
          <a:bodyPr>
            <a:noAutofit/>
          </a:bodyPr>
          <a:lstStyle>
            <a:lvl1pPr algn="ctr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>
                <a:solidFill>
                  <a:prstClr val="white"/>
                </a:solidFill>
              </a:rPr>
              <a:t>-</a:t>
            </a:r>
            <a:fld id="{2A93B75A-B628-4B58-A0E2-AF8B7C034669}" type="slidenum">
              <a:rPr lang="en-US" altLang="zh-CN" smtClean="0">
                <a:solidFill>
                  <a:prstClr val="white"/>
                </a:solidFill>
              </a:rPr>
            </a:fld>
            <a:r>
              <a:rPr lang="en-US" altLang="zh-CN">
                <a:solidFill>
                  <a:prstClr val="white"/>
                </a:solidFill>
              </a:rPr>
              <a:t>-</a:t>
            </a:r>
            <a:endParaRPr lang="zh-CN" altLang="en-US">
              <a:solidFill>
                <a:prstClr val="white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fld id="{41CD7546-58C9-4B7A-904B-762BA40EE7D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02411" y="1731661"/>
            <a:ext cx="8139178" cy="674375"/>
          </a:xfrm>
        </p:spPr>
        <p:txBody>
          <a:bodyPr rIns="25400" anchor="t"/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  <a:endParaRPr lang="zh-CN" altLang="en-US" dirty="0"/>
          </a:p>
        </p:txBody>
      </p:sp>
      <p:sp>
        <p:nvSpPr>
          <p:cNvPr id="4" name="页脚占位符 1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1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FDEA65-46A8-4913-8920-3F11BF21BB3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6B0BCE-AE4E-4AD3-868A-2BEE0723A9B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2411" y="435919"/>
            <a:ext cx="8139178" cy="486000"/>
          </a:xfrm>
        </p:spPr>
        <p:txBody>
          <a:bodyPr/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lang="zh-CN" altLang="en-US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2051A0-9400-48B3-A842-506311329E2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630079" y="545783"/>
            <a:ext cx="2948940" cy="83629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8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BC77F9-E65C-42B5-B805-51F7F5C52E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2"/>
            <a:ext cx="8139113" cy="3417094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  <a:endParaRPr lang="zh-CN" altLang="en-US">
              <a:sym typeface="+mn-ea"/>
            </a:endParaRPr>
          </a:p>
        </p:txBody>
      </p:sp>
      <p:sp>
        <p:nvSpPr>
          <p:cNvPr id="4" name="页脚占位符 5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8FDE57-BAA4-4B86-A024-8CFE55F5776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  <a:endParaRPr lang="zh-CN" altLang="en-US">
              <a:sym typeface="+mn-ea"/>
            </a:endParaRPr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34DAF6-43AB-41C5-B40F-3E56E6713C2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  <a:endParaRPr lang="zh-CN" altLang="en-US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  <a:endParaRPr lang="zh-CN" altLang="en-US">
              <a:sym typeface="+mn-ea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6B0A39-673F-48CA-8178-AD7C9B614DA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2411" y="467693"/>
            <a:ext cx="8139178" cy="674375"/>
          </a:xfrm>
        </p:spPr>
        <p:txBody>
          <a:bodyPr rIns="25400"/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lang="zh-CN" altLang="en-US"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F02BE4-918D-4214-9668-5E5E5E0C1CD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440811" y="4932760"/>
            <a:ext cx="1900833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spcFirstLastPara="1" lIns="17145" tIns="17145" rIns="17145" bIns="17145" spcCol="38100">
            <a:spAutoFit/>
          </a:bodyPr>
          <a:lstStyle/>
          <a:p>
            <a:pPr marL="0" marR="0" lvl="0" indent="0" algn="ctr" defTabSz="30988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cxnSp>
        <p:nvCxnSpPr>
          <p:cNvPr id="3" name="直线连接符 3"/>
          <p:cNvCxnSpPr/>
          <p:nvPr/>
        </p:nvCxnSpPr>
        <p:spPr>
          <a:xfrm>
            <a:off x="2452688" y="686396"/>
            <a:ext cx="642342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736" y="4947047"/>
            <a:ext cx="549473" cy="121444"/>
          </a:xfrm>
        </p:spPr>
        <p:txBody>
          <a:bodyPr>
            <a:noAutofit/>
          </a:bodyPr>
          <a:lstStyle>
            <a:lvl1pPr algn="ctr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r>
              <a:rPr lang="en-US" altLang="zh-CN">
                <a:solidFill>
                  <a:prstClr val="white"/>
                </a:solidFill>
              </a:rPr>
              <a:t>-</a:t>
            </a:r>
            <a:fld id="{2A93B75A-B628-4B58-A0E2-AF8B7C034669}" type="slidenum">
              <a:rPr lang="en-US" altLang="zh-CN" smtClean="0">
                <a:solidFill>
                  <a:prstClr val="white"/>
                </a:solidFill>
              </a:rPr>
            </a:fld>
            <a:r>
              <a:rPr lang="en-US" altLang="zh-CN">
                <a:solidFill>
                  <a:prstClr val="white"/>
                </a:solidFill>
              </a:rPr>
              <a:t>-</a:t>
            </a:r>
            <a:endParaRPr lang="zh-CN" altLang="en-US">
              <a:solidFill>
                <a:prstClr val="white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CD7546-58C9-4B7A-904B-762BA40EE7D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02412" y="1731662"/>
            <a:ext cx="8139178" cy="674375"/>
          </a:xfrm>
        </p:spPr>
        <p:txBody>
          <a:bodyPr rIns="25400" anchor="t"/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  <a:endParaRPr lang="zh-CN" altLang="en-US" dirty="0"/>
          </a:p>
        </p:txBody>
      </p:sp>
      <p:sp>
        <p:nvSpPr>
          <p:cNvPr id="4" name="页脚占位符 1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dirty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灯片编号占位符 1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9737B33D-E675-453D-AFF5-E4A3C2713CCF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E76B713F-0625-47A1-A948-CDFDF686D3A6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2412" y="435919"/>
            <a:ext cx="8139178" cy="486000"/>
          </a:xfrm>
        </p:spPr>
        <p:txBody>
          <a:bodyPr/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lang="zh-CN" altLang="en-US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5"/>
            <a:ext cx="8139113" cy="3561874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14C66EAF-C3B8-4A99-935F-E43C4EB8DF9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630079" y="545783"/>
            <a:ext cx="2948940" cy="83629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5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8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0FA44A85-E8C1-419E-B32C-F18CC1F2CBC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502444" y="4203860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4"/>
            <a:ext cx="8139113" cy="3417094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  <a:endParaRPr lang="zh-CN" altLang="en-US">
              <a:sym typeface="+mn-ea"/>
            </a:endParaRPr>
          </a:p>
        </p:txBody>
      </p:sp>
      <p:sp>
        <p:nvSpPr>
          <p:cNvPr id="4" name="页脚占位符 5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dirty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灯片编号占位符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9A7AA7C6-54E6-4B0E-A22A-8CB41808A0E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1" y="0"/>
            <a:ext cx="9147334" cy="5151120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  <a:endParaRPr lang="zh-CN" altLang="en-US">
              <a:sym typeface="+mn-ea"/>
            </a:endParaRPr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4829DFC2-8662-49F5-BF2A-4304236EF53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  <a:endParaRPr lang="zh-CN" altLang="en-US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  <a:endParaRPr lang="zh-CN" altLang="en-US">
              <a:sym typeface="+mn-ea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 smtClean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BC7B413E-A6B6-4F06-BA83-A498B6E5CFE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2412" y="467695"/>
            <a:ext cx="8139178" cy="674375"/>
          </a:xfrm>
        </p:spPr>
        <p:txBody>
          <a:bodyPr rIns="25400"/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lang="zh-CN" altLang="en-US"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A26F4C56-220E-4F7A-B423-ED2970F338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 userDrawn="1"/>
        </p:nvSpPr>
        <p:spPr>
          <a:xfrm>
            <a:off x="7440812" y="4932760"/>
            <a:ext cx="1900833" cy="1962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spcFirstLastPara="1" lIns="17145" rIns="17145" spcCol="3810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67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Confidential|</a:t>
            </a:r>
            <a:r>
              <a:rPr kumimoji="0" lang="zh-CN" altLang="en-US" sz="67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675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cxnSp>
        <p:nvCxnSpPr>
          <p:cNvPr id="3" name="直线连接符 3"/>
          <p:cNvCxnSpPr/>
          <p:nvPr userDrawn="1"/>
        </p:nvCxnSpPr>
        <p:spPr>
          <a:xfrm>
            <a:off x="2452688" y="686396"/>
            <a:ext cx="642342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737" y="4947048"/>
            <a:ext cx="549473" cy="121444"/>
          </a:xfrm>
        </p:spPr>
        <p:txBody>
          <a:bodyPr wrap="square">
            <a:noAutofit/>
          </a:bodyPr>
          <a:lstStyle>
            <a:lvl1pPr algn="ctr">
              <a:defRPr sz="900" smtClean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/>
              <a:t>-</a:t>
            </a:r>
            <a:fld id="{5B668758-3EC2-4CF7-B6EE-CAE930ADAF42}" type="slidenum">
              <a:rPr lang="en-US" altLang="zh-CN" smtClean="0"/>
            </a:fld>
            <a:r>
              <a:rPr lang="en-US" altLang="zh-CN"/>
              <a:t>-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dirty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1ED1FB5E-2E28-4CC1-9EEA-AB5C9B878CED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223" y="613768"/>
            <a:ext cx="2107406" cy="4929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文本框 2"/>
          <p:cNvSpPr txBox="1"/>
          <p:nvPr userDrawn="1"/>
        </p:nvSpPr>
        <p:spPr>
          <a:xfrm>
            <a:off x="7440812" y="4932760"/>
            <a:ext cx="1900833" cy="1962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spcFirstLastPara="1" lIns="17145" rIns="17145" spcCol="3810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675" b="0" i="0" u="none" strike="noStrike" kern="1200" cap="none" spc="0" normalizeH="0" baseline="0" noProof="0" dirty="0">
                <a:ln>
                  <a:noFill/>
                </a:ln>
                <a:solidFill>
                  <a:srgbClr val="386DB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Confidential|</a:t>
            </a:r>
            <a:r>
              <a:rPr kumimoji="0" lang="zh-CN" altLang="en-US" sz="675" b="0" i="0" u="none" strike="noStrike" kern="1200" cap="none" spc="0" normalizeH="0" baseline="0" noProof="0" dirty="0">
                <a:ln>
                  <a:noFill/>
                </a:ln>
                <a:solidFill>
                  <a:srgbClr val="386DB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675" b="0" i="0" u="none" strike="noStrike" kern="1200" cap="none" spc="0" normalizeH="0" baseline="0" noProof="0" dirty="0">
              <a:ln>
                <a:noFill/>
              </a:ln>
              <a:solidFill>
                <a:srgbClr val="386DB4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pic>
        <p:nvPicPr>
          <p:cNvPr id="4" name="图片 1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806617">
            <a:off x="5384602" y="-1947862"/>
            <a:ext cx="7592021" cy="7171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1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</a:fld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</a:fld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>
              <a:sym typeface="+mn-ea"/>
            </a:endParaRP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ABC47A4-756D-490B-A52F-7D9E2C9FC05F}" type="slidenum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2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67693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7" y="4947088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fld id="{FAEDECE0-B3E3-4E93-9B91-9F10B30F5B07}" type="slidenum">
              <a:rPr kumimoji="0" lang="en-US" altLang="zh-CN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</a:fld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88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3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</a:fld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lide with photo">
    <p:bg>
      <p:bgPr>
        <a:solidFill>
          <a:srgbClr val="335C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1" name="图片 8" descr="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91314" y="988219"/>
            <a:ext cx="3216116" cy="641271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/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1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hangingPunct="1"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1" hangingPunct="1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hangingPunct="1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>
              <a:sym typeface="+mn-ea"/>
            </a:endParaRP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2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67693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7" y="4947088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eaLnBrk="1" hangingPunct="1">
              <a:defRPr/>
            </a:pPr>
            <a:r>
              <a:rPr lang="en-US" altLang="zh-CN">
                <a:solidFill>
                  <a:prstClr val="white"/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  <a:ea typeface="微软雅黑" panose="020B0503020204020204" pitchFamily="34" charset="-122"/>
                <a:sym typeface="Arial" panose="020B0604020202020204" pitchFamily="34" charset="0"/>
              </a:rPr>
            </a:fld>
            <a:r>
              <a:rPr lang="en-US" altLang="zh-CN">
                <a:solidFill>
                  <a:prstClr val="white"/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-</a:t>
            </a:r>
            <a:endParaRPr lang="zh-CN" altLang="en-US" dirty="0">
              <a:solidFill>
                <a:prstClr val="white"/>
              </a:solidFill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88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cxnSp>
        <p:nvCxnSpPr>
          <p:cNvPr id="9" name="直线连接符 3"/>
          <p:cNvCxnSpPr/>
          <p:nvPr/>
        </p:nvCxnSpPr>
        <p:spPr>
          <a:xfrm>
            <a:off x="2452523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88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srgbClr val="386DB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386DB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kern="1200" cap="none" spc="0" normalizeH="0" baseline="0" noProof="0" dirty="0">
              <a:ln>
                <a:noFill/>
              </a:ln>
              <a:solidFill>
                <a:srgbClr val="386DB4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5" name="TextBox 5"/>
          <p:cNvSpPr txBox="1">
            <a:spLocks noChangeArrowheads="1"/>
          </p:cNvSpPr>
          <p:nvPr userDrawn="1"/>
        </p:nvSpPr>
        <p:spPr bwMode="auto">
          <a:xfrm>
            <a:off x="599474" y="4466951"/>
            <a:ext cx="2572656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9pPr>
          </a:lstStyle>
          <a:p>
            <a:pPr marL="0" marR="0" lvl="0" indent="0" algn="l" defTabSz="309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700" b="0" i="0" u="none" strike="noStrike" kern="1200" cap="none" spc="0" normalizeH="0" baseline="0" noProof="0" dirty="0">
                <a:ln>
                  <a:noFill/>
                </a:ln>
                <a:solidFill>
                  <a:srgbClr val="2F5A9E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Contents</a:t>
            </a:r>
            <a:endParaRPr kumimoji="0" lang="en-US" altLang="zh-CN" sz="2700" b="0" i="0" u="none" strike="noStrike" kern="1200" cap="none" spc="0" normalizeH="0" baseline="0" noProof="0" dirty="0">
              <a:ln>
                <a:noFill/>
              </a:ln>
              <a:solidFill>
                <a:srgbClr val="2F5A9E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sym typeface="Arial" panose="020B0604020202020204" pitchFamily="34" charset="0"/>
            </a:endParaRPr>
          </a:p>
        </p:txBody>
      </p:sp>
      <p:pic>
        <p:nvPicPr>
          <p:cNvPr id="6" name="图片 1" descr="2"/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599474" y="427857"/>
            <a:ext cx="1605163" cy="3202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17" y="613756"/>
            <a:ext cx="2107043" cy="492876"/>
          </a:xfrm>
          <a:prstGeom prst="rect">
            <a:avLst/>
          </a:prstGeom>
        </p:spPr>
      </p:pic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88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srgbClr val="386DB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386DB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kern="1200" cap="none" spc="0" normalizeH="0" baseline="0" noProof="0" dirty="0">
              <a:ln>
                <a:noFill/>
              </a:ln>
              <a:solidFill>
                <a:srgbClr val="386DB4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9806617">
            <a:off x="5384758" y="-1947971"/>
            <a:ext cx="7591962" cy="717164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17" y="613756"/>
            <a:ext cx="2107043" cy="492876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88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srgbClr val="386DB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386DB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kern="1200" cap="none" spc="0" normalizeH="0" baseline="0" noProof="0" dirty="0">
              <a:ln>
                <a:noFill/>
              </a:ln>
              <a:solidFill>
                <a:srgbClr val="386DB4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9806617">
            <a:off x="5384758" y="-1947971"/>
            <a:ext cx="7591962" cy="7171645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1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hangingPunct="1"/>
            <a:endParaRPr lang="zh-CN" altLang="en-US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>
              <a:sym typeface="+mn-ea"/>
            </a:endParaRP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dirty="0"/>
              <a:t>单击此处编辑正文</a:t>
            </a:r>
            <a:endParaRPr lang="zh-CN" altLang="en-US" dirty="0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2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67693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7" y="4947088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eaLnBrk="1" hangingPunct="1">
              <a:defRPr/>
            </a:pPr>
            <a:r>
              <a:rPr lang="en-US" altLang="zh-CN">
                <a:solidFill>
                  <a:prstClr val="white"/>
                </a:solidFill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</a:rPr>
            </a:fld>
            <a:r>
              <a:rPr lang="en-US" altLang="zh-CN">
                <a:solidFill>
                  <a:prstClr val="white"/>
                </a:solidFill>
              </a:rPr>
              <a:t>-</a:t>
            </a:r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88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Arial" panose="020B0604020202020204" pitchFamily="34" charset="0"/>
              <a:sym typeface="Arial" panose="020B0604020202020204"/>
            </a:endParaRP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3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2620090" y="491252"/>
            <a:ext cx="6523911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0" y="4855765"/>
            <a:ext cx="9144000" cy="213521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lvl="0" indent="0" algn="ctr" defTabSz="30988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8520709" y="4855765"/>
            <a:ext cx="623292" cy="21352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lvl="0" indent="0" algn="ctr" defTabSz="30988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7192" y="228124"/>
            <a:ext cx="1986677" cy="394811"/>
          </a:xfrm>
          <a:prstGeom prst="rect">
            <a:avLst/>
          </a:prstGeom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hangingPunct="1"/>
            <a:endParaRPr lang="zh-CN" altLang="en-US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</p:spTree>
  </p:cSld>
  <p:clrMapOvr>
    <a:masterClrMapping/>
  </p:clrMapOvr>
  <p:transition spd="med"/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2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>
              <a:sym typeface="+mn-ea"/>
            </a:endParaRP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3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2" y="467694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8" y="4947088"/>
            <a:ext cx="549355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>
                <a:solidFill>
                  <a:prstClr val="white"/>
                </a:solidFill>
                <a:ea typeface="微软雅黑" panose="020B0503020204020204" pitchFamily="34" charset="-122"/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  <a:ea typeface="微软雅黑" panose="020B0503020204020204" pitchFamily="34" charset="-122"/>
              </a:rPr>
            </a:fld>
            <a:r>
              <a:rPr lang="en-US" altLang="zh-CN">
                <a:solidFill>
                  <a:prstClr val="white"/>
                </a:solidFill>
                <a:ea typeface="微软雅黑" panose="020B0503020204020204" pitchFamily="34" charset="-122"/>
              </a:rPr>
              <a:t>-</a:t>
            </a:r>
            <a:endParaRPr lang="zh-CN" altLang="en-US" dirty="0">
              <a:solidFill>
                <a:prstClr val="white"/>
              </a:solidFill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88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4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2620090" y="491252"/>
            <a:ext cx="6523911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0" y="4855766"/>
            <a:ext cx="9144000" cy="213521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lvl="0" indent="0" algn="ctr" defTabSz="30988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8520709" y="4855766"/>
            <a:ext cx="623292" cy="21352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lvl="0" indent="0" algn="ctr" defTabSz="30988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7192" y="228125"/>
            <a:ext cx="1986677" cy="394811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2620090" y="100014"/>
            <a:ext cx="6523910" cy="371476"/>
          </a:xfrm>
          <a:prstGeom prst="rect">
            <a:avLst/>
          </a:prstGeom>
        </p:spPr>
        <p:txBody>
          <a:bodyPr/>
          <a:lstStyle>
            <a:lvl1pPr algn="r">
              <a:defRPr sz="2100">
                <a:solidFill>
                  <a:srgbClr val="2F5A9E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p:transition spd="med"/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2" y="1731662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5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5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>
              <a:sym typeface="+mn-ea"/>
            </a:endParaRP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60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4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1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2" y="467695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8" y="4947089"/>
            <a:ext cx="549355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>
                <a:solidFill>
                  <a:prstClr val="white"/>
                </a:solidFill>
                <a:ea typeface="微软雅黑" panose="020B0503020204020204" pitchFamily="34" charset="-122"/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  <a:ea typeface="微软雅黑" panose="020B0503020204020204" pitchFamily="34" charset="-122"/>
              </a:rPr>
            </a:fld>
            <a:r>
              <a:rPr lang="en-US" altLang="zh-CN">
                <a:solidFill>
                  <a:prstClr val="white"/>
                </a:solidFill>
                <a:ea typeface="微软雅黑" panose="020B0503020204020204" pitchFamily="34" charset="-122"/>
              </a:rPr>
              <a:t>-</a:t>
            </a:r>
            <a:endParaRPr lang="zh-CN" altLang="en-US" dirty="0">
              <a:solidFill>
                <a:prstClr val="white"/>
              </a:solidFill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3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88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4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1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hangingPunct="1"/>
            <a:endParaRPr lang="zh-CN" altLang="en-US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>
              <a:sym typeface="+mn-ea"/>
            </a:endParaRP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dirty="0"/>
              <a:t>单击此处编辑正文</a:t>
            </a:r>
            <a:endParaRPr lang="zh-CN" altLang="en-US" dirty="0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2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67693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7" y="4947088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eaLnBrk="1" hangingPunct="1">
              <a:defRPr/>
            </a:pPr>
            <a:r>
              <a:rPr lang="en-US" altLang="zh-CN">
                <a:solidFill>
                  <a:prstClr val="white"/>
                </a:solidFill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</a:rPr>
            </a:fld>
            <a:r>
              <a:rPr lang="en-US" altLang="zh-CN">
                <a:solidFill>
                  <a:prstClr val="white"/>
                </a:solidFill>
              </a:rPr>
              <a:t>-</a:t>
            </a:r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88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Arial" panose="020B0604020202020204" pitchFamily="34" charset="0"/>
              <a:sym typeface="Arial" panose="020B0604020202020204"/>
            </a:endParaRP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3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2620090" y="491252"/>
            <a:ext cx="6523911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0" y="4855765"/>
            <a:ext cx="9144000" cy="213521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lvl="0" indent="0" algn="ctr" defTabSz="30988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8520709" y="4855765"/>
            <a:ext cx="623292" cy="21352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lvl="0" indent="0" algn="ctr" defTabSz="30988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7192" y="228124"/>
            <a:ext cx="1986677" cy="394811"/>
          </a:xfrm>
          <a:prstGeom prst="rect">
            <a:avLst/>
          </a:prstGeom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hangingPunct="1"/>
            <a:endParaRPr lang="zh-CN" altLang="en-US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</p:spTree>
  </p:cSld>
  <p:clrMapOvr>
    <a:masterClrMapping/>
  </p:clrMapOvr>
  <p:transition spd="med"/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1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hangingPunct="1"/>
            <a:endParaRPr lang="zh-CN" altLang="en-US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>
              <a:sym typeface="+mn-ea"/>
            </a:endParaRP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dirty="0"/>
              <a:t>单击此处编辑正文</a:t>
            </a:r>
            <a:endParaRPr lang="zh-CN" altLang="en-US" dirty="0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2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67693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7" y="4947088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eaLnBrk="1" hangingPunct="1">
              <a:defRPr/>
            </a:pPr>
            <a:r>
              <a:rPr lang="en-US" altLang="zh-CN">
                <a:solidFill>
                  <a:prstClr val="white"/>
                </a:solidFill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</a:rPr>
            </a:fld>
            <a:r>
              <a:rPr lang="en-US" altLang="zh-CN">
                <a:solidFill>
                  <a:prstClr val="white"/>
                </a:solidFill>
              </a:rPr>
              <a:t>-</a:t>
            </a:r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88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Arial" panose="020B0604020202020204" pitchFamily="34" charset="0"/>
              <a:sym typeface="Arial" panose="020B0604020202020204"/>
            </a:endParaRP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3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2620090" y="491252"/>
            <a:ext cx="6523911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0" y="4855765"/>
            <a:ext cx="9144000" cy="213521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lvl="0" indent="0" algn="ctr" defTabSz="30988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8520709" y="4855765"/>
            <a:ext cx="623292" cy="21352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lvl="0" indent="0" algn="ctr" defTabSz="30988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7192" y="228124"/>
            <a:ext cx="1986677" cy="394811"/>
          </a:xfrm>
          <a:prstGeom prst="rect">
            <a:avLst/>
          </a:prstGeom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hangingPunct="1"/>
            <a:endParaRPr lang="zh-CN" altLang="en-US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</p:spTree>
  </p:cSld>
  <p:clrMapOvr>
    <a:masterClrMapping/>
  </p:clrMapOvr>
  <p:transition spd="med"/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1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hangingPunct="1"/>
            <a:endParaRPr lang="zh-CN" altLang="en-US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/>
            <a:endParaRPr lang="zh-CN" altLang="en-US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/>
            <a:endParaRPr lang="zh-CN" altLang="en-US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>
              <a:sym typeface="+mn-ea"/>
            </a:endParaRP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/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2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/>
            <a:endParaRPr lang="zh-CN" altLang="en-US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/>
            <a:endParaRPr lang="zh-CN" altLang="en-US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/>
            <a:endParaRPr lang="zh-CN" altLang="en-US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67693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7" y="4947088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eaLnBrk="1" hangingPunct="1">
              <a:defRPr/>
            </a:pPr>
            <a:r>
              <a:rPr lang="en-US" altLang="zh-CN">
                <a:solidFill>
                  <a:prstClr val="white"/>
                </a:solidFill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</a:rPr>
            </a:fld>
            <a:r>
              <a:rPr lang="en-US" altLang="zh-CN">
                <a:solidFill>
                  <a:prstClr val="white"/>
                </a:solidFill>
              </a:rPr>
              <a:t>-</a:t>
            </a:r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88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3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1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>
              <a:sym typeface="+mn-ea"/>
            </a:endParaRP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2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67693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7" y="4947088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indent="0" algn="ctr" defTabSz="30988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3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2620089" y="491014"/>
            <a:ext cx="6581061" cy="238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-28575" y="4855765"/>
            <a:ext cx="9201150" cy="213521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lvl="0" indent="0" algn="ctr" defTabSz="30988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8520708" y="4855765"/>
            <a:ext cx="651867" cy="21352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lvl="0" indent="0" algn="ctr" defTabSz="30988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8470531" y="4657159"/>
            <a:ext cx="222818" cy="215444"/>
          </a:xfrm>
          <a:prstGeom prst="rect">
            <a:avLst/>
          </a:prstGeom>
          <a:noFill/>
          <a:ln w="12700">
            <a:noFill/>
          </a:ln>
        </p:spPr>
        <p:txBody>
          <a:bodyPr wrap="none" lIns="38100" tIns="38100" rIns="38100" bIns="38100">
            <a:spAutoFit/>
          </a:bodyPr>
          <a:lstStyle/>
          <a:p>
            <a:pPr eaLnBrk="1" hangingPunct="1">
              <a:defRPr/>
            </a:pPr>
            <a:fld id="{9A0DB2DC-4C9A-4742-B13C-FB6460FD3503}" type="slidenum">
              <a:rPr lang="zh-CN" altLang="en-US" noProof="1" smtClean="0">
                <a:solidFill>
                  <a:prstClr val="black">
                    <a:tint val="75000"/>
                  </a:prstClr>
                </a:solidFill>
                <a:latin typeface="Open Sans" panose="020B0606030504020204" pitchFamily="34" charset="0"/>
                <a:ea typeface="Arial" panose="020B0604020202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</a:fld>
            <a:endParaRPr lang="zh-CN" altLang="en-US" noProof="1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  <a:cs typeface="Open Sans" panose="020B0606030504020204" pitchFamily="34" charset="0"/>
              <a:sym typeface="Open Sans" panose="020B0606030504020204" pitchFamily="34" charset="0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7191" y="228124"/>
            <a:ext cx="1986677" cy="394811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1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marL="0" marR="0" lvl="0" indent="0" algn="ctr" defTabSz="309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marL="0" marR="0" lvl="0" indent="0" algn="r" defTabSz="309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华文楷体" panose="02010600040101010101" pitchFamily="2" charset="-122"/>
                <a:cs typeface="+mn-cs"/>
                <a:sym typeface="Arial" panose="020B0604020202020204" pitchFamily="34" charset="0"/>
              </a:rPr>
            </a:fld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309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309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309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华文楷体" panose="02010600040101010101" pitchFamily="2" charset="-122"/>
                <a:cs typeface="+mn-cs"/>
                <a:sym typeface="Arial" panose="020B0604020202020204" pitchFamily="34" charset="0"/>
              </a:rPr>
            </a:fld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marL="0" marR="0" lvl="0" indent="0" algn="ctr" defTabSz="309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marL="0" marR="0" lvl="0" indent="0" algn="r" defTabSz="309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华文楷体" panose="02010600040101010101" pitchFamily="2" charset="-122"/>
                <a:cs typeface="+mn-cs"/>
                <a:sym typeface="Arial" panose="020B0604020202020204" pitchFamily="34" charset="0"/>
              </a:rPr>
            </a:fld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marL="0" marR="0" lvl="0" indent="0" algn="ctr" defTabSz="309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marL="0" marR="0" lvl="0" indent="0" algn="r" defTabSz="309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华文楷体" panose="02010600040101010101" pitchFamily="2" charset="-122"/>
                <a:cs typeface="+mn-cs"/>
                <a:sym typeface="Arial" panose="020B0604020202020204" pitchFamily="34" charset="0"/>
              </a:rPr>
            </a:fld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>
              <a:sym typeface="+mn-ea"/>
            </a:endParaRP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marL="0" marR="0" lvl="0" indent="0" algn="ctr" defTabSz="309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marL="0" marR="0" lvl="0" indent="0" algn="r" defTabSz="309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ABC47A4-756D-490B-A52F-7D9E2C9FC05F}" type="slidenum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华文楷体" panose="02010600040101010101" pitchFamily="2" charset="-122"/>
                <a:cs typeface="+mn-cs"/>
                <a:sym typeface="Arial" panose="020B0604020202020204" pitchFamily="34" charset="0"/>
              </a:rPr>
            </a:fld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dirty="0"/>
              <a:t>单击此处编辑正文</a:t>
            </a:r>
            <a:endParaRPr lang="zh-CN" altLang="en-US" dirty="0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2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marL="0" marR="0" lvl="0" indent="0" algn="ctr" defTabSz="309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marL="0" marR="0" lvl="0" indent="0" algn="r" defTabSz="309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华文楷体" panose="02010600040101010101" pitchFamily="2" charset="-122"/>
                <a:cs typeface="+mn-cs"/>
                <a:sym typeface="Arial" panose="020B0604020202020204" pitchFamily="34" charset="0"/>
              </a:rPr>
            </a:fld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marL="0" marR="0" lvl="0" indent="0" algn="ctr" defTabSz="309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marL="0" marR="0" lvl="0" indent="0" algn="r" defTabSz="309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华文楷体" panose="02010600040101010101" pitchFamily="2" charset="-122"/>
                <a:cs typeface="+mn-cs"/>
                <a:sym typeface="Arial" panose="020B0604020202020204" pitchFamily="34" charset="0"/>
              </a:rPr>
            </a:fld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marL="0" marR="0" lvl="0" indent="0" algn="ctr" defTabSz="309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marL="0" marR="0" lvl="0" indent="0" algn="r" defTabSz="309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华文楷体" panose="02010600040101010101" pitchFamily="2" charset="-122"/>
                <a:cs typeface="+mn-cs"/>
                <a:sym typeface="Arial" panose="020B0604020202020204" pitchFamily="34" charset="0"/>
              </a:rPr>
            </a:fld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67693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7" y="4947088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309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fld id="{FAEDECE0-B3E3-4E93-9B91-9F10B30F5B07}" type="slidenum">
              <a:rPr kumimoji="0" lang="en-US" altLang="zh-CN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</a:fld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88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Arial" panose="020B0604020202020204" pitchFamily="34" charset="0"/>
              <a:sym typeface="Arial" panose="020B0604020202020204"/>
            </a:endParaRP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3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marL="0" marR="0" lvl="0" indent="0" algn="ctr" defTabSz="309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marL="0" marR="0" lvl="0" indent="0" algn="r" defTabSz="309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华文楷体" panose="02010600040101010101" pitchFamily="2" charset="-122"/>
                <a:cs typeface="+mn-cs"/>
                <a:sym typeface="Arial" panose="020B0604020202020204" pitchFamily="34" charset="0"/>
              </a:rPr>
            </a:fld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2620090" y="491252"/>
            <a:ext cx="6523911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0" y="4855765"/>
            <a:ext cx="9144000" cy="213521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lvl="0" indent="0" algn="ctr" defTabSz="30988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8520709" y="4855765"/>
            <a:ext cx="623292" cy="21352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lvl="0" indent="0" algn="ctr" defTabSz="30988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7192" y="228124"/>
            <a:ext cx="1986677" cy="394811"/>
          </a:xfrm>
          <a:prstGeom prst="rect">
            <a:avLst/>
          </a:prstGeom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309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309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309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华文楷体" panose="02010600040101010101" pitchFamily="2" charset="-122"/>
                <a:cs typeface="+mn-cs"/>
                <a:sym typeface="Arial" panose="020B0604020202020204" pitchFamily="34" charset="0"/>
              </a:rPr>
            </a:fld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61" y="1731661"/>
            <a:ext cx="8139980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45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94" y="2674144"/>
            <a:ext cx="8139914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15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61" y="435919"/>
            <a:ext cx="8139980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6858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94" y="1131094"/>
            <a:ext cx="8139914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142" y="545783"/>
            <a:ext cx="294923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4195" y="545783"/>
            <a:ext cx="4629606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142" y="1679734"/>
            <a:ext cx="294923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>
              <a:sym typeface="+mn-ea"/>
            </a:endParaRP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94" y="4203859"/>
            <a:ext cx="8139914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94" y="481013"/>
            <a:ext cx="8139914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None/>
              <a:tabLst>
                <a:tab pos="1207135" algn="l"/>
              </a:tabLst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8235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None/>
              <a:tabLst>
                <a:tab pos="1207135" algn="l"/>
              </a:tabLst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1031" y="423863"/>
            <a:ext cx="4050429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tabLst>
                <a:tab pos="1207135" algn="l"/>
              </a:tabLst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6292" y="423863"/>
            <a:ext cx="4050429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tabLst>
                <a:tab pos="1207135" algn="l"/>
              </a:tabLst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61" y="467694"/>
            <a:ext cx="8139980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6858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45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4029" y="4947088"/>
            <a:ext cx="549409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1515" y="4932661"/>
            <a:ext cx="1900834" cy="150039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4" tIns="17144" rIns="17144" bIns="17144" numCol="1" spcCol="38100" rtlCol="0" anchor="t">
            <a:spAutoFit/>
          </a:bodyPr>
          <a:lstStyle/>
          <a:p>
            <a:pPr marL="0" marR="0" indent="0" algn="ctr" defTabSz="61912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765" y="686268"/>
            <a:ext cx="6424473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2620227" y="491252"/>
            <a:ext cx="6524251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1" y="4855765"/>
            <a:ext cx="9144476" cy="213521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indent="0" algn="ctr" defTabSz="30988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200" b="1" i="0" u="none" strike="noStrike" cap="none" spc="0" normalizeH="0" baseline="0" noProof="1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8521153" y="4855765"/>
            <a:ext cx="623324" cy="21352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indent="0" algn="ctr" defTabSz="30988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200" b="1" i="0" u="none" strike="noStrike" cap="none" spc="0" normalizeH="0" baseline="0" noProof="1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7212" y="228124"/>
            <a:ext cx="1986781" cy="394811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61" y="1731661"/>
            <a:ext cx="8139980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45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94" y="2674144"/>
            <a:ext cx="8139914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15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61" y="435919"/>
            <a:ext cx="8139980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6858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94" y="1131094"/>
            <a:ext cx="8139914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142" y="545783"/>
            <a:ext cx="294923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4195" y="545783"/>
            <a:ext cx="4629606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142" y="1679734"/>
            <a:ext cx="294923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>
              <a:sym typeface="+mn-ea"/>
            </a:endParaRP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94" y="4203859"/>
            <a:ext cx="8139914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94" y="481013"/>
            <a:ext cx="8139914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None/>
              <a:tabLst>
                <a:tab pos="1207135" algn="l"/>
              </a:tabLst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8235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None/>
              <a:tabLst>
                <a:tab pos="1207135" algn="l"/>
              </a:tabLst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1031" y="423863"/>
            <a:ext cx="4050429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tabLst>
                <a:tab pos="1207135" algn="l"/>
              </a:tabLst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6292" y="423863"/>
            <a:ext cx="4050429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tabLst>
                <a:tab pos="1207135" algn="l"/>
              </a:tabLst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61" y="467694"/>
            <a:ext cx="8139980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6858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45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4029" y="4947088"/>
            <a:ext cx="549409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1515" y="4932661"/>
            <a:ext cx="1900834" cy="150039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4" tIns="17144" rIns="17144" bIns="17144" numCol="1" spcCol="38100" rtlCol="0" anchor="t">
            <a:spAutoFit/>
          </a:bodyPr>
          <a:lstStyle/>
          <a:p>
            <a:pPr marL="0" marR="0" indent="0" algn="ctr" defTabSz="61912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765" y="686268"/>
            <a:ext cx="6424473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2620227" y="491252"/>
            <a:ext cx="6524251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1" y="4855765"/>
            <a:ext cx="9144476" cy="213521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indent="0" algn="ctr" defTabSz="30988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200" b="1" i="0" u="none" strike="noStrike" cap="none" spc="0" normalizeH="0" baseline="0" noProof="1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8521153" y="4855765"/>
            <a:ext cx="623324" cy="21352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indent="0" algn="ctr" defTabSz="30988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200" b="1" i="0" u="none" strike="noStrike" cap="none" spc="0" normalizeH="0" baseline="0" noProof="1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7212" y="228124"/>
            <a:ext cx="1986781" cy="394811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2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>
              <a:sym typeface="+mn-ea"/>
            </a:endParaRP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3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2" y="467694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8" y="4947088"/>
            <a:ext cx="549355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indent="0" algn="ctr" defTabSz="30988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4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2" y="1731662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5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5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>
              <a:sym typeface="+mn-ea"/>
            </a:endParaRP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60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4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1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2" y="467695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8" y="4947089"/>
            <a:ext cx="549355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>
                <a:solidFill>
                  <a:prstClr val="white"/>
                </a:solidFill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</a:rPr>
            </a:fld>
            <a:r>
              <a:rPr lang="en-US" altLang="zh-CN">
                <a:solidFill>
                  <a:prstClr val="white"/>
                </a:solidFill>
              </a:rPr>
              <a:t>-</a:t>
            </a:r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3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88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4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1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>
              <a:sym typeface="+mn-ea"/>
            </a:endParaRP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2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67693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7" y="4947088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indent="0" algn="ctr" defTabSz="30988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3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2620089" y="491014"/>
            <a:ext cx="6581061" cy="238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-28575" y="4855765"/>
            <a:ext cx="9201150" cy="213521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lvl="0" indent="0" algn="ctr" defTabSz="30988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8520708" y="4855765"/>
            <a:ext cx="651867" cy="21352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lvl="0" indent="0" algn="ctr" defTabSz="30988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8470531" y="4657159"/>
            <a:ext cx="222818" cy="215444"/>
          </a:xfrm>
          <a:prstGeom prst="rect">
            <a:avLst/>
          </a:prstGeom>
          <a:noFill/>
          <a:ln w="12700">
            <a:noFill/>
          </a:ln>
        </p:spPr>
        <p:txBody>
          <a:bodyPr wrap="none" lIns="38100" tIns="38100" rIns="38100" bIns="38100">
            <a:spAutoFit/>
          </a:bodyPr>
          <a:lstStyle/>
          <a:p>
            <a:pPr eaLnBrk="1" hangingPunct="1">
              <a:defRPr/>
            </a:pPr>
            <a:fld id="{9A0DB2DC-4C9A-4742-B13C-FB6460FD3503}" type="slidenum">
              <a:rPr lang="zh-CN" altLang="en-US" noProof="1" smtClean="0">
                <a:solidFill>
                  <a:prstClr val="black">
                    <a:tint val="75000"/>
                  </a:prstClr>
                </a:solidFill>
                <a:latin typeface="Open Sans" panose="020B0606030504020204" pitchFamily="34" charset="0"/>
                <a:ea typeface="Arial" panose="020B0604020202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</a:fld>
            <a:endParaRPr lang="zh-CN" altLang="en-US" noProof="1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  <a:cs typeface="Open Sans" panose="020B0606030504020204" pitchFamily="34" charset="0"/>
              <a:sym typeface="Open Sans" panose="020B0606030504020204" pitchFamily="34" charset="0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7191" y="228124"/>
            <a:ext cx="1986677" cy="394811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02412" y="1731661"/>
            <a:ext cx="8139178" cy="674375"/>
          </a:xfrm>
        </p:spPr>
        <p:txBody>
          <a:bodyPr rIns="25400" anchor="t"/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  <a:endParaRPr lang="zh-CN" altLang="en-US" dirty="0"/>
          </a:p>
        </p:txBody>
      </p:sp>
      <p:sp>
        <p:nvSpPr>
          <p:cNvPr id="4" name="页脚占位符 1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灯片编号占位符 1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fld id="{76FDEA65-46A8-4913-8920-3F11BF21BB3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fld id="{7C6B0BCE-AE4E-4AD3-868A-2BEE0723A9B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2412" y="435919"/>
            <a:ext cx="8139178" cy="486000"/>
          </a:xfrm>
        </p:spPr>
        <p:txBody>
          <a:bodyPr/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lang="zh-CN" altLang="en-US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fld id="{D82051A0-9400-48B3-A842-506311329E2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630079" y="545783"/>
            <a:ext cx="2948940" cy="83629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8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fld id="{9BBC77F9-E65C-42B5-B805-51F7F5C52E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3"/>
            <a:ext cx="8139113" cy="3417094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  <a:endParaRPr lang="zh-CN" altLang="en-US">
              <a:sym typeface="+mn-ea"/>
            </a:endParaRPr>
          </a:p>
        </p:txBody>
      </p:sp>
      <p:sp>
        <p:nvSpPr>
          <p:cNvPr id="4" name="页脚占位符 5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灯片编号占位符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fld id="{9F8FDE57-BAA4-4B86-A024-8CFE55F5776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  <a:endParaRPr lang="zh-CN" altLang="en-US">
              <a:sym typeface="+mn-ea"/>
            </a:endParaRPr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fld id="{3534DAF6-43AB-41C5-B40F-3E56E6713C2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  <a:endParaRPr lang="zh-CN" altLang="en-US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  <a:endParaRPr lang="zh-CN" altLang="en-US">
              <a:sym typeface="+mn-ea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fld id="{9C6B0A39-673F-48CA-8178-AD7C9B614DA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2412" y="467694"/>
            <a:ext cx="8139178" cy="674375"/>
          </a:xfrm>
        </p:spPr>
        <p:txBody>
          <a:bodyPr rIns="25400"/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lang="zh-CN" altLang="en-US"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fld id="{8CF02BE4-918D-4214-9668-5E5E5E0C1CD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440812" y="4932760"/>
            <a:ext cx="1900833" cy="138499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spcFirstLastPara="1" lIns="17145" tIns="17145" rIns="17145" bIns="17145" spcCol="3810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67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67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675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cxnSp>
        <p:nvCxnSpPr>
          <p:cNvPr id="3" name="直线连接符 3"/>
          <p:cNvCxnSpPr/>
          <p:nvPr/>
        </p:nvCxnSpPr>
        <p:spPr>
          <a:xfrm>
            <a:off x="2452688" y="686396"/>
            <a:ext cx="642342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737" y="4947048"/>
            <a:ext cx="549473" cy="121444"/>
          </a:xfrm>
        </p:spPr>
        <p:txBody>
          <a:bodyPr>
            <a:noAutofit/>
          </a:bodyPr>
          <a:lstStyle>
            <a:lvl1pPr algn="ctr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>
                <a:solidFill>
                  <a:prstClr val="white"/>
                </a:solidFill>
              </a:rPr>
              <a:t>-</a:t>
            </a:r>
            <a:fld id="{2A93B75A-B628-4B58-A0E2-AF8B7C034669}" type="slidenum">
              <a:rPr lang="en-US" altLang="zh-CN" smtClean="0">
                <a:solidFill>
                  <a:prstClr val="white"/>
                </a:solidFill>
              </a:rPr>
            </a:fld>
            <a:r>
              <a:rPr lang="en-US" altLang="zh-CN">
                <a:solidFill>
                  <a:prstClr val="white"/>
                </a:solidFill>
              </a:rPr>
              <a:t>-</a:t>
            </a:r>
            <a:endParaRPr lang="zh-CN" altLang="en-US">
              <a:solidFill>
                <a:prstClr val="white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fld id="{41CD7546-58C9-4B7A-904B-762BA40EE7D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02411" y="1731661"/>
            <a:ext cx="8139178" cy="674375"/>
          </a:xfrm>
        </p:spPr>
        <p:txBody>
          <a:bodyPr rIns="25400" anchor="t"/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  <a:endParaRPr lang="zh-CN" altLang="en-US" dirty="0"/>
          </a:p>
        </p:txBody>
      </p:sp>
      <p:sp>
        <p:nvSpPr>
          <p:cNvPr id="4" name="页脚占位符 1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1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FDEA65-46A8-4913-8920-3F11BF21BB3F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6B0BCE-AE4E-4AD3-868A-2BEE0723A9BA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2411" y="435919"/>
            <a:ext cx="8139178" cy="486000"/>
          </a:xfrm>
        </p:spPr>
        <p:txBody>
          <a:bodyPr/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lang="zh-CN" altLang="en-US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2051A0-9400-48B3-A842-506311329E20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630079" y="545783"/>
            <a:ext cx="2948940" cy="83629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8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BC77F9-E65C-42B5-B805-51F7F5C52E7B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2"/>
            <a:ext cx="8139113" cy="3417094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  <a:endParaRPr lang="zh-CN" altLang="en-US">
              <a:sym typeface="+mn-ea"/>
            </a:endParaRPr>
          </a:p>
        </p:txBody>
      </p:sp>
      <p:sp>
        <p:nvSpPr>
          <p:cNvPr id="4" name="页脚占位符 5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8FDE57-BAA4-4B86-A024-8CFE55F57765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  <a:endParaRPr lang="zh-CN" altLang="en-US">
              <a:sym typeface="+mn-ea"/>
            </a:endParaRPr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34DAF6-43AB-41C5-B40F-3E56E6713C24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  <a:endParaRPr lang="zh-CN" altLang="en-US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  <a:endParaRPr lang="zh-CN" altLang="en-US">
              <a:sym typeface="+mn-ea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6B0A39-673F-48CA-8178-AD7C9B614DAF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2411" y="467693"/>
            <a:ext cx="8139178" cy="674375"/>
          </a:xfrm>
        </p:spPr>
        <p:txBody>
          <a:bodyPr rIns="25400"/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lang="zh-CN" altLang="en-US"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F02BE4-918D-4214-9668-5E5E5E0C1CD1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440811" y="4932759"/>
            <a:ext cx="1900833" cy="7784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spcFirstLastPara="1" lIns="17145" tIns="17145" rIns="17145" bIns="17145" spcCol="38100">
            <a:spAutoFit/>
          </a:bodyPr>
          <a:lstStyle/>
          <a:p>
            <a:pPr algn="ctr"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80" dirty="0">
                <a:solidFill>
                  <a:schemeClr val="bg1"/>
                </a:solidFill>
                <a:latin typeface="微软雅黑" panose="020B0503020204020204" pitchFamily="34" charset="-122"/>
                <a:ea typeface="+mn-ea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lang="zh-CN" altLang="en-US" sz="280" dirty="0">
                <a:solidFill>
                  <a:schemeClr val="bg1"/>
                </a:solidFill>
                <a:latin typeface="微软雅黑" panose="020B0503020204020204" pitchFamily="34" charset="-122"/>
                <a:ea typeface="+mn-ea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lang="zh-CN" altLang="en-US" sz="280" dirty="0">
              <a:solidFill>
                <a:schemeClr val="bg1"/>
              </a:solidFill>
              <a:latin typeface="微软雅黑" panose="020B0503020204020204" pitchFamily="34" charset="-122"/>
              <a:ea typeface="+mn-ea"/>
              <a:cs typeface="Arial" panose="020B0604020202020204" pitchFamily="34" charset="0"/>
              <a:sym typeface="Arial" panose="020B0604020202020204"/>
            </a:endParaRPr>
          </a:p>
        </p:txBody>
      </p:sp>
      <p:cxnSp>
        <p:nvCxnSpPr>
          <p:cNvPr id="3" name="直线连接符 3"/>
          <p:cNvCxnSpPr/>
          <p:nvPr/>
        </p:nvCxnSpPr>
        <p:spPr>
          <a:xfrm>
            <a:off x="2452688" y="686396"/>
            <a:ext cx="642342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736" y="4947047"/>
            <a:ext cx="549473" cy="121444"/>
          </a:xfrm>
        </p:spPr>
        <p:txBody>
          <a:bodyPr>
            <a:noAutofit/>
          </a:bodyPr>
          <a:lstStyle>
            <a:lvl1pPr algn="ctr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2A93B75A-B628-4B58-A0E2-AF8B7C034669}" type="slidenum">
              <a:rPr lang="en-US" altLang="zh-CN"/>
            </a:fld>
            <a:r>
              <a:rPr lang="en-US" altLang="zh-CN"/>
              <a:t>-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CD7546-58C9-4B7A-904B-762BA40EE7DD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2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>
              <a:sym typeface="+mn-ea"/>
            </a:endParaRP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3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2" y="467694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8" y="4947088"/>
            <a:ext cx="549355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>
                <a:solidFill>
                  <a:prstClr val="white"/>
                </a:solidFill>
                <a:ea typeface="微软雅黑" panose="020B0503020204020204" pitchFamily="34" charset="-122"/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  <a:ea typeface="微软雅黑" panose="020B0503020204020204" pitchFamily="34" charset="-122"/>
              </a:rPr>
            </a:fld>
            <a:r>
              <a:rPr lang="en-US" altLang="zh-CN">
                <a:solidFill>
                  <a:prstClr val="white"/>
                </a:solidFill>
                <a:ea typeface="微软雅黑" panose="020B0503020204020204" pitchFamily="34" charset="-122"/>
              </a:rPr>
              <a:t>-</a:t>
            </a:r>
            <a:endParaRPr lang="zh-CN" altLang="en-US" dirty="0">
              <a:solidFill>
                <a:prstClr val="white"/>
              </a:solidFill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88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4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bg bwMode="auto">
      <p:bgPr>
        <a:solidFill>
          <a:srgbClr val="2F5A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1" descr="2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731926" y="599307"/>
            <a:ext cx="2151953" cy="4293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本框 4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88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9806617">
            <a:off x="5384758" y="-1947972"/>
            <a:ext cx="7591962" cy="7171646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2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>
              <a:sym typeface="+mn-ea"/>
            </a:endParaRP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3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2" y="467694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8" y="4947088"/>
            <a:ext cx="549355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indent="0" algn="ctr" defTabSz="30988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4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2620090" y="491252"/>
            <a:ext cx="6523911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0" y="4855766"/>
            <a:ext cx="9144000" cy="213521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lvl="0" indent="0" algn="ctr" defTabSz="30988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8520709" y="4855766"/>
            <a:ext cx="623292" cy="21352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lvl="0" indent="0" algn="ctr" defTabSz="30988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7192" y="228125"/>
            <a:ext cx="1986677" cy="394811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2620090" y="100014"/>
            <a:ext cx="6523910" cy="371476"/>
          </a:xfrm>
          <a:prstGeom prst="rect">
            <a:avLst/>
          </a:prstGeom>
        </p:spPr>
        <p:txBody>
          <a:bodyPr/>
          <a:lstStyle>
            <a:lvl1pPr algn="r">
              <a:defRPr sz="2100">
                <a:solidFill>
                  <a:srgbClr val="2F5A9E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p:transition spd="med"/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88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srgbClr val="386DB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386DB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kern="1200" cap="none" spc="0" normalizeH="0" baseline="0" noProof="0" dirty="0">
              <a:ln>
                <a:noFill/>
              </a:ln>
              <a:solidFill>
                <a:srgbClr val="386DB4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5" name="TextBox 5"/>
          <p:cNvSpPr txBox="1">
            <a:spLocks noChangeArrowheads="1"/>
          </p:cNvSpPr>
          <p:nvPr userDrawn="1"/>
        </p:nvSpPr>
        <p:spPr bwMode="auto">
          <a:xfrm>
            <a:off x="599474" y="4466951"/>
            <a:ext cx="2572656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9pPr>
          </a:lstStyle>
          <a:p>
            <a:pPr marL="0" marR="0" lvl="0" indent="0" algn="l" defTabSz="309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700" b="0" i="0" u="none" strike="noStrike" kern="1200" cap="none" spc="0" normalizeH="0" baseline="0" noProof="0" dirty="0">
                <a:ln>
                  <a:noFill/>
                </a:ln>
                <a:solidFill>
                  <a:srgbClr val="2F5A9E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Contents</a:t>
            </a:r>
            <a:endParaRPr kumimoji="0" lang="en-US" altLang="zh-CN" sz="2700" b="0" i="0" u="none" strike="noStrike" kern="1200" cap="none" spc="0" normalizeH="0" baseline="0" noProof="0" dirty="0">
              <a:ln>
                <a:noFill/>
              </a:ln>
              <a:solidFill>
                <a:srgbClr val="2F5A9E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sym typeface="Arial" panose="020B0604020202020204" pitchFamily="34" charset="0"/>
            </a:endParaRPr>
          </a:p>
        </p:txBody>
      </p:sp>
      <p:pic>
        <p:nvPicPr>
          <p:cNvPr id="6" name="图片 1" descr="2"/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599473" y="427857"/>
            <a:ext cx="1605164" cy="3202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bg>
      <p:bgPr>
        <a:solidFill>
          <a:srgbClr val="2F5A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2620090" y="491252"/>
            <a:ext cx="6523911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0" y="4855765"/>
            <a:ext cx="9144000" cy="213521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lvl="0" indent="0" algn="ctr" defTabSz="30988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8520709" y="4855765"/>
            <a:ext cx="623292" cy="21352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lvl="0" indent="0" algn="ctr" defTabSz="30988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7192" y="228124"/>
            <a:ext cx="1986677" cy="394811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2620090" y="100013"/>
            <a:ext cx="6523910" cy="371476"/>
          </a:xfrm>
          <a:prstGeom prst="rect">
            <a:avLst/>
          </a:prstGeom>
        </p:spPr>
        <p:txBody>
          <a:bodyPr/>
          <a:lstStyle>
            <a:lvl1pPr algn="r">
              <a:defRPr sz="2100">
                <a:solidFill>
                  <a:srgbClr val="2F5A9E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p:transition spd="med"/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1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>
              <a:sym typeface="+mn-ea"/>
            </a:endParaRP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2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3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3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67693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3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7" y="4947088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indent="0" algn="ctr" defTabSz="30988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3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3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2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>
              <a:sym typeface="+mn-ea"/>
            </a:endParaRP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3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3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3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3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2" y="467694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3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8" y="4947088"/>
            <a:ext cx="549355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indent="0" algn="ctr" defTabSz="30988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4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3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2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3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3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  <p:transition spd="slow">
    <p:push/>
  </p:transition>
</p:sldLayout>
</file>

<file path=ppt/slideLayouts/slideLayout3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>
              <a:sym typeface="+mn-ea"/>
            </a:endParaRP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  <p:transition spd="slow">
    <p:push/>
  </p:transition>
</p:sldLayout>
</file>

<file path=ppt/slideLayouts/slideLayout3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3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3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3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3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2" y="467694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3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8" y="4947088"/>
            <a:ext cx="549355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>
                <a:solidFill>
                  <a:prstClr val="white"/>
                </a:solidFill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</a:rPr>
            </a:fld>
            <a:r>
              <a:rPr lang="en-US" altLang="zh-CN">
                <a:solidFill>
                  <a:prstClr val="white"/>
                </a:solidFill>
              </a:rPr>
              <a:t>-</a:t>
            </a:r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88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4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  <p:transition spd="slow">
    <p:push/>
  </p:transition>
</p:sldLayout>
</file>

<file path=ppt/slideLayouts/slideLayout3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3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1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>
              <a:sym typeface="+mn-ea"/>
            </a:endParaRP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2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3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3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3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67693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3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7" y="4947088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>
                <a:solidFill>
                  <a:prstClr val="white"/>
                </a:solidFill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</a:rPr>
            </a:fld>
            <a:r>
              <a:rPr lang="en-US" altLang="zh-CN">
                <a:solidFill>
                  <a:prstClr val="white"/>
                </a:solidFill>
              </a:rPr>
              <a:t>-</a:t>
            </a:r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88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cxnSp>
        <p:nvCxnSpPr>
          <p:cNvPr id="9" name="直线连接符 3"/>
          <p:cNvCxnSpPr/>
          <p:nvPr/>
        </p:nvCxnSpPr>
        <p:spPr>
          <a:xfrm>
            <a:off x="2452523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3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5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/>
        </p:nvSpPr>
        <p:spPr>
          <a:xfrm flipV="1">
            <a:off x="2620089" y="491252"/>
            <a:ext cx="6523911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/>
        </p:nvSpPr>
        <p:spPr>
          <a:xfrm>
            <a:off x="0" y="4855765"/>
            <a:ext cx="9144000" cy="213521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indent="0" algn="ctr" defTabSz="30988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200" b="1" i="0" u="none" strike="noStrike" cap="none" spc="0" normalizeH="0" baseline="0" noProof="1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8520708" y="4855765"/>
            <a:ext cx="623292" cy="21352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indent="0" algn="ctr" defTabSz="30988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200" b="1" i="0" u="none" strike="noStrike" cap="none" spc="0" normalizeH="0" baseline="0" noProof="1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191" y="228124"/>
            <a:ext cx="1986677" cy="394811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3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2" y="1731662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5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defTabSz="309245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defTabSz="309245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09245"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09245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09245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5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defTabSz="309245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defTabSz="309245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5" y="1131095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defTabSz="309245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defTabSz="309245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4"/>
            <a:ext cx="4629150" cy="4052411"/>
          </a:xfrm>
        </p:spPr>
        <p:txBody>
          <a:bodyPr/>
          <a:lstStyle>
            <a:lvl1pPr>
              <a:defRPr sz="18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>
              <a:sym typeface="+mn-ea"/>
            </a:endParaRP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defTabSz="309245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defTabSz="309245">
              <a:defRPr/>
            </a:pPr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5" y="4203860"/>
            <a:ext cx="8139113" cy="418624"/>
          </a:xfrm>
        </p:spPr>
        <p:txBody>
          <a:bodyPr/>
          <a:lstStyle>
            <a:lvl1pPr>
              <a:defRPr b="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dirty="0"/>
              <a:t>单击此处编辑正文</a:t>
            </a:r>
            <a:endParaRPr lang="zh-CN" altLang="en-US" dirty="0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5" y="481013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3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defTabSz="309245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defTabSz="309245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3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defTabSz="309245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defTabSz="309245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3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defTabSz="309245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defTabSz="309245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2" y="467694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3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7" y="4947089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309245">
              <a:defRPr/>
            </a:pPr>
            <a:r>
              <a:rPr lang="en-US" altLang="zh-CN">
                <a:solidFill>
                  <a:prstClr val="white"/>
                </a:solidFill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</a:rPr>
            </a:fld>
            <a:r>
              <a:rPr lang="en-US" altLang="zh-CN">
                <a:solidFill>
                  <a:prstClr val="white"/>
                </a:solidFill>
              </a:rPr>
              <a:t>-</a:t>
            </a:r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3" y="4932662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24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Arial" panose="020B0604020202020204" pitchFamily="34" charset="0"/>
              <a:sym typeface="Arial" panose="020B0604020202020204"/>
            </a:endParaRP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4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3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defTabSz="309245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defTabSz="309245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6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2620091" y="491252"/>
            <a:ext cx="6523911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0" y="4855765"/>
            <a:ext cx="9144000" cy="213521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lvl="0" indent="0" algn="ctr" defTabSz="30924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8520709" y="4855765"/>
            <a:ext cx="623292" cy="21352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lvl="0" indent="0" algn="ctr" defTabSz="30924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7193" y="228125"/>
            <a:ext cx="1986677" cy="394811"/>
          </a:xfrm>
          <a:prstGeom prst="rect">
            <a:avLst/>
          </a:prstGeom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09245"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09245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09245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 spd="med"/>
</p:sldLayout>
</file>

<file path=ppt/slideLayouts/slideLayout3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7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indent="0" algn="ctr" defTabSz="30988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50" b="0" i="0" u="none" strike="noStrike" cap="none" spc="0" normalizeH="0" baseline="0" dirty="0">
                <a:ln>
                  <a:noFill/>
                </a:ln>
                <a:solidFill>
                  <a:srgbClr val="00366A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cap="none" spc="0" normalizeH="0" baseline="0" dirty="0">
                <a:ln>
                  <a:noFill/>
                </a:ln>
                <a:solidFill>
                  <a:srgbClr val="00366A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cap="none" spc="0" normalizeH="0" baseline="0" dirty="0">
              <a:ln>
                <a:noFill/>
              </a:ln>
              <a:solidFill>
                <a:srgbClr val="00366A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5" name="TextBox 5"/>
          <p:cNvSpPr txBox="1">
            <a:spLocks noChangeArrowheads="1"/>
          </p:cNvSpPr>
          <p:nvPr userDrawn="1"/>
        </p:nvSpPr>
        <p:spPr bwMode="auto">
          <a:xfrm>
            <a:off x="599474" y="4499850"/>
            <a:ext cx="2572656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CN" sz="2700" dirty="0">
                <a:solidFill>
                  <a:schemeClr val="bg1"/>
                </a:solidFill>
                <a:ea typeface="宋体" panose="02010600030101010101" pitchFamily="2" charset="-122"/>
              </a:rPr>
              <a:t>Contents</a:t>
            </a:r>
            <a:endParaRPr lang="en-US" altLang="zh-CN" sz="2700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pic>
        <p:nvPicPr>
          <p:cNvPr id="6" name="图片 1" descr="2"/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599474" y="427857"/>
            <a:ext cx="1605163" cy="3202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图片 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279" y="591672"/>
            <a:ext cx="1699576" cy="397562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3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406090" y="4966115"/>
            <a:ext cx="331822" cy="238527"/>
          </a:xfrm>
        </p:spPr>
        <p:txBody>
          <a:bodyPr/>
          <a:lstStyle>
            <a:lvl1pPr algn="ctr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 dirty="0"/>
              <a:t>-</a:t>
            </a:r>
            <a:fld id="{FAEDECE0-B3E3-4E93-9B91-9F10B30F5B07}" type="slidenum">
              <a:rPr lang="en-US" altLang="zh-CN" dirty="0" smtClean="0"/>
            </a:fld>
            <a:r>
              <a:rPr lang="en-US" altLang="zh-CN" dirty="0"/>
              <a:t>-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17" y="613756"/>
            <a:ext cx="2107043" cy="492876"/>
          </a:xfrm>
          <a:prstGeom prst="rect">
            <a:avLst/>
          </a:prstGeom>
        </p:spPr>
      </p:pic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indent="0" algn="ctr" defTabSz="30988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50" b="0" i="0" u="none" strike="noStrike" cap="none" spc="0" normalizeH="0" baseline="0" dirty="0">
                <a:ln>
                  <a:noFill/>
                </a:ln>
                <a:solidFill>
                  <a:srgbClr val="386DB4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cap="none" spc="0" normalizeH="0" baseline="0" dirty="0">
                <a:ln>
                  <a:noFill/>
                </a:ln>
                <a:solidFill>
                  <a:srgbClr val="386DB4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cap="none" spc="0" normalizeH="0" baseline="0" dirty="0">
              <a:ln>
                <a:noFill/>
              </a:ln>
              <a:solidFill>
                <a:srgbClr val="386DB4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9806617">
            <a:off x="5384758" y="-1947971"/>
            <a:ext cx="7591962" cy="717164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7" y="4970430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2" y="4956003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indent="0" algn="ctr" defTabSz="30988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3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3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7" y="4947088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indent="0" algn="ctr" defTabSz="30988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3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37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8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8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5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8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8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7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7"/>
            <a:ext cx="3887391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indent="0" algn="ctr" defTabSz="30988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50" b="0" i="0" u="none" strike="noStrike" cap="none" spc="0" normalizeH="0" baseline="0" dirty="0">
                <a:ln>
                  <a:noFill/>
                </a:ln>
                <a:solidFill>
                  <a:srgbClr val="00366A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cap="none" spc="0" normalizeH="0" baseline="0" dirty="0">
                <a:ln>
                  <a:noFill/>
                </a:ln>
                <a:solidFill>
                  <a:srgbClr val="00366A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cap="none" spc="0" normalizeH="0" baseline="0" dirty="0">
              <a:ln>
                <a:noFill/>
              </a:ln>
              <a:solidFill>
                <a:srgbClr val="00366A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5" name="TextBox 5"/>
          <p:cNvSpPr txBox="1">
            <a:spLocks noChangeArrowheads="1"/>
          </p:cNvSpPr>
          <p:nvPr userDrawn="1"/>
        </p:nvSpPr>
        <p:spPr bwMode="auto">
          <a:xfrm>
            <a:off x="599474" y="4499850"/>
            <a:ext cx="2572656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CN" sz="2700" dirty="0">
                <a:solidFill>
                  <a:schemeClr val="bg1"/>
                </a:solidFill>
                <a:ea typeface="宋体" panose="02010600030101010101" pitchFamily="2" charset="-122"/>
              </a:rPr>
              <a:t>Contents</a:t>
            </a:r>
            <a:endParaRPr lang="en-US" altLang="zh-CN" sz="2700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pic>
        <p:nvPicPr>
          <p:cNvPr id="6" name="图片 1" descr="2"/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599475" y="427857"/>
            <a:ext cx="1605163" cy="3202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图片 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279" y="591672"/>
            <a:ext cx="1699576" cy="397562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3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406090" y="4966116"/>
            <a:ext cx="331822" cy="238527"/>
          </a:xfrm>
        </p:spPr>
        <p:txBody>
          <a:bodyPr/>
          <a:lstStyle>
            <a:lvl1pPr algn="ctr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 dirty="0"/>
              <a:t>-</a:t>
            </a:r>
            <a:fld id="{FAEDECE0-B3E3-4E93-9B91-9F10B30F5B07}" type="slidenum">
              <a:rPr lang="en-US" altLang="zh-CN" dirty="0" smtClean="0"/>
            </a:fld>
            <a:r>
              <a:rPr lang="en-US" altLang="zh-CN" dirty="0"/>
              <a:t>-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18" y="613756"/>
            <a:ext cx="2107043" cy="492876"/>
          </a:xfrm>
          <a:prstGeom prst="rect">
            <a:avLst/>
          </a:prstGeom>
        </p:spPr>
      </p:pic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indent="0" algn="ctr" defTabSz="30988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50" b="0" i="0" u="none" strike="noStrike" cap="none" spc="0" normalizeH="0" baseline="0" dirty="0">
                <a:ln>
                  <a:noFill/>
                </a:ln>
                <a:solidFill>
                  <a:srgbClr val="386DB4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cap="none" spc="0" normalizeH="0" baseline="0" dirty="0">
                <a:ln>
                  <a:noFill/>
                </a:ln>
                <a:solidFill>
                  <a:srgbClr val="386DB4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cap="none" spc="0" normalizeH="0" baseline="0" dirty="0">
              <a:ln>
                <a:noFill/>
              </a:ln>
              <a:solidFill>
                <a:srgbClr val="386DB4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9806617">
            <a:off x="5384758" y="-1947970"/>
            <a:ext cx="7591962" cy="717164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8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7" y="4970431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2" y="4956003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indent="0" algn="ctr" defTabSz="30988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4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3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7" y="4947089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indent="0" algn="ctr" defTabSz="30988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4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slideLayout" Target="../slideLayouts/slideLayout34.xml"/><Relationship Id="rId3" Type="http://schemas.openxmlformats.org/officeDocument/2006/relationships/slideLayout" Target="../slideLayouts/slideLayout35.xml"/><Relationship Id="rId4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7.xml"/><Relationship Id="rId6" Type="http://schemas.openxmlformats.org/officeDocument/2006/relationships/slideLayout" Target="../slideLayouts/slideLayout38.xml"/><Relationship Id="rId7" Type="http://schemas.openxmlformats.org/officeDocument/2006/relationships/slideLayout" Target="../slideLayouts/slideLayout39.xml"/><Relationship Id="rId8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3.xml"/><Relationship Id="rId12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8.xml"/><Relationship Id="rId6" Type="http://schemas.openxmlformats.org/officeDocument/2006/relationships/slideLayout" Target="../slideLayouts/slideLayout49.xml"/><Relationship Id="rId7" Type="http://schemas.openxmlformats.org/officeDocument/2006/relationships/slideLayout" Target="../slideLayouts/slideLayout50.xml"/><Relationship Id="rId8" Type="http://schemas.openxmlformats.org/officeDocument/2006/relationships/slideLayout" Target="../slideLayouts/slideLayout51.xml"/><Relationship Id="rId9" Type="http://schemas.openxmlformats.org/officeDocument/2006/relationships/slideLayout" Target="../slideLayouts/slideLayout52.xml"/><Relationship Id="rId10" Type="http://schemas.openxmlformats.org/officeDocument/2006/relationships/slideLayout" Target="../slideLayouts/slideLayout53.xml"/><Relationship Id="rId11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slideLayout" Target="../slideLayouts/slideLayout55.xml"/><Relationship Id="rId3" Type="http://schemas.openxmlformats.org/officeDocument/2006/relationships/slideLayout" Target="../slideLayouts/slideLayout56.xml"/><Relationship Id="rId4" Type="http://schemas.openxmlformats.org/officeDocument/2006/relationships/slideLayout" Target="../slideLayouts/slideLayout57.xml"/><Relationship Id="rId5" Type="http://schemas.openxmlformats.org/officeDocument/2006/relationships/slideLayout" Target="../slideLayouts/slideLayout58.xml"/><Relationship Id="rId6" Type="http://schemas.openxmlformats.org/officeDocument/2006/relationships/slideLayout" Target="../slideLayouts/slideLayout59.xml"/><Relationship Id="rId7" Type="http://schemas.openxmlformats.org/officeDocument/2006/relationships/slideLayout" Target="../slideLayouts/slideLayout60.xml"/><Relationship Id="rId8" Type="http://schemas.openxmlformats.org/officeDocument/2006/relationships/slideLayout" Target="../slideLayouts/slideLayout61.xml"/><Relationship Id="rId9" Type="http://schemas.openxmlformats.org/officeDocument/2006/relationships/slideLayout" Target="../slideLayouts/slideLayout62.xml"/><Relationship Id="rId10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64.xml"/><Relationship Id="rId12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5.xml"/><Relationship Id="rId2" Type="http://schemas.openxmlformats.org/officeDocument/2006/relationships/slideLayout" Target="../slideLayouts/slideLayout66.xml"/><Relationship Id="rId3" Type="http://schemas.openxmlformats.org/officeDocument/2006/relationships/slideLayout" Target="../slideLayouts/slideLayout67.xml"/><Relationship Id="rId4" Type="http://schemas.openxmlformats.org/officeDocument/2006/relationships/slideLayout" Target="../slideLayouts/slideLayout68.xml"/><Relationship Id="rId5" Type="http://schemas.openxmlformats.org/officeDocument/2006/relationships/slideLayout" Target="../slideLayouts/slideLayout69.xml"/><Relationship Id="rId6" Type="http://schemas.openxmlformats.org/officeDocument/2006/relationships/slideLayout" Target="../slideLayouts/slideLayout70.xml"/><Relationship Id="rId7" Type="http://schemas.openxmlformats.org/officeDocument/2006/relationships/slideLayout" Target="../slideLayouts/slideLayout71.xml"/><Relationship Id="rId8" Type="http://schemas.openxmlformats.org/officeDocument/2006/relationships/slideLayout" Target="../slideLayouts/slideLayout72.xml"/><Relationship Id="rId9" Type="http://schemas.openxmlformats.org/officeDocument/2006/relationships/slideLayout" Target="../slideLayouts/slideLayout73.xml"/><Relationship Id="rId10" Type="http://schemas.openxmlformats.org/officeDocument/2006/relationships/slideLayout" Target="../slideLayouts/slideLayout74.xml"/><Relationship Id="rId11" Type="http://schemas.openxmlformats.org/officeDocument/2006/relationships/theme" Target="../theme/theme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5.xml"/><Relationship Id="rId2" Type="http://schemas.openxmlformats.org/officeDocument/2006/relationships/slideLayout" Target="../slideLayouts/slideLayout76.xml"/><Relationship Id="rId3" Type="http://schemas.openxmlformats.org/officeDocument/2006/relationships/slideLayout" Target="../slideLayouts/slideLayout77.xml"/><Relationship Id="rId4" Type="http://schemas.openxmlformats.org/officeDocument/2006/relationships/slideLayout" Target="../slideLayouts/slideLayout78.xml"/><Relationship Id="rId5" Type="http://schemas.openxmlformats.org/officeDocument/2006/relationships/slideLayout" Target="../slideLayouts/slideLayout79.xml"/><Relationship Id="rId6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1.xml"/><Relationship Id="rId8" Type="http://schemas.openxmlformats.org/officeDocument/2006/relationships/slideLayout" Target="../slideLayouts/slideLayout82.xml"/><Relationship Id="rId9" Type="http://schemas.openxmlformats.org/officeDocument/2006/relationships/slideLayout" Target="../slideLayouts/slideLayout83.xml"/><Relationship Id="rId10" Type="http://schemas.openxmlformats.org/officeDocument/2006/relationships/slideLayout" Target="../slideLayouts/slideLayout84.xml"/><Relationship Id="rId11" Type="http://schemas.openxmlformats.org/officeDocument/2006/relationships/theme" Target="../theme/theme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5.xml"/><Relationship Id="rId2" Type="http://schemas.openxmlformats.org/officeDocument/2006/relationships/slideLayout" Target="../slideLayouts/slideLayout86.xml"/><Relationship Id="rId3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9.xml"/><Relationship Id="rId6" Type="http://schemas.openxmlformats.org/officeDocument/2006/relationships/slideLayout" Target="../slideLayouts/slideLayout90.xml"/><Relationship Id="rId7" Type="http://schemas.openxmlformats.org/officeDocument/2006/relationships/slideLayout" Target="../slideLayouts/slideLayout91.xml"/><Relationship Id="rId8" Type="http://schemas.openxmlformats.org/officeDocument/2006/relationships/slideLayout" Target="../slideLayouts/slideLayout92.xml"/><Relationship Id="rId9" Type="http://schemas.openxmlformats.org/officeDocument/2006/relationships/slideLayout" Target="../slideLayouts/slideLayout93.xml"/><Relationship Id="rId10" Type="http://schemas.openxmlformats.org/officeDocument/2006/relationships/slideLayout" Target="../slideLayouts/slideLayout94.xml"/><Relationship Id="rId11" Type="http://schemas.openxmlformats.org/officeDocument/2006/relationships/theme" Target="../theme/theme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5.xml"/><Relationship Id="rId2" Type="http://schemas.openxmlformats.org/officeDocument/2006/relationships/slideLayout" Target="../slideLayouts/slideLayout96.xml"/><Relationship Id="rId3" Type="http://schemas.openxmlformats.org/officeDocument/2006/relationships/slideLayout" Target="../slideLayouts/slideLayout97.xml"/><Relationship Id="rId4" Type="http://schemas.openxmlformats.org/officeDocument/2006/relationships/slideLayout" Target="../slideLayouts/slideLayout98.xml"/><Relationship Id="rId5" Type="http://schemas.openxmlformats.org/officeDocument/2006/relationships/slideLayout" Target="../slideLayouts/slideLayout99.xml"/><Relationship Id="rId6" Type="http://schemas.openxmlformats.org/officeDocument/2006/relationships/slideLayout" Target="../slideLayouts/slideLayout100.xml"/><Relationship Id="rId7" Type="http://schemas.openxmlformats.org/officeDocument/2006/relationships/slideLayout" Target="../slideLayouts/slideLayout101.xml"/><Relationship Id="rId8" Type="http://schemas.openxmlformats.org/officeDocument/2006/relationships/slideLayout" Target="../slideLayouts/slideLayout102.xml"/><Relationship Id="rId9" Type="http://schemas.openxmlformats.org/officeDocument/2006/relationships/slideLayout" Target="../slideLayouts/slideLayout103.xml"/><Relationship Id="rId10" Type="http://schemas.openxmlformats.org/officeDocument/2006/relationships/slideLayout" Target="../slideLayouts/slideLayout104.xml"/><Relationship Id="rId11" Type="http://schemas.openxmlformats.org/officeDocument/2006/relationships/slideLayout" Target="../slideLayouts/slideLayout105.xml"/><Relationship Id="rId12" Type="http://schemas.openxmlformats.org/officeDocument/2006/relationships/theme" Target="../theme/theme10.xml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6.xml"/><Relationship Id="rId2" Type="http://schemas.openxmlformats.org/officeDocument/2006/relationships/slideLayout" Target="../slideLayouts/slideLayout107.xml"/><Relationship Id="rId3" Type="http://schemas.openxmlformats.org/officeDocument/2006/relationships/slideLayout" Target="../slideLayouts/slideLayout108.xml"/><Relationship Id="rId4" Type="http://schemas.openxmlformats.org/officeDocument/2006/relationships/slideLayout" Target="../slideLayouts/slideLayout109.xml"/><Relationship Id="rId5" Type="http://schemas.openxmlformats.org/officeDocument/2006/relationships/slideLayout" Target="../slideLayouts/slideLayout110.xml"/><Relationship Id="rId6" Type="http://schemas.openxmlformats.org/officeDocument/2006/relationships/slideLayout" Target="../slideLayouts/slideLayout111.xml"/><Relationship Id="rId7" Type="http://schemas.openxmlformats.org/officeDocument/2006/relationships/slideLayout" Target="../slideLayouts/slideLayout112.xml"/><Relationship Id="rId8" Type="http://schemas.openxmlformats.org/officeDocument/2006/relationships/slideLayout" Target="../slideLayouts/slideLayout113.xml"/><Relationship Id="rId9" Type="http://schemas.openxmlformats.org/officeDocument/2006/relationships/slideLayout" Target="../slideLayouts/slideLayout114.xml"/><Relationship Id="rId10" Type="http://schemas.openxmlformats.org/officeDocument/2006/relationships/slideLayout" Target="../slideLayouts/slideLayout115.xml"/><Relationship Id="rId11" Type="http://schemas.openxmlformats.org/officeDocument/2006/relationships/slideLayout" Target="../slideLayouts/slideLayout116.xml"/><Relationship Id="rId12" Type="http://schemas.openxmlformats.org/officeDocument/2006/relationships/theme" Target="../theme/theme11.xml"/></Relationships>
</file>

<file path=ppt/slideMasters/_rels/slideMaster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7.xml"/><Relationship Id="rId2" Type="http://schemas.openxmlformats.org/officeDocument/2006/relationships/slideLayout" Target="../slideLayouts/slideLayout118.xml"/><Relationship Id="rId3" Type="http://schemas.openxmlformats.org/officeDocument/2006/relationships/slideLayout" Target="../slideLayouts/slideLayout119.xml"/><Relationship Id="rId4" Type="http://schemas.openxmlformats.org/officeDocument/2006/relationships/slideLayout" Target="../slideLayouts/slideLayout120.xml"/><Relationship Id="rId5" Type="http://schemas.openxmlformats.org/officeDocument/2006/relationships/slideLayout" Target="../slideLayouts/slideLayout121.xml"/><Relationship Id="rId6" Type="http://schemas.openxmlformats.org/officeDocument/2006/relationships/slideLayout" Target="../slideLayouts/slideLayout122.xml"/><Relationship Id="rId7" Type="http://schemas.openxmlformats.org/officeDocument/2006/relationships/slideLayout" Target="../slideLayouts/slideLayout123.xml"/><Relationship Id="rId8" Type="http://schemas.openxmlformats.org/officeDocument/2006/relationships/slideLayout" Target="../slideLayouts/slideLayout124.xml"/><Relationship Id="rId9" Type="http://schemas.openxmlformats.org/officeDocument/2006/relationships/slideLayout" Target="../slideLayouts/slideLayout125.xml"/><Relationship Id="rId10" Type="http://schemas.openxmlformats.org/officeDocument/2006/relationships/slideLayout" Target="../slideLayouts/slideLayout126.xml"/><Relationship Id="rId11" Type="http://schemas.openxmlformats.org/officeDocument/2006/relationships/slideLayout" Target="../slideLayouts/slideLayout127.xml"/><Relationship Id="rId12" Type="http://schemas.openxmlformats.org/officeDocument/2006/relationships/slideLayout" Target="../slideLayouts/slideLayout128.xml"/><Relationship Id="rId13" Type="http://schemas.openxmlformats.org/officeDocument/2006/relationships/slideLayout" Target="../slideLayouts/slideLayout129.xml"/><Relationship Id="rId14" Type="http://schemas.openxmlformats.org/officeDocument/2006/relationships/theme" Target="../theme/theme12.xml"/></Relationships>
</file>

<file path=ppt/slideMasters/_rels/slideMaster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0.xml"/><Relationship Id="rId2" Type="http://schemas.openxmlformats.org/officeDocument/2006/relationships/slideLayout" Target="../slideLayouts/slideLayout131.xml"/><Relationship Id="rId3" Type="http://schemas.openxmlformats.org/officeDocument/2006/relationships/slideLayout" Target="../slideLayouts/slideLayout132.xml"/><Relationship Id="rId4" Type="http://schemas.openxmlformats.org/officeDocument/2006/relationships/slideLayout" Target="../slideLayouts/slideLayout133.xml"/><Relationship Id="rId5" Type="http://schemas.openxmlformats.org/officeDocument/2006/relationships/slideLayout" Target="../slideLayouts/slideLayout134.xml"/><Relationship Id="rId6" Type="http://schemas.openxmlformats.org/officeDocument/2006/relationships/slideLayout" Target="../slideLayouts/slideLayout135.xml"/><Relationship Id="rId7" Type="http://schemas.openxmlformats.org/officeDocument/2006/relationships/slideLayout" Target="../slideLayouts/slideLayout136.xml"/><Relationship Id="rId8" Type="http://schemas.openxmlformats.org/officeDocument/2006/relationships/slideLayout" Target="../slideLayouts/slideLayout137.xml"/><Relationship Id="rId9" Type="http://schemas.openxmlformats.org/officeDocument/2006/relationships/slideLayout" Target="../slideLayouts/slideLayout138.xml"/><Relationship Id="rId10" Type="http://schemas.openxmlformats.org/officeDocument/2006/relationships/slideLayout" Target="../slideLayouts/slideLayout139.xml"/><Relationship Id="rId11" Type="http://schemas.openxmlformats.org/officeDocument/2006/relationships/slideLayout" Target="../slideLayouts/slideLayout140.xml"/><Relationship Id="rId12" Type="http://schemas.openxmlformats.org/officeDocument/2006/relationships/theme" Target="../theme/theme13.xml"/></Relationships>
</file>

<file path=ppt/slideMasters/_rels/slideMaster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1.xml"/><Relationship Id="rId2" Type="http://schemas.openxmlformats.org/officeDocument/2006/relationships/slideLayout" Target="../slideLayouts/slideLayout142.xml"/><Relationship Id="rId3" Type="http://schemas.openxmlformats.org/officeDocument/2006/relationships/slideLayout" Target="../slideLayouts/slideLayout143.xml"/><Relationship Id="rId4" Type="http://schemas.openxmlformats.org/officeDocument/2006/relationships/slideLayout" Target="../slideLayouts/slideLayout144.xml"/><Relationship Id="rId5" Type="http://schemas.openxmlformats.org/officeDocument/2006/relationships/slideLayout" Target="../slideLayouts/slideLayout145.xml"/><Relationship Id="rId6" Type="http://schemas.openxmlformats.org/officeDocument/2006/relationships/slideLayout" Target="../slideLayouts/slideLayout146.xml"/><Relationship Id="rId7" Type="http://schemas.openxmlformats.org/officeDocument/2006/relationships/slideLayout" Target="../slideLayouts/slideLayout147.xml"/><Relationship Id="rId8" Type="http://schemas.openxmlformats.org/officeDocument/2006/relationships/slideLayout" Target="../slideLayouts/slideLayout148.xml"/><Relationship Id="rId9" Type="http://schemas.openxmlformats.org/officeDocument/2006/relationships/slideLayout" Target="../slideLayouts/slideLayout149.xml"/><Relationship Id="rId10" Type="http://schemas.openxmlformats.org/officeDocument/2006/relationships/slideLayout" Target="../slideLayouts/slideLayout150.xml"/><Relationship Id="rId11" Type="http://schemas.openxmlformats.org/officeDocument/2006/relationships/slideLayout" Target="../slideLayouts/slideLayout151.xml"/><Relationship Id="rId12" Type="http://schemas.openxmlformats.org/officeDocument/2006/relationships/theme" Target="../theme/theme14.xml"/></Relationships>
</file>

<file path=ppt/slideMasters/_rels/slideMaster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2.xml"/><Relationship Id="rId2" Type="http://schemas.openxmlformats.org/officeDocument/2006/relationships/slideLayout" Target="../slideLayouts/slideLayout153.xml"/><Relationship Id="rId3" Type="http://schemas.openxmlformats.org/officeDocument/2006/relationships/slideLayout" Target="../slideLayouts/slideLayout154.xml"/><Relationship Id="rId4" Type="http://schemas.openxmlformats.org/officeDocument/2006/relationships/slideLayout" Target="../slideLayouts/slideLayout155.xml"/><Relationship Id="rId5" Type="http://schemas.openxmlformats.org/officeDocument/2006/relationships/slideLayout" Target="../slideLayouts/slideLayout156.xml"/><Relationship Id="rId6" Type="http://schemas.openxmlformats.org/officeDocument/2006/relationships/slideLayout" Target="../slideLayouts/slideLayout157.xml"/><Relationship Id="rId7" Type="http://schemas.openxmlformats.org/officeDocument/2006/relationships/slideLayout" Target="../slideLayouts/slideLayout158.xml"/><Relationship Id="rId8" Type="http://schemas.openxmlformats.org/officeDocument/2006/relationships/slideLayout" Target="../slideLayouts/slideLayout159.xml"/><Relationship Id="rId9" Type="http://schemas.openxmlformats.org/officeDocument/2006/relationships/slideLayout" Target="../slideLayouts/slideLayout160.xml"/><Relationship Id="rId10" Type="http://schemas.openxmlformats.org/officeDocument/2006/relationships/slideLayout" Target="../slideLayouts/slideLayout161.xml"/><Relationship Id="rId11" Type="http://schemas.openxmlformats.org/officeDocument/2006/relationships/theme" Target="../theme/theme15.xml"/></Relationships>
</file>

<file path=ppt/slideMasters/_rels/slideMaster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2.xml"/><Relationship Id="rId2" Type="http://schemas.openxmlformats.org/officeDocument/2006/relationships/slideLayout" Target="../slideLayouts/slideLayout163.xml"/><Relationship Id="rId3" Type="http://schemas.openxmlformats.org/officeDocument/2006/relationships/slideLayout" Target="../slideLayouts/slideLayout164.xml"/><Relationship Id="rId4" Type="http://schemas.openxmlformats.org/officeDocument/2006/relationships/slideLayout" Target="../slideLayouts/slideLayout165.xml"/><Relationship Id="rId5" Type="http://schemas.openxmlformats.org/officeDocument/2006/relationships/slideLayout" Target="../slideLayouts/slideLayout166.xml"/><Relationship Id="rId6" Type="http://schemas.openxmlformats.org/officeDocument/2006/relationships/slideLayout" Target="../slideLayouts/slideLayout167.xml"/><Relationship Id="rId7" Type="http://schemas.openxmlformats.org/officeDocument/2006/relationships/slideLayout" Target="../slideLayouts/slideLayout168.xml"/><Relationship Id="rId8" Type="http://schemas.openxmlformats.org/officeDocument/2006/relationships/slideLayout" Target="../slideLayouts/slideLayout169.xml"/><Relationship Id="rId9" Type="http://schemas.openxmlformats.org/officeDocument/2006/relationships/slideLayout" Target="../slideLayouts/slideLayout170.xml"/><Relationship Id="rId10" Type="http://schemas.openxmlformats.org/officeDocument/2006/relationships/slideLayout" Target="../slideLayouts/slideLayout171.xml"/><Relationship Id="rId11" Type="http://schemas.openxmlformats.org/officeDocument/2006/relationships/slideLayout" Target="../slideLayouts/slideLayout172.xml"/><Relationship Id="rId12" Type="http://schemas.openxmlformats.org/officeDocument/2006/relationships/theme" Target="../theme/theme16.xml"/></Relationships>
</file>

<file path=ppt/slideMasters/_rels/slideMaster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3.xml"/><Relationship Id="rId2" Type="http://schemas.openxmlformats.org/officeDocument/2006/relationships/slideLayout" Target="../slideLayouts/slideLayout174.xml"/><Relationship Id="rId3" Type="http://schemas.openxmlformats.org/officeDocument/2006/relationships/slideLayout" Target="../slideLayouts/slideLayout175.xml"/><Relationship Id="rId4" Type="http://schemas.openxmlformats.org/officeDocument/2006/relationships/slideLayout" Target="../slideLayouts/slideLayout176.xml"/><Relationship Id="rId5" Type="http://schemas.openxmlformats.org/officeDocument/2006/relationships/slideLayout" Target="../slideLayouts/slideLayout177.xml"/><Relationship Id="rId6" Type="http://schemas.openxmlformats.org/officeDocument/2006/relationships/slideLayout" Target="../slideLayouts/slideLayout178.xml"/><Relationship Id="rId7" Type="http://schemas.openxmlformats.org/officeDocument/2006/relationships/slideLayout" Target="../slideLayouts/slideLayout179.xml"/><Relationship Id="rId8" Type="http://schemas.openxmlformats.org/officeDocument/2006/relationships/slideLayout" Target="../slideLayouts/slideLayout180.xml"/><Relationship Id="rId9" Type="http://schemas.openxmlformats.org/officeDocument/2006/relationships/slideLayout" Target="../slideLayouts/slideLayout181.xml"/><Relationship Id="rId10" Type="http://schemas.openxmlformats.org/officeDocument/2006/relationships/slideLayout" Target="../slideLayouts/slideLayout182.xml"/><Relationship Id="rId11" Type="http://schemas.openxmlformats.org/officeDocument/2006/relationships/slideLayout" Target="../slideLayouts/slideLayout183.xml"/><Relationship Id="rId12" Type="http://schemas.openxmlformats.org/officeDocument/2006/relationships/theme" Target="../theme/theme17.xml"/></Relationships>
</file>

<file path=ppt/slideMasters/_rels/slideMaster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4.xml"/><Relationship Id="rId2" Type="http://schemas.openxmlformats.org/officeDocument/2006/relationships/slideLayout" Target="../slideLayouts/slideLayout185.xml"/><Relationship Id="rId3" Type="http://schemas.openxmlformats.org/officeDocument/2006/relationships/slideLayout" Target="../slideLayouts/slideLayout186.xml"/><Relationship Id="rId4" Type="http://schemas.openxmlformats.org/officeDocument/2006/relationships/slideLayout" Target="../slideLayouts/slideLayout187.xml"/><Relationship Id="rId5" Type="http://schemas.openxmlformats.org/officeDocument/2006/relationships/slideLayout" Target="../slideLayouts/slideLayout188.xml"/><Relationship Id="rId6" Type="http://schemas.openxmlformats.org/officeDocument/2006/relationships/slideLayout" Target="../slideLayouts/slideLayout189.xml"/><Relationship Id="rId7" Type="http://schemas.openxmlformats.org/officeDocument/2006/relationships/slideLayout" Target="../slideLayouts/slideLayout190.xml"/><Relationship Id="rId8" Type="http://schemas.openxmlformats.org/officeDocument/2006/relationships/slideLayout" Target="../slideLayouts/slideLayout191.xml"/><Relationship Id="rId9" Type="http://schemas.openxmlformats.org/officeDocument/2006/relationships/slideLayout" Target="../slideLayouts/slideLayout192.xml"/><Relationship Id="rId10" Type="http://schemas.openxmlformats.org/officeDocument/2006/relationships/slideLayout" Target="../slideLayouts/slideLayout193.xml"/><Relationship Id="rId11" Type="http://schemas.openxmlformats.org/officeDocument/2006/relationships/theme" Target="../theme/theme18.xml"/></Relationships>
</file>

<file path=ppt/slideMasters/_rels/slideMaster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4.xml"/><Relationship Id="rId2" Type="http://schemas.openxmlformats.org/officeDocument/2006/relationships/slideLayout" Target="../slideLayouts/slideLayout195.xml"/><Relationship Id="rId3" Type="http://schemas.openxmlformats.org/officeDocument/2006/relationships/slideLayout" Target="../slideLayouts/slideLayout196.xml"/><Relationship Id="rId4" Type="http://schemas.openxmlformats.org/officeDocument/2006/relationships/slideLayout" Target="../slideLayouts/slideLayout197.xml"/><Relationship Id="rId5" Type="http://schemas.openxmlformats.org/officeDocument/2006/relationships/slideLayout" Target="../slideLayouts/slideLayout198.xml"/><Relationship Id="rId6" Type="http://schemas.openxmlformats.org/officeDocument/2006/relationships/slideLayout" Target="../slideLayouts/slideLayout199.xml"/><Relationship Id="rId7" Type="http://schemas.openxmlformats.org/officeDocument/2006/relationships/slideLayout" Target="../slideLayouts/slideLayout200.xml"/><Relationship Id="rId8" Type="http://schemas.openxmlformats.org/officeDocument/2006/relationships/slideLayout" Target="../slideLayouts/slideLayout201.xml"/><Relationship Id="rId9" Type="http://schemas.openxmlformats.org/officeDocument/2006/relationships/slideLayout" Target="../slideLayouts/slideLayout202.xml"/><Relationship Id="rId10" Type="http://schemas.openxmlformats.org/officeDocument/2006/relationships/slideLayout" Target="../slideLayouts/slideLayout203.xml"/><Relationship Id="rId11" Type="http://schemas.openxmlformats.org/officeDocument/2006/relationships/slideLayout" Target="../slideLayouts/slideLayout204.xml"/><Relationship Id="rId12" Type="http://schemas.openxmlformats.org/officeDocument/2006/relationships/theme" Target="../theme/theme19.xml"/></Relationships>
</file>

<file path=ppt/slideMasters/_rels/slideMaster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5.xml"/><Relationship Id="rId2" Type="http://schemas.openxmlformats.org/officeDocument/2006/relationships/slideLayout" Target="../slideLayouts/slideLayout206.xml"/><Relationship Id="rId3" Type="http://schemas.openxmlformats.org/officeDocument/2006/relationships/slideLayout" Target="../slideLayouts/slideLayout207.xml"/><Relationship Id="rId4" Type="http://schemas.openxmlformats.org/officeDocument/2006/relationships/slideLayout" Target="../slideLayouts/slideLayout208.xml"/><Relationship Id="rId5" Type="http://schemas.openxmlformats.org/officeDocument/2006/relationships/slideLayout" Target="../slideLayouts/slideLayout209.xml"/><Relationship Id="rId6" Type="http://schemas.openxmlformats.org/officeDocument/2006/relationships/slideLayout" Target="../slideLayouts/slideLayout210.xml"/><Relationship Id="rId7" Type="http://schemas.openxmlformats.org/officeDocument/2006/relationships/slideLayout" Target="../slideLayouts/slideLayout211.xml"/><Relationship Id="rId8" Type="http://schemas.openxmlformats.org/officeDocument/2006/relationships/slideLayout" Target="../slideLayouts/slideLayout212.xml"/><Relationship Id="rId9" Type="http://schemas.openxmlformats.org/officeDocument/2006/relationships/slideLayout" Target="../slideLayouts/slideLayout213.xml"/><Relationship Id="rId10" Type="http://schemas.openxmlformats.org/officeDocument/2006/relationships/slideLayout" Target="../slideLayouts/slideLayout214.xml"/><Relationship Id="rId11" Type="http://schemas.openxmlformats.org/officeDocument/2006/relationships/slideLayout" Target="../slideLayouts/slideLayout215.xml"/><Relationship Id="rId12" Type="http://schemas.openxmlformats.org/officeDocument/2006/relationships/theme" Target="../theme/theme20.xml"/></Relationships>
</file>

<file path=ppt/slideMasters/_rels/slideMaster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6.xml"/><Relationship Id="rId2" Type="http://schemas.openxmlformats.org/officeDocument/2006/relationships/slideLayout" Target="../slideLayouts/slideLayout217.xml"/><Relationship Id="rId3" Type="http://schemas.openxmlformats.org/officeDocument/2006/relationships/slideLayout" Target="../slideLayouts/slideLayout218.xml"/><Relationship Id="rId4" Type="http://schemas.openxmlformats.org/officeDocument/2006/relationships/slideLayout" Target="../slideLayouts/slideLayout219.xml"/><Relationship Id="rId5" Type="http://schemas.openxmlformats.org/officeDocument/2006/relationships/slideLayout" Target="../slideLayouts/slideLayout220.xml"/><Relationship Id="rId6" Type="http://schemas.openxmlformats.org/officeDocument/2006/relationships/slideLayout" Target="../slideLayouts/slideLayout221.xml"/><Relationship Id="rId7" Type="http://schemas.openxmlformats.org/officeDocument/2006/relationships/slideLayout" Target="../slideLayouts/slideLayout222.xml"/><Relationship Id="rId8" Type="http://schemas.openxmlformats.org/officeDocument/2006/relationships/slideLayout" Target="../slideLayouts/slideLayout223.xml"/><Relationship Id="rId9" Type="http://schemas.openxmlformats.org/officeDocument/2006/relationships/slideLayout" Target="../slideLayouts/slideLayout224.xml"/><Relationship Id="rId10" Type="http://schemas.openxmlformats.org/officeDocument/2006/relationships/slideLayout" Target="../slideLayouts/slideLayout225.xml"/><Relationship Id="rId11" Type="http://schemas.openxmlformats.org/officeDocument/2006/relationships/slideLayout" Target="../slideLayouts/slideLayout226.xml"/><Relationship Id="rId12" Type="http://schemas.openxmlformats.org/officeDocument/2006/relationships/theme" Target="../theme/theme21.xml"/></Relationships>
</file>

<file path=ppt/slideMasters/_rels/slideMaster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7.xml"/><Relationship Id="rId2" Type="http://schemas.openxmlformats.org/officeDocument/2006/relationships/slideLayout" Target="../slideLayouts/slideLayout228.xml"/><Relationship Id="rId3" Type="http://schemas.openxmlformats.org/officeDocument/2006/relationships/slideLayout" Target="../slideLayouts/slideLayout229.xml"/><Relationship Id="rId4" Type="http://schemas.openxmlformats.org/officeDocument/2006/relationships/slideLayout" Target="../slideLayouts/slideLayout230.xml"/><Relationship Id="rId5" Type="http://schemas.openxmlformats.org/officeDocument/2006/relationships/slideLayout" Target="../slideLayouts/slideLayout231.xml"/><Relationship Id="rId6" Type="http://schemas.openxmlformats.org/officeDocument/2006/relationships/slideLayout" Target="../slideLayouts/slideLayout232.xml"/><Relationship Id="rId7" Type="http://schemas.openxmlformats.org/officeDocument/2006/relationships/slideLayout" Target="../slideLayouts/slideLayout233.xml"/><Relationship Id="rId8" Type="http://schemas.openxmlformats.org/officeDocument/2006/relationships/slideLayout" Target="../slideLayouts/slideLayout234.xml"/><Relationship Id="rId9" Type="http://schemas.openxmlformats.org/officeDocument/2006/relationships/slideLayout" Target="../slideLayouts/slideLayout235.xml"/><Relationship Id="rId10" Type="http://schemas.openxmlformats.org/officeDocument/2006/relationships/slideLayout" Target="../slideLayouts/slideLayout236.xml"/><Relationship Id="rId11" Type="http://schemas.openxmlformats.org/officeDocument/2006/relationships/slideLayout" Target="../slideLayouts/slideLayout237.xml"/><Relationship Id="rId12" Type="http://schemas.openxmlformats.org/officeDocument/2006/relationships/theme" Target="../theme/theme22.xml"/></Relationships>
</file>

<file path=ppt/slideMasters/_rels/slideMaster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8.xml"/><Relationship Id="rId2" Type="http://schemas.openxmlformats.org/officeDocument/2006/relationships/slideLayout" Target="../slideLayouts/slideLayout239.xml"/><Relationship Id="rId3" Type="http://schemas.openxmlformats.org/officeDocument/2006/relationships/slideLayout" Target="../slideLayouts/slideLayout240.xml"/><Relationship Id="rId4" Type="http://schemas.openxmlformats.org/officeDocument/2006/relationships/slideLayout" Target="../slideLayouts/slideLayout241.xml"/><Relationship Id="rId5" Type="http://schemas.openxmlformats.org/officeDocument/2006/relationships/slideLayout" Target="../slideLayouts/slideLayout242.xml"/><Relationship Id="rId6" Type="http://schemas.openxmlformats.org/officeDocument/2006/relationships/slideLayout" Target="../slideLayouts/slideLayout243.xml"/><Relationship Id="rId7" Type="http://schemas.openxmlformats.org/officeDocument/2006/relationships/slideLayout" Target="../slideLayouts/slideLayout244.xml"/><Relationship Id="rId8" Type="http://schemas.openxmlformats.org/officeDocument/2006/relationships/slideLayout" Target="../slideLayouts/slideLayout245.xml"/><Relationship Id="rId9" Type="http://schemas.openxmlformats.org/officeDocument/2006/relationships/slideLayout" Target="../slideLayouts/slideLayout246.xml"/><Relationship Id="rId10" Type="http://schemas.openxmlformats.org/officeDocument/2006/relationships/slideLayout" Target="../slideLayouts/slideLayout247.xml"/><Relationship Id="rId11" Type="http://schemas.openxmlformats.org/officeDocument/2006/relationships/theme" Target="../theme/theme23.xml"/></Relationships>
</file>

<file path=ppt/slideMasters/_rels/slideMaster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8.xml"/><Relationship Id="rId2" Type="http://schemas.openxmlformats.org/officeDocument/2006/relationships/slideLayout" Target="../slideLayouts/slideLayout249.xml"/><Relationship Id="rId3" Type="http://schemas.openxmlformats.org/officeDocument/2006/relationships/slideLayout" Target="../slideLayouts/slideLayout250.xml"/><Relationship Id="rId4" Type="http://schemas.openxmlformats.org/officeDocument/2006/relationships/slideLayout" Target="../slideLayouts/slideLayout251.xml"/><Relationship Id="rId5" Type="http://schemas.openxmlformats.org/officeDocument/2006/relationships/slideLayout" Target="../slideLayouts/slideLayout252.xml"/><Relationship Id="rId6" Type="http://schemas.openxmlformats.org/officeDocument/2006/relationships/slideLayout" Target="../slideLayouts/slideLayout253.xml"/><Relationship Id="rId7" Type="http://schemas.openxmlformats.org/officeDocument/2006/relationships/slideLayout" Target="../slideLayouts/slideLayout254.xml"/><Relationship Id="rId8" Type="http://schemas.openxmlformats.org/officeDocument/2006/relationships/slideLayout" Target="../slideLayouts/slideLayout255.xml"/><Relationship Id="rId9" Type="http://schemas.openxmlformats.org/officeDocument/2006/relationships/slideLayout" Target="../slideLayouts/slideLayout256.xml"/><Relationship Id="rId10" Type="http://schemas.openxmlformats.org/officeDocument/2006/relationships/slideLayout" Target="../slideLayouts/slideLayout257.xml"/><Relationship Id="rId11" Type="http://schemas.openxmlformats.org/officeDocument/2006/relationships/theme" Target="../theme/theme24.xml"/></Relationships>
</file>

<file path=ppt/slideMasters/_rels/slideMaster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8.xml"/><Relationship Id="rId2" Type="http://schemas.openxmlformats.org/officeDocument/2006/relationships/slideLayout" Target="../slideLayouts/slideLayout259.xml"/><Relationship Id="rId3" Type="http://schemas.openxmlformats.org/officeDocument/2006/relationships/slideLayout" Target="../slideLayouts/slideLayout260.xml"/><Relationship Id="rId4" Type="http://schemas.openxmlformats.org/officeDocument/2006/relationships/slideLayout" Target="../slideLayouts/slideLayout261.xml"/><Relationship Id="rId5" Type="http://schemas.openxmlformats.org/officeDocument/2006/relationships/slideLayout" Target="../slideLayouts/slideLayout262.xml"/><Relationship Id="rId6" Type="http://schemas.openxmlformats.org/officeDocument/2006/relationships/slideLayout" Target="../slideLayouts/slideLayout263.xml"/><Relationship Id="rId7" Type="http://schemas.openxmlformats.org/officeDocument/2006/relationships/slideLayout" Target="../slideLayouts/slideLayout264.xml"/><Relationship Id="rId8" Type="http://schemas.openxmlformats.org/officeDocument/2006/relationships/slideLayout" Target="../slideLayouts/slideLayout265.xml"/><Relationship Id="rId9" Type="http://schemas.openxmlformats.org/officeDocument/2006/relationships/slideLayout" Target="../slideLayouts/slideLayout266.xml"/><Relationship Id="rId10" Type="http://schemas.openxmlformats.org/officeDocument/2006/relationships/slideLayout" Target="../slideLayouts/slideLayout267.xml"/><Relationship Id="rId11" Type="http://schemas.openxmlformats.org/officeDocument/2006/relationships/slideLayout" Target="../slideLayouts/slideLayout268.xml"/><Relationship Id="rId12" Type="http://schemas.openxmlformats.org/officeDocument/2006/relationships/theme" Target="../theme/theme25.xml"/></Relationships>
</file>

<file path=ppt/slideMasters/_rels/slideMaster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9.xml"/><Relationship Id="rId2" Type="http://schemas.openxmlformats.org/officeDocument/2006/relationships/slideLayout" Target="../slideLayouts/slideLayout270.xml"/><Relationship Id="rId3" Type="http://schemas.openxmlformats.org/officeDocument/2006/relationships/slideLayout" Target="../slideLayouts/slideLayout271.xml"/><Relationship Id="rId4" Type="http://schemas.openxmlformats.org/officeDocument/2006/relationships/slideLayout" Target="../slideLayouts/slideLayout272.xml"/><Relationship Id="rId5" Type="http://schemas.openxmlformats.org/officeDocument/2006/relationships/slideLayout" Target="../slideLayouts/slideLayout273.xml"/><Relationship Id="rId6" Type="http://schemas.openxmlformats.org/officeDocument/2006/relationships/slideLayout" Target="../slideLayouts/slideLayout274.xml"/><Relationship Id="rId7" Type="http://schemas.openxmlformats.org/officeDocument/2006/relationships/slideLayout" Target="../slideLayouts/slideLayout275.xml"/><Relationship Id="rId8" Type="http://schemas.openxmlformats.org/officeDocument/2006/relationships/slideLayout" Target="../slideLayouts/slideLayout276.xml"/><Relationship Id="rId9" Type="http://schemas.openxmlformats.org/officeDocument/2006/relationships/slideLayout" Target="../slideLayouts/slideLayout277.xml"/><Relationship Id="rId10" Type="http://schemas.openxmlformats.org/officeDocument/2006/relationships/slideLayout" Target="../slideLayouts/slideLayout278.xml"/><Relationship Id="rId11" Type="http://schemas.openxmlformats.org/officeDocument/2006/relationships/theme" Target="../theme/theme26.xml"/></Relationships>
</file>

<file path=ppt/slideMasters/_rels/slideMaster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9.xml"/><Relationship Id="rId2" Type="http://schemas.openxmlformats.org/officeDocument/2006/relationships/slideLayout" Target="../slideLayouts/slideLayout280.xml"/><Relationship Id="rId3" Type="http://schemas.openxmlformats.org/officeDocument/2006/relationships/slideLayout" Target="../slideLayouts/slideLayout281.xml"/><Relationship Id="rId4" Type="http://schemas.openxmlformats.org/officeDocument/2006/relationships/slideLayout" Target="../slideLayouts/slideLayout282.xml"/><Relationship Id="rId5" Type="http://schemas.openxmlformats.org/officeDocument/2006/relationships/slideLayout" Target="../slideLayouts/slideLayout283.xml"/><Relationship Id="rId6" Type="http://schemas.openxmlformats.org/officeDocument/2006/relationships/slideLayout" Target="../slideLayouts/slideLayout284.xml"/><Relationship Id="rId7" Type="http://schemas.openxmlformats.org/officeDocument/2006/relationships/slideLayout" Target="../slideLayouts/slideLayout285.xml"/><Relationship Id="rId8" Type="http://schemas.openxmlformats.org/officeDocument/2006/relationships/slideLayout" Target="../slideLayouts/slideLayout286.xml"/><Relationship Id="rId9" Type="http://schemas.openxmlformats.org/officeDocument/2006/relationships/slideLayout" Target="../slideLayouts/slideLayout287.xml"/><Relationship Id="rId10" Type="http://schemas.openxmlformats.org/officeDocument/2006/relationships/slideLayout" Target="../slideLayouts/slideLayout288.xml"/><Relationship Id="rId11" Type="http://schemas.openxmlformats.org/officeDocument/2006/relationships/theme" Target="../theme/theme27.xml"/></Relationships>
</file>

<file path=ppt/slideMasters/_rels/slideMaster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9.xml"/><Relationship Id="rId2" Type="http://schemas.openxmlformats.org/officeDocument/2006/relationships/slideLayout" Target="../slideLayouts/slideLayout290.xml"/><Relationship Id="rId3" Type="http://schemas.openxmlformats.org/officeDocument/2006/relationships/slideLayout" Target="../slideLayouts/slideLayout291.xml"/><Relationship Id="rId4" Type="http://schemas.openxmlformats.org/officeDocument/2006/relationships/slideLayout" Target="../slideLayouts/slideLayout292.xml"/><Relationship Id="rId5" Type="http://schemas.openxmlformats.org/officeDocument/2006/relationships/slideLayout" Target="../slideLayouts/slideLayout293.xml"/><Relationship Id="rId6" Type="http://schemas.openxmlformats.org/officeDocument/2006/relationships/slideLayout" Target="../slideLayouts/slideLayout294.xml"/><Relationship Id="rId7" Type="http://schemas.openxmlformats.org/officeDocument/2006/relationships/slideLayout" Target="../slideLayouts/slideLayout295.xml"/><Relationship Id="rId8" Type="http://schemas.openxmlformats.org/officeDocument/2006/relationships/slideLayout" Target="../slideLayouts/slideLayout296.xml"/><Relationship Id="rId9" Type="http://schemas.openxmlformats.org/officeDocument/2006/relationships/slideLayout" Target="../slideLayouts/slideLayout297.xml"/><Relationship Id="rId10" Type="http://schemas.openxmlformats.org/officeDocument/2006/relationships/slideLayout" Target="../slideLayouts/slideLayout298.xml"/><Relationship Id="rId11" Type="http://schemas.openxmlformats.org/officeDocument/2006/relationships/slideLayout" Target="../slideLayouts/slideLayout299.xml"/><Relationship Id="rId12" Type="http://schemas.openxmlformats.org/officeDocument/2006/relationships/theme" Target="../theme/theme28.xml"/></Relationships>
</file>

<file path=ppt/slideMasters/_rels/slideMaster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0.xml"/><Relationship Id="rId2" Type="http://schemas.openxmlformats.org/officeDocument/2006/relationships/slideLayout" Target="../slideLayouts/slideLayout301.xml"/><Relationship Id="rId3" Type="http://schemas.openxmlformats.org/officeDocument/2006/relationships/slideLayout" Target="../slideLayouts/slideLayout302.xml"/><Relationship Id="rId4" Type="http://schemas.openxmlformats.org/officeDocument/2006/relationships/slideLayout" Target="../slideLayouts/slideLayout303.xml"/><Relationship Id="rId5" Type="http://schemas.openxmlformats.org/officeDocument/2006/relationships/slideLayout" Target="../slideLayouts/slideLayout304.xml"/><Relationship Id="rId6" Type="http://schemas.openxmlformats.org/officeDocument/2006/relationships/slideLayout" Target="../slideLayouts/slideLayout305.xml"/><Relationship Id="rId7" Type="http://schemas.openxmlformats.org/officeDocument/2006/relationships/slideLayout" Target="../slideLayouts/slideLayout306.xml"/><Relationship Id="rId8" Type="http://schemas.openxmlformats.org/officeDocument/2006/relationships/slideLayout" Target="../slideLayouts/slideLayout307.xml"/><Relationship Id="rId9" Type="http://schemas.openxmlformats.org/officeDocument/2006/relationships/slideLayout" Target="../slideLayouts/slideLayout308.xml"/><Relationship Id="rId10" Type="http://schemas.openxmlformats.org/officeDocument/2006/relationships/slideLayout" Target="../slideLayouts/slideLayout309.xml"/><Relationship Id="rId11" Type="http://schemas.openxmlformats.org/officeDocument/2006/relationships/theme" Target="../theme/theme29.xml"/></Relationships>
</file>

<file path=ppt/slideMasters/_rels/slideMaster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0.xml"/><Relationship Id="rId2" Type="http://schemas.openxmlformats.org/officeDocument/2006/relationships/slideLayout" Target="../slideLayouts/slideLayout311.xml"/><Relationship Id="rId3" Type="http://schemas.openxmlformats.org/officeDocument/2006/relationships/slideLayout" Target="../slideLayouts/slideLayout312.xml"/><Relationship Id="rId4" Type="http://schemas.openxmlformats.org/officeDocument/2006/relationships/slideLayout" Target="../slideLayouts/slideLayout313.xml"/><Relationship Id="rId5" Type="http://schemas.openxmlformats.org/officeDocument/2006/relationships/slideLayout" Target="../slideLayouts/slideLayout314.xml"/><Relationship Id="rId6" Type="http://schemas.openxmlformats.org/officeDocument/2006/relationships/theme" Target="../theme/theme30.xml"/></Relationships>
</file>

<file path=ppt/slideMasters/_rels/slideMaster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5.xml"/><Relationship Id="rId2" Type="http://schemas.openxmlformats.org/officeDocument/2006/relationships/slideLayout" Target="../slideLayouts/slideLayout316.xml"/><Relationship Id="rId3" Type="http://schemas.openxmlformats.org/officeDocument/2006/relationships/slideLayout" Target="../slideLayouts/slideLayout317.xml"/><Relationship Id="rId4" Type="http://schemas.openxmlformats.org/officeDocument/2006/relationships/slideLayout" Target="../slideLayouts/slideLayout318.xml"/><Relationship Id="rId5" Type="http://schemas.openxmlformats.org/officeDocument/2006/relationships/slideLayout" Target="../slideLayouts/slideLayout319.xml"/><Relationship Id="rId6" Type="http://schemas.openxmlformats.org/officeDocument/2006/relationships/slideLayout" Target="../slideLayouts/slideLayout320.xml"/><Relationship Id="rId7" Type="http://schemas.openxmlformats.org/officeDocument/2006/relationships/slideLayout" Target="../slideLayouts/slideLayout321.xml"/><Relationship Id="rId8" Type="http://schemas.openxmlformats.org/officeDocument/2006/relationships/slideLayout" Target="../slideLayouts/slideLayout322.xml"/><Relationship Id="rId9" Type="http://schemas.openxmlformats.org/officeDocument/2006/relationships/slideLayout" Target="../slideLayouts/slideLayout323.xml"/><Relationship Id="rId10" Type="http://schemas.openxmlformats.org/officeDocument/2006/relationships/slideLayout" Target="../slideLayouts/slideLayout324.xml"/><Relationship Id="rId11" Type="http://schemas.openxmlformats.org/officeDocument/2006/relationships/theme" Target="../theme/theme31.xml"/></Relationships>
</file>

<file path=ppt/slideMasters/_rels/slideMaster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5.xml"/><Relationship Id="rId2" Type="http://schemas.openxmlformats.org/officeDocument/2006/relationships/slideLayout" Target="../slideLayouts/slideLayout326.xml"/><Relationship Id="rId3" Type="http://schemas.openxmlformats.org/officeDocument/2006/relationships/slideLayout" Target="../slideLayouts/slideLayout327.xml"/><Relationship Id="rId4" Type="http://schemas.openxmlformats.org/officeDocument/2006/relationships/slideLayout" Target="../slideLayouts/slideLayout328.xml"/><Relationship Id="rId5" Type="http://schemas.openxmlformats.org/officeDocument/2006/relationships/slideLayout" Target="../slideLayouts/slideLayout329.xml"/><Relationship Id="rId6" Type="http://schemas.openxmlformats.org/officeDocument/2006/relationships/slideLayout" Target="../slideLayouts/slideLayout330.xml"/><Relationship Id="rId7" Type="http://schemas.openxmlformats.org/officeDocument/2006/relationships/slideLayout" Target="../slideLayouts/slideLayout331.xml"/><Relationship Id="rId8" Type="http://schemas.openxmlformats.org/officeDocument/2006/relationships/slideLayout" Target="../slideLayouts/slideLayout332.xml"/><Relationship Id="rId9" Type="http://schemas.openxmlformats.org/officeDocument/2006/relationships/slideLayout" Target="../slideLayouts/slideLayout333.xml"/><Relationship Id="rId10" Type="http://schemas.openxmlformats.org/officeDocument/2006/relationships/slideLayout" Target="../slideLayouts/slideLayout334.xml"/><Relationship Id="rId11" Type="http://schemas.openxmlformats.org/officeDocument/2006/relationships/theme" Target="../theme/theme32.xml"/></Relationships>
</file>

<file path=ppt/slideMasters/_rels/slideMaster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5.xml"/><Relationship Id="rId2" Type="http://schemas.openxmlformats.org/officeDocument/2006/relationships/slideLayout" Target="../slideLayouts/slideLayout336.xml"/><Relationship Id="rId3" Type="http://schemas.openxmlformats.org/officeDocument/2006/relationships/slideLayout" Target="../slideLayouts/slideLayout337.xml"/><Relationship Id="rId4" Type="http://schemas.openxmlformats.org/officeDocument/2006/relationships/slideLayout" Target="../slideLayouts/slideLayout338.xml"/><Relationship Id="rId5" Type="http://schemas.openxmlformats.org/officeDocument/2006/relationships/slideLayout" Target="../slideLayouts/slideLayout339.xml"/><Relationship Id="rId6" Type="http://schemas.openxmlformats.org/officeDocument/2006/relationships/slideLayout" Target="../slideLayouts/slideLayout340.xml"/><Relationship Id="rId7" Type="http://schemas.openxmlformats.org/officeDocument/2006/relationships/slideLayout" Target="../slideLayouts/slideLayout341.xml"/><Relationship Id="rId8" Type="http://schemas.openxmlformats.org/officeDocument/2006/relationships/slideLayout" Target="../slideLayouts/slideLayout342.xml"/><Relationship Id="rId9" Type="http://schemas.openxmlformats.org/officeDocument/2006/relationships/slideLayout" Target="../slideLayouts/slideLayout343.xml"/><Relationship Id="rId10" Type="http://schemas.openxmlformats.org/officeDocument/2006/relationships/slideLayout" Target="../slideLayouts/slideLayout344.xml"/><Relationship Id="rId11" Type="http://schemas.openxmlformats.org/officeDocument/2006/relationships/theme" Target="../theme/theme33.xml"/></Relationships>
</file>

<file path=ppt/slideMasters/_rels/slideMaster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5.xml"/><Relationship Id="rId2" Type="http://schemas.openxmlformats.org/officeDocument/2006/relationships/slideLayout" Target="../slideLayouts/slideLayout346.xml"/><Relationship Id="rId3" Type="http://schemas.openxmlformats.org/officeDocument/2006/relationships/slideLayout" Target="../slideLayouts/slideLayout347.xml"/><Relationship Id="rId4" Type="http://schemas.openxmlformats.org/officeDocument/2006/relationships/slideLayout" Target="../slideLayouts/slideLayout348.xml"/><Relationship Id="rId5" Type="http://schemas.openxmlformats.org/officeDocument/2006/relationships/slideLayout" Target="../slideLayouts/slideLayout349.xml"/><Relationship Id="rId6" Type="http://schemas.openxmlformats.org/officeDocument/2006/relationships/slideLayout" Target="../slideLayouts/slideLayout350.xml"/><Relationship Id="rId7" Type="http://schemas.openxmlformats.org/officeDocument/2006/relationships/slideLayout" Target="../slideLayouts/slideLayout351.xml"/><Relationship Id="rId8" Type="http://schemas.openxmlformats.org/officeDocument/2006/relationships/slideLayout" Target="../slideLayouts/slideLayout352.xml"/><Relationship Id="rId9" Type="http://schemas.openxmlformats.org/officeDocument/2006/relationships/slideLayout" Target="../slideLayouts/slideLayout353.xml"/><Relationship Id="rId10" Type="http://schemas.openxmlformats.org/officeDocument/2006/relationships/slideLayout" Target="../slideLayouts/slideLayout354.xml"/><Relationship Id="rId11" Type="http://schemas.openxmlformats.org/officeDocument/2006/relationships/slideLayout" Target="../slideLayouts/slideLayout355.xml"/><Relationship Id="rId12" Type="http://schemas.openxmlformats.org/officeDocument/2006/relationships/theme" Target="../theme/theme34.xml"/></Relationships>
</file>

<file path=ppt/slideMasters/_rels/slideMaster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6.xml"/><Relationship Id="rId2" Type="http://schemas.openxmlformats.org/officeDocument/2006/relationships/slideLayout" Target="../slideLayouts/slideLayout357.xml"/><Relationship Id="rId3" Type="http://schemas.openxmlformats.org/officeDocument/2006/relationships/slideLayout" Target="../slideLayouts/slideLayout358.xml"/><Relationship Id="rId4" Type="http://schemas.openxmlformats.org/officeDocument/2006/relationships/slideLayout" Target="../slideLayouts/slideLayout359.xml"/><Relationship Id="rId5" Type="http://schemas.openxmlformats.org/officeDocument/2006/relationships/slideLayout" Target="../slideLayouts/slideLayout360.xml"/><Relationship Id="rId6" Type="http://schemas.openxmlformats.org/officeDocument/2006/relationships/slideLayout" Target="../slideLayouts/slideLayout361.xml"/><Relationship Id="rId7" Type="http://schemas.openxmlformats.org/officeDocument/2006/relationships/slideLayout" Target="../slideLayouts/slideLayout362.xml"/><Relationship Id="rId8" Type="http://schemas.openxmlformats.org/officeDocument/2006/relationships/slideLayout" Target="../slideLayouts/slideLayout363.xml"/><Relationship Id="rId9" Type="http://schemas.openxmlformats.org/officeDocument/2006/relationships/slideLayout" Target="../slideLayouts/slideLayout364.xml"/><Relationship Id="rId10" Type="http://schemas.openxmlformats.org/officeDocument/2006/relationships/slideLayout" Target="../slideLayouts/slideLayout365.xml"/><Relationship Id="rId11" Type="http://schemas.openxmlformats.org/officeDocument/2006/relationships/slideLayout" Target="../slideLayouts/slideLayout366.xml"/><Relationship Id="rId12" Type="http://schemas.openxmlformats.org/officeDocument/2006/relationships/theme" Target="../theme/theme35.xml"/></Relationships>
</file>

<file path=ppt/slideMasters/_rels/slideMaster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7.xml"/><Relationship Id="rId2" Type="http://schemas.openxmlformats.org/officeDocument/2006/relationships/slideLayout" Target="../slideLayouts/slideLayout368.xml"/><Relationship Id="rId3" Type="http://schemas.openxmlformats.org/officeDocument/2006/relationships/slideLayout" Target="../slideLayouts/slideLayout369.xml"/><Relationship Id="rId4" Type="http://schemas.openxmlformats.org/officeDocument/2006/relationships/slideLayout" Target="../slideLayouts/slideLayout370.xml"/><Relationship Id="rId5" Type="http://schemas.openxmlformats.org/officeDocument/2006/relationships/slideLayout" Target="../slideLayouts/slideLayout371.xml"/><Relationship Id="rId6" Type="http://schemas.openxmlformats.org/officeDocument/2006/relationships/slideLayout" Target="../slideLayouts/slideLayout372.xml"/><Relationship Id="rId7" Type="http://schemas.openxmlformats.org/officeDocument/2006/relationships/slideLayout" Target="../slideLayouts/slideLayout373.xml"/><Relationship Id="rId8" Type="http://schemas.openxmlformats.org/officeDocument/2006/relationships/slideLayout" Target="../slideLayouts/slideLayout374.xml"/><Relationship Id="rId9" Type="http://schemas.openxmlformats.org/officeDocument/2006/relationships/slideLayout" Target="../slideLayouts/slideLayout375.xml"/><Relationship Id="rId10" Type="http://schemas.openxmlformats.org/officeDocument/2006/relationships/slideLayout" Target="../slideLayouts/slideLayout376.xml"/><Relationship Id="rId11" Type="http://schemas.openxmlformats.org/officeDocument/2006/relationships/slideLayout" Target="../slideLayouts/slideLayout377.xml"/><Relationship Id="rId12" Type="http://schemas.openxmlformats.org/officeDocument/2006/relationships/slideLayout" Target="../slideLayouts/slideLayout378.xml"/><Relationship Id="rId13" Type="http://schemas.openxmlformats.org/officeDocument/2006/relationships/theme" Target="../theme/theme36.xml"/></Relationships>
</file>

<file path=ppt/slideMasters/_rels/slideMaster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9.xml"/><Relationship Id="rId2" Type="http://schemas.openxmlformats.org/officeDocument/2006/relationships/slideLayout" Target="../slideLayouts/slideLayout380.xml"/><Relationship Id="rId3" Type="http://schemas.openxmlformats.org/officeDocument/2006/relationships/slideLayout" Target="../slideLayouts/slideLayout381.xml"/><Relationship Id="rId4" Type="http://schemas.openxmlformats.org/officeDocument/2006/relationships/slideLayout" Target="../slideLayouts/slideLayout382.xml"/><Relationship Id="rId5" Type="http://schemas.openxmlformats.org/officeDocument/2006/relationships/slideLayout" Target="../slideLayouts/slideLayout383.xml"/><Relationship Id="rId6" Type="http://schemas.openxmlformats.org/officeDocument/2006/relationships/slideLayout" Target="../slideLayouts/slideLayout384.xml"/><Relationship Id="rId7" Type="http://schemas.openxmlformats.org/officeDocument/2006/relationships/slideLayout" Target="../slideLayouts/slideLayout385.xml"/><Relationship Id="rId8" Type="http://schemas.openxmlformats.org/officeDocument/2006/relationships/slideLayout" Target="../slideLayouts/slideLayout386.xml"/><Relationship Id="rId9" Type="http://schemas.openxmlformats.org/officeDocument/2006/relationships/slideLayout" Target="../slideLayouts/slideLayout387.xml"/><Relationship Id="rId10" Type="http://schemas.openxmlformats.org/officeDocument/2006/relationships/slideLayout" Target="../slideLayouts/slideLayout388.xml"/><Relationship Id="rId11" Type="http://schemas.openxmlformats.org/officeDocument/2006/relationships/slideLayout" Target="../slideLayouts/slideLayout389.xml"/><Relationship Id="rId12" Type="http://schemas.openxmlformats.org/officeDocument/2006/relationships/slideLayout" Target="../slideLayouts/slideLayout390.xml"/><Relationship Id="rId13" Type="http://schemas.openxmlformats.org/officeDocument/2006/relationships/theme" Target="../theme/theme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135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135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eaLnBrk="1" hangingPunct="1"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eaLnBrk="1" hangingPunct="1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eaLnBrk="1" hangingPunct="1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135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135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135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606" y="4762501"/>
            <a:ext cx="2025254" cy="2375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prstClr val="black">
                    <a:tint val="75000"/>
                  </a:prstClr>
                </a:solidFill>
                <a:latin typeface="+mn-ea"/>
                <a:ea typeface="Helvetica Neue" pitchFamily="2" charset="0"/>
                <a:cs typeface="Helvetica Neue" pitchFamily="2" charset="0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291" y="4762501"/>
            <a:ext cx="2969419" cy="2375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 dirty="0">
                <a:solidFill>
                  <a:prstClr val="black">
                    <a:tint val="75000"/>
                  </a:prstClr>
                </a:solidFill>
                <a:latin typeface="+mn-ea"/>
                <a:ea typeface="Helvetica Neue" pitchFamily="2" charset="0"/>
                <a:cs typeface="Helvetica Neue" pitchFamily="2" charset="0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501"/>
            <a:ext cx="2025254" cy="2375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 smtClean="0">
                <a:solidFill>
                  <a:prstClr val="black">
                    <a:tint val="75000"/>
                  </a:prstClr>
                </a:solidFill>
                <a:latin typeface="+mn-ea"/>
                <a:ea typeface="Helvetica Neue" pitchFamily="2" charset="0"/>
                <a:cs typeface="Helvetica Neue" pitchFamily="2" charset="0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E738E00A-368F-495D-AE77-4E590178A0FB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44" y="435769"/>
            <a:ext cx="8139113" cy="486371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75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</p:sldLayoutIdLst>
  <p:hf hdr="0" ftr="0" dt="0"/>
  <p:txStyles>
    <p:titleStyle>
      <a:lvl1pPr algn="l" defTabSz="685800" rtl="0" fontAlgn="base">
        <a:spcBef>
          <a:spcPct val="0"/>
        </a:spcBef>
        <a:spcAft>
          <a:spcPct val="0"/>
        </a:spcAft>
        <a:defRPr sz="2100" b="1" kern="1200" spc="75">
          <a:solidFill>
            <a:schemeClr val="tx1"/>
          </a:solidFill>
          <a:latin typeface="+mn-ea"/>
          <a:ea typeface="+mn-ea"/>
          <a:cs typeface="+mj-cs"/>
        </a:defRPr>
      </a:lvl1pPr>
      <a:lvl2pPr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17145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6pPr>
      <a:lvl7pPr marL="34290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7pPr>
      <a:lvl8pPr marL="51435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8pPr>
      <a:lvl9pPr marL="68580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9pPr>
    </p:titleStyle>
    <p:bodyStyle>
      <a:lvl1pPr marL="171450" indent="-171450" algn="l" defTabSz="685800" rtl="0" fontAlgn="base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1pPr>
      <a:lvl2pPr marL="514350" indent="-171450" algn="l" defTabSz="685800" rtl="0" fontAlgn="base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135" algn="l"/>
        </a:tabLst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2pPr>
      <a:lvl3pPr marL="857250" indent="-171450" algn="l" defTabSz="685800" rtl="0" fontAlgn="base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3pPr>
      <a:lvl4pPr marL="1200150" indent="-171450" algn="l" defTabSz="685800" rtl="0" fontAlgn="base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4pPr>
      <a:lvl5pPr marL="1543050" indent="-171450" algn="l" defTabSz="685800" rtl="0" fontAlgn="base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607" y="4762500"/>
            <a:ext cx="2025253" cy="23753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eaLnBrk="1" hangingPunct="1">
              <a:defRPr sz="900">
                <a:solidFill>
                  <a:srgbClr val="898989"/>
                </a:solidFill>
                <a:latin typeface="微软雅黑" panose="020B0503020204020204" pitchFamily="34" charset="-122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291" y="4762500"/>
            <a:ext cx="2969419" cy="23753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algn="ctr" eaLnBrk="1" hangingPunct="1">
              <a:defRPr sz="900">
                <a:solidFill>
                  <a:srgbClr val="898989"/>
                </a:solidFill>
                <a:latin typeface="微软雅黑" panose="020B0503020204020204" pitchFamily="34" charset="-122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500"/>
            <a:ext cx="2025253" cy="23753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algn="r" eaLnBrk="1" hangingPunct="1">
              <a:defRPr sz="900">
                <a:solidFill>
                  <a:srgbClr val="898989"/>
                </a:solidFill>
                <a:latin typeface="微软雅黑" panose="020B0503020204020204" pitchFamily="34" charset="-122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C65C7984-969D-4E94-AF4F-3C17FCDA2C9C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309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44" y="435769"/>
            <a:ext cx="8139113" cy="486371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75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</p:sldLayoutIdLst>
  <p:transition/>
  <p:hf hdr="0" ftr="0" dt="0"/>
  <p:txStyles>
    <p:titleStyle>
      <a:lvl1pPr algn="l" defTabSz="685800" rtl="0" eaLnBrk="0" fontAlgn="base" hangingPunct="0">
        <a:spcBef>
          <a:spcPct val="0"/>
        </a:spcBef>
        <a:spcAft>
          <a:spcPct val="0"/>
        </a:spcAft>
        <a:defRPr sz="2100" b="1" kern="1200" spc="75">
          <a:solidFill>
            <a:schemeClr val="tx1"/>
          </a:solidFill>
          <a:latin typeface="+mn-ea"/>
          <a:ea typeface="+mn-ea"/>
          <a:cs typeface="+mj-cs"/>
        </a:defRPr>
      </a:lvl1pPr>
      <a:lvl2pPr algn="l" defTabSz="685800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defTabSz="685800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defTabSz="685800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defTabSz="685800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17145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6pPr>
      <a:lvl7pPr marL="34290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7pPr>
      <a:lvl8pPr marL="51435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8pPr>
      <a:lvl9pPr marL="68580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9pPr>
    </p:titleStyle>
    <p:bodyStyle>
      <a:lvl1pPr marL="1714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135" algn="l"/>
        </a:tabLst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606" y="4762501"/>
            <a:ext cx="2025254" cy="23753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eaLnBrk="1" hangingPunct="1">
              <a:defRPr sz="900">
                <a:solidFill>
                  <a:srgbClr val="898989"/>
                </a:solidFill>
                <a:latin typeface="微软雅黑" panose="020B0503020204020204" pitchFamily="34" charset="-122"/>
                <a:ea typeface="+mn-ea"/>
                <a:cs typeface="Arial" panose="020B0604020202020204" pitchFamily="34" charset="0"/>
              </a:defRPr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291" y="4762501"/>
            <a:ext cx="2969419" cy="23753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algn="ctr" eaLnBrk="1" hangingPunct="1">
              <a:defRPr sz="900">
                <a:solidFill>
                  <a:srgbClr val="898989"/>
                </a:solidFill>
                <a:latin typeface="微软雅黑" panose="020B0503020204020204" pitchFamily="34" charset="-122"/>
                <a:ea typeface="+mn-ea"/>
                <a:cs typeface="Arial" panose="020B0604020202020204" pitchFamily="34" charset="0"/>
              </a:defRPr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501"/>
            <a:ext cx="2025254" cy="23753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algn="r" eaLnBrk="1" hangingPunct="1">
              <a:defRPr sz="900">
                <a:solidFill>
                  <a:srgbClr val="898989"/>
                </a:solidFill>
                <a:latin typeface="微软雅黑" panose="020B0503020204020204" pitchFamily="34" charset="-122"/>
                <a:ea typeface="+mn-ea"/>
                <a:cs typeface="Arial" panose="020B0604020202020204" pitchFamily="34" charset="0"/>
              </a:defRPr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fld id="{C65C7984-969D-4E94-AF4F-3C17FCDA2C9C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44" y="435769"/>
            <a:ext cx="8139113" cy="486371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75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37" r:id="rId8"/>
    <p:sldLayoutId id="2147483738" r:id="rId9"/>
    <p:sldLayoutId id="2147483739" r:id="rId10"/>
  </p:sldLayoutIdLst>
  <p:transition/>
  <p:hf hdr="0" ftr="0" dt="0"/>
  <p:txStyles>
    <p:titleStyle>
      <a:lvl1pPr algn="l" defTabSz="685800" rtl="0" eaLnBrk="0" fontAlgn="base" hangingPunct="0">
        <a:spcBef>
          <a:spcPct val="0"/>
        </a:spcBef>
        <a:spcAft>
          <a:spcPct val="0"/>
        </a:spcAft>
        <a:defRPr sz="2100" b="1" kern="1200" spc="75">
          <a:solidFill>
            <a:schemeClr val="tx1"/>
          </a:solidFill>
          <a:latin typeface="+mn-ea"/>
          <a:ea typeface="+mn-ea"/>
          <a:cs typeface="+mj-cs"/>
        </a:defRPr>
      </a:lvl1pPr>
      <a:lvl2pPr algn="l" defTabSz="685800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defTabSz="685800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defTabSz="685800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defTabSz="685800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17145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6pPr>
      <a:lvl7pPr marL="34290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7pPr>
      <a:lvl8pPr marL="51435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8pPr>
      <a:lvl9pPr marL="68580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9pPr>
    </p:titleStyle>
    <p:bodyStyle>
      <a:lvl1pPr marL="1714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135" algn="l"/>
        </a:tabLst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607" y="4762500"/>
            <a:ext cx="2025253" cy="23753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eaLnBrk="1" hangingPunct="1">
              <a:defRPr sz="900">
                <a:solidFill>
                  <a:srgbClr val="898989"/>
                </a:solidFill>
                <a:latin typeface="微软雅黑" panose="020B0503020204020204" pitchFamily="34" charset="-122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291" y="4762500"/>
            <a:ext cx="2969419" cy="23753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algn="ctr" eaLnBrk="1" hangingPunct="1">
              <a:defRPr sz="900">
                <a:solidFill>
                  <a:srgbClr val="898989"/>
                </a:solidFill>
                <a:latin typeface="微软雅黑" panose="020B0503020204020204" pitchFamily="34" charset="-122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500"/>
            <a:ext cx="2025253" cy="23753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algn="r" eaLnBrk="1" hangingPunct="1">
              <a:defRPr sz="900">
                <a:solidFill>
                  <a:srgbClr val="898989"/>
                </a:solidFill>
                <a:latin typeface="微软雅黑" panose="020B0503020204020204" pitchFamily="34" charset="-122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C65C7984-969D-4E94-AF4F-3C17FCDA2C9C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309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44" y="435769"/>
            <a:ext cx="8139113" cy="486371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75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2" r:id="rId2"/>
    <p:sldLayoutId id="2147483743" r:id="rId3"/>
    <p:sldLayoutId id="2147483744" r:id="rId4"/>
    <p:sldLayoutId id="2147483745" r:id="rId5"/>
    <p:sldLayoutId id="2147483746" r:id="rId6"/>
    <p:sldLayoutId id="2147483747" r:id="rId7"/>
    <p:sldLayoutId id="2147483748" r:id="rId8"/>
    <p:sldLayoutId id="2147483749" r:id="rId9"/>
    <p:sldLayoutId id="2147483750" r:id="rId10"/>
  </p:sldLayoutIdLst>
  <p:transition/>
  <p:hf hdr="0" ftr="0" dt="0"/>
  <p:txStyles>
    <p:titleStyle>
      <a:lvl1pPr algn="l" defTabSz="685800" rtl="0" eaLnBrk="0" fontAlgn="base" hangingPunct="0">
        <a:spcBef>
          <a:spcPct val="0"/>
        </a:spcBef>
        <a:spcAft>
          <a:spcPct val="0"/>
        </a:spcAft>
        <a:defRPr sz="2100" b="1" kern="1200" spc="75">
          <a:solidFill>
            <a:schemeClr val="tx1"/>
          </a:solidFill>
          <a:latin typeface="+mn-ea"/>
          <a:ea typeface="+mn-ea"/>
          <a:cs typeface="+mj-cs"/>
        </a:defRPr>
      </a:lvl1pPr>
      <a:lvl2pPr algn="l" defTabSz="685800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defTabSz="685800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defTabSz="685800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defTabSz="685800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17145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6pPr>
      <a:lvl7pPr marL="34290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7pPr>
      <a:lvl8pPr marL="51435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8pPr>
      <a:lvl9pPr marL="68580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9pPr>
    </p:titleStyle>
    <p:bodyStyle>
      <a:lvl1pPr marL="1714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135" algn="l"/>
        </a:tabLst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606" y="4762501"/>
            <a:ext cx="2025254" cy="2375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prstClr val="black">
                    <a:tint val="75000"/>
                  </a:prstClr>
                </a:solidFill>
                <a:latin typeface="+mn-ea"/>
                <a:ea typeface="Helvetica Neue" pitchFamily="2" charset="0"/>
                <a:cs typeface="Helvetica Neue" pitchFamily="2" charset="0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291" y="4762501"/>
            <a:ext cx="2969419" cy="2375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 dirty="0">
                <a:solidFill>
                  <a:prstClr val="black">
                    <a:tint val="75000"/>
                  </a:prstClr>
                </a:solidFill>
                <a:latin typeface="+mn-ea"/>
                <a:ea typeface="Helvetica Neue" pitchFamily="2" charset="0"/>
                <a:cs typeface="Helvetica Neue" pitchFamily="2" charset="0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501"/>
            <a:ext cx="2025254" cy="2375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 smtClean="0">
                <a:solidFill>
                  <a:prstClr val="black">
                    <a:tint val="75000"/>
                  </a:prstClr>
                </a:solidFill>
                <a:latin typeface="+mn-ea"/>
                <a:ea typeface="Helvetica Neue" pitchFamily="2" charset="0"/>
                <a:cs typeface="Helvetica Neue" pitchFamily="2" charset="0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E738E00A-368F-495D-AE77-4E590178A0FB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44" y="435769"/>
            <a:ext cx="8139113" cy="486371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75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0" r:id="rId9"/>
    <p:sldLayoutId id="2147483761" r:id="rId10"/>
    <p:sldLayoutId id="2147483762" r:id="rId11"/>
  </p:sldLayoutIdLst>
  <p:hf hdr="0" ftr="0" dt="0"/>
  <p:txStyles>
    <p:titleStyle>
      <a:lvl1pPr algn="l" defTabSz="685800" rtl="0" fontAlgn="base">
        <a:spcBef>
          <a:spcPct val="0"/>
        </a:spcBef>
        <a:spcAft>
          <a:spcPct val="0"/>
        </a:spcAft>
        <a:defRPr sz="2100" b="1" kern="1200" spc="75">
          <a:solidFill>
            <a:schemeClr val="tx1"/>
          </a:solidFill>
          <a:latin typeface="+mn-ea"/>
          <a:ea typeface="+mn-ea"/>
          <a:cs typeface="+mj-cs"/>
        </a:defRPr>
      </a:lvl1pPr>
      <a:lvl2pPr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17145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6pPr>
      <a:lvl7pPr marL="34290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7pPr>
      <a:lvl8pPr marL="51435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8pPr>
      <a:lvl9pPr marL="68580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9pPr>
    </p:titleStyle>
    <p:bodyStyle>
      <a:lvl1pPr marL="171450" indent="-171450" algn="l" defTabSz="685800" rtl="0" fontAlgn="base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1pPr>
      <a:lvl2pPr marL="514350" indent="-171450" algn="l" defTabSz="685800" rtl="0" fontAlgn="base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135" algn="l"/>
        </a:tabLst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2pPr>
      <a:lvl3pPr marL="857250" indent="-171450" algn="l" defTabSz="685800" rtl="0" fontAlgn="base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3pPr>
      <a:lvl4pPr marL="1200150" indent="-171450" algn="l" defTabSz="685800" rtl="0" fontAlgn="base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4pPr>
      <a:lvl5pPr marL="1543050" indent="-171450" algn="l" defTabSz="685800" rtl="0" fontAlgn="base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l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ct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</a:fld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5" r:id="rId2"/>
    <p:sldLayoutId id="2147483766" r:id="rId3"/>
    <p:sldLayoutId id="2147483767" r:id="rId4"/>
    <p:sldLayoutId id="2147483768" r:id="rId5"/>
    <p:sldLayoutId id="2147483769" r:id="rId6"/>
    <p:sldLayoutId id="2147483770" r:id="rId7"/>
    <p:sldLayoutId id="2147483771" r:id="rId8"/>
    <p:sldLayoutId id="2147483772" r:id="rId9"/>
    <p:sldLayoutId id="2147483773" r:id="rId10"/>
    <p:sldLayoutId id="2147483774" r:id="rId11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135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eaLnBrk="1" hangingPunct="1"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eaLnBrk="1" hangingPunct="1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eaLnBrk="1" hangingPunct="1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6" r:id="rId1"/>
    <p:sldLayoutId id="2147483777" r:id="rId2"/>
    <p:sldLayoutId id="2147483778" r:id="rId3"/>
    <p:sldLayoutId id="2147483779" r:id="rId4"/>
    <p:sldLayoutId id="2147483780" r:id="rId5"/>
    <p:sldLayoutId id="2147483781" r:id="rId6"/>
    <p:sldLayoutId id="2147483782" r:id="rId7"/>
    <p:sldLayoutId id="2147483783" r:id="rId8"/>
    <p:sldLayoutId id="2147483784" r:id="rId9"/>
    <p:sldLayoutId id="2147483785" r:id="rId10"/>
    <p:sldLayoutId id="2147483786" r:id="rId11"/>
    <p:sldLayoutId id="2147483787" r:id="rId12"/>
    <p:sldLayoutId id="2147483788" r:id="rId13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135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/>
              <a:ea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0" r:id="rId1"/>
    <p:sldLayoutId id="2147483791" r:id="rId2"/>
    <p:sldLayoutId id="2147483792" r:id="rId3"/>
    <p:sldLayoutId id="2147483793" r:id="rId4"/>
    <p:sldLayoutId id="2147483794" r:id="rId5"/>
    <p:sldLayoutId id="2147483795" r:id="rId6"/>
    <p:sldLayoutId id="2147483796" r:id="rId7"/>
    <p:sldLayoutId id="2147483797" r:id="rId8"/>
    <p:sldLayoutId id="2147483798" r:id="rId9"/>
    <p:sldLayoutId id="2147483799" r:id="rId10"/>
    <p:sldLayoutId id="2147483800" r:id="rId11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华文楷体" panose="02010600040101010101" pitchFamily="2" charset="-122"/>
          <a:ea typeface="华文楷体" panose="02010600040101010101" pitchFamily="2" charset="-122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135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2" r:id="rId1"/>
    <p:sldLayoutId id="2147483803" r:id="rId2"/>
    <p:sldLayoutId id="2147483804" r:id="rId3"/>
    <p:sldLayoutId id="2147483805" r:id="rId4"/>
    <p:sldLayoutId id="2147483806" r:id="rId5"/>
    <p:sldLayoutId id="2147483807" r:id="rId6"/>
    <p:sldLayoutId id="2147483808" r:id="rId7"/>
    <p:sldLayoutId id="2147483809" r:id="rId8"/>
    <p:sldLayoutId id="2147483810" r:id="rId9"/>
    <p:sldLayoutId id="2147483811" r:id="rId10"/>
    <p:sldLayoutId id="2147483812" r:id="rId11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135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5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4" r:id="rId1"/>
    <p:sldLayoutId id="2147483815" r:id="rId2"/>
    <p:sldLayoutId id="2147483816" r:id="rId3"/>
    <p:sldLayoutId id="2147483817" r:id="rId4"/>
    <p:sldLayoutId id="2147483818" r:id="rId5"/>
    <p:sldLayoutId id="2147483819" r:id="rId6"/>
    <p:sldLayoutId id="2147483820" r:id="rId7"/>
    <p:sldLayoutId id="2147483821" r:id="rId8"/>
    <p:sldLayoutId id="2147483822" r:id="rId9"/>
    <p:sldLayoutId id="2147483823" r:id="rId10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135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/>
              <a:ea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5" r:id="rId1"/>
    <p:sldLayoutId id="2147483826" r:id="rId2"/>
    <p:sldLayoutId id="2147483827" r:id="rId3"/>
    <p:sldLayoutId id="2147483828" r:id="rId4"/>
    <p:sldLayoutId id="2147483829" r:id="rId5"/>
    <p:sldLayoutId id="2147483830" r:id="rId6"/>
    <p:sldLayoutId id="2147483831" r:id="rId7"/>
    <p:sldLayoutId id="2147483832" r:id="rId8"/>
    <p:sldLayoutId id="2147483833" r:id="rId9"/>
    <p:sldLayoutId id="2147483834" r:id="rId10"/>
    <p:sldLayoutId id="2147483835" r:id="rId11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华文楷体" panose="02010600040101010101" pitchFamily="2" charset="-122"/>
          <a:ea typeface="华文楷体" panose="02010600040101010101" pitchFamily="2" charset="-122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135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/>
              <a:ea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7" r:id="rId1"/>
    <p:sldLayoutId id="2147483838" r:id="rId2"/>
    <p:sldLayoutId id="2147483839" r:id="rId3"/>
    <p:sldLayoutId id="2147483840" r:id="rId4"/>
    <p:sldLayoutId id="2147483841" r:id="rId5"/>
    <p:sldLayoutId id="2147483842" r:id="rId6"/>
    <p:sldLayoutId id="2147483843" r:id="rId7"/>
    <p:sldLayoutId id="2147483844" r:id="rId8"/>
    <p:sldLayoutId id="2147483845" r:id="rId9"/>
    <p:sldLayoutId id="2147483846" r:id="rId10"/>
    <p:sldLayoutId id="2147483847" r:id="rId11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华文楷体" panose="02010600040101010101" pitchFamily="2" charset="-122"/>
          <a:ea typeface="华文楷体" panose="02010600040101010101" pitchFamily="2" charset="-122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135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eaLnBrk="1" hangingPunct="1"/>
            <a:endParaRPr lang="zh-CN" altLang="en-US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9" r:id="rId1"/>
    <p:sldLayoutId id="2147483850" r:id="rId2"/>
    <p:sldLayoutId id="2147483851" r:id="rId3"/>
    <p:sldLayoutId id="2147483852" r:id="rId4"/>
    <p:sldLayoutId id="2147483853" r:id="rId5"/>
    <p:sldLayoutId id="2147483854" r:id="rId6"/>
    <p:sldLayoutId id="2147483855" r:id="rId7"/>
    <p:sldLayoutId id="2147483856" r:id="rId8"/>
    <p:sldLayoutId id="2147483857" r:id="rId9"/>
    <p:sldLayoutId id="2147483858" r:id="rId10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135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0" r:id="rId1"/>
    <p:sldLayoutId id="2147483861" r:id="rId2"/>
    <p:sldLayoutId id="2147483862" r:id="rId3"/>
    <p:sldLayoutId id="2147483863" r:id="rId4"/>
    <p:sldLayoutId id="2147483864" r:id="rId5"/>
    <p:sldLayoutId id="2147483865" r:id="rId6"/>
    <p:sldLayoutId id="2147483866" r:id="rId7"/>
    <p:sldLayoutId id="2147483867" r:id="rId8"/>
    <p:sldLayoutId id="2147483868" r:id="rId9"/>
    <p:sldLayoutId id="2147483869" r:id="rId10"/>
    <p:sldLayoutId id="2147483870" r:id="rId11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135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华文楷体" panose="02010600040101010101" pitchFamily="2" charset="-122"/>
              </a:defRPr>
            </a:lvl1pPr>
          </a:lstStyle>
          <a:p>
            <a:pPr marL="0" marR="0" lvl="0" indent="0" algn="l" defTabSz="309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华文楷体" panose="02010600040101010101" pitchFamily="2" charset="-122"/>
              </a:defRPr>
            </a:lvl1pPr>
          </a:lstStyle>
          <a:p>
            <a:pPr marL="0" marR="0" lvl="0" indent="0" algn="ctr" defTabSz="309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华文楷体" panose="02010600040101010101" pitchFamily="2" charset="-122"/>
              </a:defRPr>
            </a:lvl1pPr>
          </a:lstStyle>
          <a:p>
            <a:pPr marL="0" marR="0" lvl="0" indent="0" algn="r" defTabSz="309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华文楷体" panose="02010600040101010101" pitchFamily="2" charset="-122"/>
                <a:cs typeface="+mn-cs"/>
                <a:sym typeface="Arial" panose="020B0604020202020204" pitchFamily="34" charset="0"/>
              </a:rPr>
            </a:fld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/>
              <a:ea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  <p:sldLayoutId id="2147483881" r:id="rId10"/>
    <p:sldLayoutId id="2147483882" r:id="rId11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华文楷体" panose="02010600040101010101" pitchFamily="2" charset="-122"/>
          <a:ea typeface="华文楷体" panose="02010600040101010101" pitchFamily="2" charset="-122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135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72" y="4762375"/>
            <a:ext cx="20252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304" y="4762375"/>
            <a:ext cx="2970293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8586" y="4762375"/>
            <a:ext cx="20252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61" y="435919"/>
            <a:ext cx="8139980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94" y="1131094"/>
            <a:ext cx="8139914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15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750"/>
        </a:spcAft>
        <a:buFont typeface="Arial" panose="020B0604020202020204" pitchFamily="34" charset="0"/>
        <a:buChar char="•"/>
        <a:defRPr sz="1200" u="none" strike="noStrike" kern="1200" cap="none" spc="113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750"/>
        </a:spcAft>
        <a:buFont typeface="Arial" panose="020B0604020202020204" pitchFamily="34" charset="0"/>
        <a:buChar char="•"/>
        <a:tabLst>
          <a:tab pos="1207135" algn="l"/>
        </a:tabLst>
        <a:defRPr sz="1200" u="none" strike="noStrike" kern="1200" cap="none" spc="113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750"/>
        </a:spcAft>
        <a:buFont typeface="Arial" panose="020B0604020202020204" pitchFamily="34" charset="0"/>
        <a:buChar char="•"/>
        <a:defRPr sz="1200" u="none" strike="noStrike" kern="1200" cap="none" spc="113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750"/>
        </a:spcAft>
        <a:buFont typeface="Arial" panose="020B0604020202020204" pitchFamily="34" charset="0"/>
        <a:buChar char="•"/>
        <a:defRPr sz="1200" u="none" strike="noStrike" kern="1200" cap="none" spc="113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750"/>
        </a:spcAft>
        <a:buFont typeface="Arial" panose="020B0604020202020204" pitchFamily="34" charset="0"/>
        <a:buChar char="•"/>
        <a:defRPr sz="1200" u="none" strike="noStrike" kern="1200" cap="none" spc="113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72" y="4762375"/>
            <a:ext cx="20252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304" y="4762375"/>
            <a:ext cx="2970293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8586" y="4762375"/>
            <a:ext cx="20252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61" y="435919"/>
            <a:ext cx="8139980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94" y="1131094"/>
            <a:ext cx="8139914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7" r:id="rId2"/>
    <p:sldLayoutId id="2147483898" r:id="rId3"/>
    <p:sldLayoutId id="2147483899" r:id="rId4"/>
    <p:sldLayoutId id="2147483900" r:id="rId5"/>
    <p:sldLayoutId id="2147483901" r:id="rId6"/>
    <p:sldLayoutId id="2147483902" r:id="rId7"/>
    <p:sldLayoutId id="2147483903" r:id="rId8"/>
    <p:sldLayoutId id="2147483904" r:id="rId9"/>
    <p:sldLayoutId id="2147483905" r:id="rId10"/>
    <p:sldLayoutId id="2147483906" r:id="rId11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15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750"/>
        </a:spcAft>
        <a:buFont typeface="Arial" panose="020B0604020202020204" pitchFamily="34" charset="0"/>
        <a:buChar char="•"/>
        <a:defRPr sz="1200" u="none" strike="noStrike" kern="1200" cap="none" spc="113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750"/>
        </a:spcAft>
        <a:buFont typeface="Arial" panose="020B0604020202020204" pitchFamily="34" charset="0"/>
        <a:buChar char="•"/>
        <a:tabLst>
          <a:tab pos="1207135" algn="l"/>
        </a:tabLst>
        <a:defRPr sz="1200" u="none" strike="noStrike" kern="1200" cap="none" spc="113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750"/>
        </a:spcAft>
        <a:buFont typeface="Arial" panose="020B0604020202020204" pitchFamily="34" charset="0"/>
        <a:buChar char="•"/>
        <a:defRPr sz="1200" u="none" strike="noStrike" kern="1200" cap="none" spc="113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750"/>
        </a:spcAft>
        <a:buFont typeface="Arial" panose="020B0604020202020204" pitchFamily="34" charset="0"/>
        <a:buChar char="•"/>
        <a:defRPr sz="1200" u="none" strike="noStrike" kern="1200" cap="none" spc="113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750"/>
        </a:spcAft>
        <a:buFont typeface="Arial" panose="020B0604020202020204" pitchFamily="34" charset="0"/>
        <a:buChar char="•"/>
        <a:defRPr sz="1200" u="none" strike="noStrike" kern="1200" cap="none" spc="113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8" r:id="rId1"/>
    <p:sldLayoutId id="2147483909" r:id="rId2"/>
    <p:sldLayoutId id="2147483910" r:id="rId3"/>
    <p:sldLayoutId id="2147483911" r:id="rId4"/>
    <p:sldLayoutId id="2147483912" r:id="rId5"/>
    <p:sldLayoutId id="2147483913" r:id="rId6"/>
    <p:sldLayoutId id="2147483914" r:id="rId7"/>
    <p:sldLayoutId id="2147483915" r:id="rId8"/>
    <p:sldLayoutId id="2147483916" r:id="rId9"/>
    <p:sldLayoutId id="2147483917" r:id="rId10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135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5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9" r:id="rId1"/>
    <p:sldLayoutId id="2147483920" r:id="rId2"/>
    <p:sldLayoutId id="2147483921" r:id="rId3"/>
    <p:sldLayoutId id="2147483922" r:id="rId4"/>
    <p:sldLayoutId id="2147483923" r:id="rId5"/>
    <p:sldLayoutId id="2147483924" r:id="rId6"/>
    <p:sldLayoutId id="2147483925" r:id="rId7"/>
    <p:sldLayoutId id="2147483926" r:id="rId8"/>
    <p:sldLayoutId id="2147483927" r:id="rId9"/>
    <p:sldLayoutId id="2147483928" r:id="rId10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135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0" r:id="rId1"/>
    <p:sldLayoutId id="2147483931" r:id="rId2"/>
    <p:sldLayoutId id="2147483932" r:id="rId3"/>
    <p:sldLayoutId id="2147483933" r:id="rId4"/>
    <p:sldLayoutId id="2147483934" r:id="rId5"/>
    <p:sldLayoutId id="2147483935" r:id="rId6"/>
    <p:sldLayoutId id="2147483936" r:id="rId7"/>
    <p:sldLayoutId id="2147483937" r:id="rId8"/>
    <p:sldLayoutId id="2147483938" r:id="rId9"/>
    <p:sldLayoutId id="2147483939" r:id="rId10"/>
    <p:sldLayoutId id="2147483940" r:id="rId11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135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606" y="4762501"/>
            <a:ext cx="2025254" cy="23753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eaLnBrk="1" hangingPunct="1">
              <a:defRPr sz="900">
                <a:solidFill>
                  <a:srgbClr val="898989"/>
                </a:solidFill>
                <a:latin typeface="微软雅黑" panose="020B0503020204020204" pitchFamily="34" charset="-122"/>
                <a:ea typeface="+mn-ea"/>
                <a:cs typeface="Arial" panose="020B0604020202020204" pitchFamily="34" charset="0"/>
              </a:defRPr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291" y="4762501"/>
            <a:ext cx="2969419" cy="23753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algn="ctr" eaLnBrk="1" hangingPunct="1">
              <a:defRPr sz="900">
                <a:solidFill>
                  <a:srgbClr val="898989"/>
                </a:solidFill>
                <a:latin typeface="微软雅黑" panose="020B0503020204020204" pitchFamily="34" charset="-122"/>
                <a:ea typeface="+mn-ea"/>
                <a:cs typeface="Arial" panose="020B0604020202020204" pitchFamily="34" charset="0"/>
              </a:defRPr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501"/>
            <a:ext cx="2025254" cy="23753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algn="r" eaLnBrk="1" hangingPunct="1">
              <a:defRPr sz="900">
                <a:solidFill>
                  <a:srgbClr val="898989"/>
                </a:solidFill>
                <a:latin typeface="微软雅黑" panose="020B0503020204020204" pitchFamily="34" charset="-122"/>
                <a:ea typeface="+mn-ea"/>
                <a:cs typeface="Arial" panose="020B0604020202020204" pitchFamily="34" charset="0"/>
              </a:defRPr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fld id="{C65C7984-969D-4E94-AF4F-3C17FCDA2C9C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44" y="435769"/>
            <a:ext cx="8139113" cy="486371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75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42" r:id="rId1"/>
    <p:sldLayoutId id="2147483943" r:id="rId2"/>
    <p:sldLayoutId id="2147483944" r:id="rId3"/>
    <p:sldLayoutId id="2147483945" r:id="rId4"/>
    <p:sldLayoutId id="2147483946" r:id="rId5"/>
    <p:sldLayoutId id="2147483947" r:id="rId6"/>
    <p:sldLayoutId id="2147483948" r:id="rId7"/>
    <p:sldLayoutId id="2147483949" r:id="rId8"/>
    <p:sldLayoutId id="2147483950" r:id="rId9"/>
    <p:sldLayoutId id="2147483951" r:id="rId10"/>
  </p:sldLayoutIdLst>
  <p:transition/>
  <p:hf hdr="0" ftr="0" dt="0"/>
  <p:txStyles>
    <p:titleStyle>
      <a:lvl1pPr algn="l" defTabSz="685800" rtl="0" eaLnBrk="0" fontAlgn="base" hangingPunct="0">
        <a:spcBef>
          <a:spcPct val="0"/>
        </a:spcBef>
        <a:spcAft>
          <a:spcPct val="0"/>
        </a:spcAft>
        <a:defRPr sz="2100" b="1" kern="1200" spc="75">
          <a:solidFill>
            <a:schemeClr val="tx1"/>
          </a:solidFill>
          <a:latin typeface="+mn-ea"/>
          <a:ea typeface="+mn-ea"/>
          <a:cs typeface="+mj-cs"/>
        </a:defRPr>
      </a:lvl1pPr>
      <a:lvl2pPr algn="l" defTabSz="685800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defTabSz="685800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defTabSz="685800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defTabSz="685800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17145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6pPr>
      <a:lvl7pPr marL="34290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7pPr>
      <a:lvl8pPr marL="51435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8pPr>
      <a:lvl9pPr marL="68580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9pPr>
    </p:titleStyle>
    <p:bodyStyle>
      <a:lvl1pPr marL="1714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135" algn="l"/>
        </a:tabLst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607" y="4762500"/>
            <a:ext cx="2025253" cy="23753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eaLnBrk="1" hangingPunct="1">
              <a:defRPr sz="900">
                <a:solidFill>
                  <a:srgbClr val="898989"/>
                </a:solidFill>
                <a:latin typeface="微软雅黑" panose="020B0503020204020204" pitchFamily="34" charset="-122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291" y="4762500"/>
            <a:ext cx="2969419" cy="23753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algn="ctr" eaLnBrk="1" hangingPunct="1">
              <a:defRPr sz="900">
                <a:solidFill>
                  <a:srgbClr val="898989"/>
                </a:solidFill>
                <a:latin typeface="微软雅黑" panose="020B0503020204020204" pitchFamily="34" charset="-122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500"/>
            <a:ext cx="2025253" cy="23753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algn="r" eaLnBrk="1" hangingPunct="1">
              <a:defRPr sz="900">
                <a:solidFill>
                  <a:srgbClr val="898989"/>
                </a:solidFill>
                <a:latin typeface="微软雅黑" panose="020B0503020204020204" pitchFamily="34" charset="-122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C65C7984-969D-4E94-AF4F-3C17FCDA2C9C}" type="slidenum">
              <a:rPr lang="zh-CN" altLang="en-US"/>
            </a:fld>
            <a:endParaRPr lang="zh-CN" altLang="en-US"/>
          </a:p>
        </p:txBody>
      </p:sp>
      <p:sp>
        <p:nvSpPr>
          <p:cNvPr id="7" name="KSO_TEMPLATE" hidden="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 sz="150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44" y="435769"/>
            <a:ext cx="8139113" cy="486371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75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53" r:id="rId1"/>
    <p:sldLayoutId id="2147483954" r:id="rId2"/>
    <p:sldLayoutId id="2147483955" r:id="rId3"/>
    <p:sldLayoutId id="2147483956" r:id="rId4"/>
    <p:sldLayoutId id="2147483957" r:id="rId5"/>
    <p:sldLayoutId id="2147483958" r:id="rId6"/>
    <p:sldLayoutId id="2147483959" r:id="rId7"/>
    <p:sldLayoutId id="2147483960" r:id="rId8"/>
    <p:sldLayoutId id="2147483961" r:id="rId9"/>
    <p:sldLayoutId id="2147483962" r:id="rId10"/>
  </p:sldLayoutIdLst>
  <p:transition/>
  <p:hf hdr="0" ftr="0" dt="0"/>
  <p:txStyles>
    <p:titleStyle>
      <a:lvl1pPr algn="l" defTabSz="685800" rtl="0" eaLnBrk="0" fontAlgn="base" hangingPunct="0">
        <a:spcBef>
          <a:spcPct val="0"/>
        </a:spcBef>
        <a:spcAft>
          <a:spcPct val="0"/>
        </a:spcAft>
        <a:defRPr sz="2100" b="1" kern="1200" spc="75">
          <a:solidFill>
            <a:schemeClr val="tx1"/>
          </a:solidFill>
          <a:latin typeface="+mn-ea"/>
          <a:ea typeface="+mn-ea"/>
          <a:cs typeface="+mj-cs"/>
        </a:defRPr>
      </a:lvl1pPr>
      <a:lvl2pPr algn="l" defTabSz="685800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defTabSz="685800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defTabSz="685800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defTabSz="685800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17145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6pPr>
      <a:lvl7pPr marL="34290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7pPr>
      <a:lvl8pPr marL="51435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8pPr>
      <a:lvl9pPr marL="68580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9pPr>
    </p:titleStyle>
    <p:bodyStyle>
      <a:lvl1pPr marL="1714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135" algn="l"/>
        </a:tabLst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4" r:id="rId1"/>
    <p:sldLayoutId id="2147483965" r:id="rId2"/>
    <p:sldLayoutId id="2147483966" r:id="rId3"/>
    <p:sldLayoutId id="2147483967" r:id="rId4"/>
    <p:sldLayoutId id="2147483968" r:id="rId5"/>
    <p:sldLayoutId id="2147483969" r:id="rId6"/>
    <p:sldLayoutId id="2147483970" r:id="rId7"/>
    <p:sldLayoutId id="2147483971" r:id="rId8"/>
    <p:sldLayoutId id="2147483972" r:id="rId9"/>
    <p:sldLayoutId id="2147483973" r:id="rId10"/>
    <p:sldLayoutId id="2147483974" r:id="rId11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135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76" r:id="rId1"/>
    <p:sldLayoutId id="2147483977" r:id="rId2"/>
    <p:sldLayoutId id="2147483978" r:id="rId3"/>
    <p:sldLayoutId id="2147483979" r:id="rId4"/>
    <p:sldLayoutId id="2147483980" r:id="rId5"/>
    <p:sldLayoutId id="2147483981" r:id="rId6"/>
    <p:sldLayoutId id="2147483982" r:id="rId7"/>
    <p:sldLayoutId id="2147483983" r:id="rId8"/>
    <p:sldLayoutId id="2147483984" r:id="rId9"/>
    <p:sldLayoutId id="2147483985" r:id="rId10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135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87" r:id="rId1"/>
    <p:sldLayoutId id="2147483988" r:id="rId2"/>
    <p:sldLayoutId id="2147483989" r:id="rId3"/>
    <p:sldLayoutId id="2147483990" r:id="rId4"/>
    <p:sldLayoutId id="2147483991" r:id="rId5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135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3" r:id="rId1"/>
    <p:sldLayoutId id="2147483994" r:id="rId2"/>
    <p:sldLayoutId id="2147483995" r:id="rId3"/>
    <p:sldLayoutId id="2147483996" r:id="rId4"/>
    <p:sldLayoutId id="2147483997" r:id="rId5"/>
    <p:sldLayoutId id="2147483998" r:id="rId6"/>
    <p:sldLayoutId id="2147483999" r:id="rId7"/>
    <p:sldLayoutId id="2147484000" r:id="rId8"/>
    <p:sldLayoutId id="2147484001" r:id="rId9"/>
    <p:sldLayoutId id="2147484002" r:id="rId10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135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4" r:id="rId1"/>
    <p:sldLayoutId id="2147484005" r:id="rId2"/>
    <p:sldLayoutId id="2147484006" r:id="rId3"/>
    <p:sldLayoutId id="2147484007" r:id="rId4"/>
    <p:sldLayoutId id="2147484008" r:id="rId5"/>
    <p:sldLayoutId id="2147484009" r:id="rId6"/>
    <p:sldLayoutId id="2147484010" r:id="rId7"/>
    <p:sldLayoutId id="2147484011" r:id="rId8"/>
    <p:sldLayoutId id="2147484012" r:id="rId9"/>
    <p:sldLayoutId id="2147484013" r:id="rId10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135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15" r:id="rId1"/>
    <p:sldLayoutId id="2147484016" r:id="rId2"/>
    <p:sldLayoutId id="2147484017" r:id="rId3"/>
    <p:sldLayoutId id="2147484018" r:id="rId4"/>
    <p:sldLayoutId id="2147484019" r:id="rId5"/>
    <p:sldLayoutId id="2147484020" r:id="rId6"/>
    <p:sldLayoutId id="2147484021" r:id="rId7"/>
    <p:sldLayoutId id="2147484022" r:id="rId8"/>
    <p:sldLayoutId id="2147484023" r:id="rId9"/>
    <p:sldLayoutId id="2147484024" r:id="rId10"/>
  </p:sldLayoutIdLst>
  <p:transition spd="slow">
    <p:push/>
  </p:transition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135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KSO_TEMPLATE" hidden="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6" r:id="rId1"/>
    <p:sldLayoutId id="2147484027" r:id="rId2"/>
    <p:sldLayoutId id="2147484028" r:id="rId3"/>
    <p:sldLayoutId id="2147484029" r:id="rId4"/>
    <p:sldLayoutId id="2147484030" r:id="rId5"/>
    <p:sldLayoutId id="2147484031" r:id="rId6"/>
    <p:sldLayoutId id="2147484032" r:id="rId7"/>
    <p:sldLayoutId id="2147484033" r:id="rId8"/>
    <p:sldLayoutId id="2147484034" r:id="rId9"/>
    <p:sldLayoutId id="2147484035" r:id="rId10"/>
    <p:sldLayoutId id="2147484036" r:id="rId11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135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华文楷体" panose="02010600040101010101" pitchFamily="2" charset="-122"/>
              </a:defRPr>
            </a:lvl1pPr>
          </a:lstStyle>
          <a:p>
            <a:pPr defTabSz="309245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华文楷体" panose="02010600040101010101" pitchFamily="2" charset="-122"/>
              </a:defRPr>
            </a:lvl1pPr>
          </a:lstStyle>
          <a:p>
            <a:pPr defTabSz="309245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华文楷体" panose="02010600040101010101" pitchFamily="2" charset="-122"/>
              </a:defRPr>
            </a:lvl1pPr>
          </a:lstStyle>
          <a:p>
            <a:pPr defTabSz="309245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24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/>
              <a:ea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5" y="1131095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38" r:id="rId1"/>
    <p:sldLayoutId id="2147484039" r:id="rId2"/>
    <p:sldLayoutId id="2147484040" r:id="rId3"/>
    <p:sldLayoutId id="2147484041" r:id="rId4"/>
    <p:sldLayoutId id="2147484042" r:id="rId5"/>
    <p:sldLayoutId id="2147484043" r:id="rId6"/>
    <p:sldLayoutId id="2147484044" r:id="rId7"/>
    <p:sldLayoutId id="2147484045" r:id="rId8"/>
    <p:sldLayoutId id="2147484046" r:id="rId9"/>
    <p:sldLayoutId id="2147484047" r:id="rId10"/>
    <p:sldLayoutId id="2147484048" r:id="rId11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华文楷体" panose="02010600040101010101" pitchFamily="2" charset="-122"/>
          <a:ea typeface="华文楷体" panose="02010600040101010101" pitchFamily="2" charset="-122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135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50" r:id="rId1"/>
    <p:sldLayoutId id="2147484051" r:id="rId2"/>
    <p:sldLayoutId id="2147484052" r:id="rId3"/>
    <p:sldLayoutId id="2147484053" r:id="rId4"/>
    <p:sldLayoutId id="2147484054" r:id="rId5"/>
    <p:sldLayoutId id="2147484055" r:id="rId6"/>
    <p:sldLayoutId id="2147484056" r:id="rId7"/>
    <p:sldLayoutId id="2147484057" r:id="rId8"/>
    <p:sldLayoutId id="2147484058" r:id="rId9"/>
    <p:sldLayoutId id="2147484059" r:id="rId10"/>
    <p:sldLayoutId id="2147484060" r:id="rId11"/>
    <p:sldLayoutId id="2147484061" r:id="rId12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63" r:id="rId1"/>
    <p:sldLayoutId id="2147484064" r:id="rId2"/>
    <p:sldLayoutId id="2147484065" r:id="rId3"/>
    <p:sldLayoutId id="2147484066" r:id="rId4"/>
    <p:sldLayoutId id="2147484067" r:id="rId5"/>
    <p:sldLayoutId id="2147484068" r:id="rId6"/>
    <p:sldLayoutId id="2147484069" r:id="rId7"/>
    <p:sldLayoutId id="2147484070" r:id="rId8"/>
    <p:sldLayoutId id="2147484071" r:id="rId9"/>
    <p:sldLayoutId id="2147484072" r:id="rId10"/>
    <p:sldLayoutId id="2147484073" r:id="rId11"/>
    <p:sldLayoutId id="2147484074" r:id="rId12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9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37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>
            <a:noAutofit/>
          </a:bodyPr>
          <a:lstStyle/>
          <a:p>
            <a:pPr defTabSz="309245">
              <a:defRPr/>
            </a:pPr>
            <a:r>
              <a:rPr lang="en-US" altLang="zh-CN" sz="800" dirty="0">
                <a:solidFill>
                  <a:srgbClr val="FFFFFF"/>
                </a:solidFill>
                <a:ea typeface="黑体" panose="02010609060101010101" pitchFamily="49" charset="-122"/>
              </a:rPr>
              <a:t>-</a:t>
            </a:r>
            <a:fld id="{FAEDECE0-B3E3-4E93-9B91-9F10B30F5B07}" type="slidenum">
              <a:rPr lang="en-US" altLang="zh-CN" sz="800">
                <a:solidFill>
                  <a:srgbClr val="FFFFFF"/>
                </a:solidFill>
                <a:ea typeface="黑体" panose="02010609060101010101" pitchFamily="49" charset="-122"/>
              </a:rPr>
            </a:fld>
            <a:r>
              <a:rPr lang="en-US" altLang="zh-CN" sz="800" dirty="0">
                <a:solidFill>
                  <a:srgbClr val="FFFFFF"/>
                </a:solidFill>
                <a:ea typeface="黑体" panose="02010609060101010101" pitchFamily="49" charset="-122"/>
              </a:rPr>
              <a:t>-</a:t>
            </a:r>
            <a:endParaRPr lang="zh-CN" altLang="en-US" sz="800" dirty="0">
              <a:solidFill>
                <a:srgbClr val="FFFFFF"/>
              </a:solidFill>
              <a:ea typeface="黑体" panose="02010609060101010101" pitchFamily="49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443984" y="91440"/>
            <a:ext cx="442569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1" i="0">
                <a:solidFill>
                  <a:srgbClr val="132556"/>
                </a:solidFill>
                <a:latin typeface="Arial"/>
                <a:ea typeface="微软雅黑"/>
                <a:cs typeface="Arial"/>
              </a:rPr>
              <a:t>上半年安全管理反思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024128"/>
            <a:ext cx="2523743" cy="1719071"/>
          </a:xfrm>
          <a:prstGeom prst="roundRect">
            <a:avLst>
              <a:gd name="adj" fmla="val 5000"/>
            </a:avLst>
          </a:prstGeom>
          <a:solidFill>
            <a:srgbClr val="F6F9FC"/>
          </a:solidFill>
          <a:ln w="9525">
            <a:solidFill>
              <a:srgbClr val="C7D3E6"/>
            </a:solidFill>
          </a:ln>
          <a:effectLst>
            <a:outerShdw blurRad="88900" dist="38100" dir="5400000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024128"/>
            <a:ext cx="45720" cy="1719071"/>
          </a:xfrm>
          <a:prstGeom prst="rect">
            <a:avLst/>
          </a:prstGeom>
          <a:solidFill>
            <a:srgbClr val="1D42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170432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2400" b="1" i="0">
                <a:solidFill>
                  <a:srgbClr val="132556"/>
                </a:solidFill>
                <a:latin typeface="Arial"/>
                <a:ea typeface="微软雅黑"/>
                <a:cs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591056"/>
            <a:ext cx="2121407" cy="420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399" b="1" i="0">
                <a:solidFill>
                  <a:srgbClr val="132556"/>
                </a:solidFill>
                <a:latin typeface="Arial"/>
                <a:ea typeface="微软雅黑"/>
                <a:cs typeface="Arial"/>
              </a:rPr>
              <a:t>200L桶静电事故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10127" y="1024128"/>
            <a:ext cx="2523743" cy="1719071"/>
          </a:xfrm>
          <a:prstGeom prst="roundRect">
            <a:avLst>
              <a:gd name="adj" fmla="val 5000"/>
            </a:avLst>
          </a:prstGeom>
          <a:solidFill>
            <a:srgbClr val="F6F9FC"/>
          </a:solidFill>
          <a:ln w="9525">
            <a:solidFill>
              <a:srgbClr val="C7D3E6"/>
            </a:solidFill>
          </a:ln>
          <a:effectLst>
            <a:outerShdw blurRad="88900" dist="38100" dir="5400000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10127" y="1024128"/>
            <a:ext cx="45720" cy="1719071"/>
          </a:xfrm>
          <a:prstGeom prst="rect">
            <a:avLst/>
          </a:prstGeom>
          <a:solidFill>
            <a:srgbClr val="1D42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11296" y="1170432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2400" b="1" i="0">
                <a:solidFill>
                  <a:srgbClr val="132556"/>
                </a:solidFill>
                <a:latin typeface="Arial"/>
                <a:ea typeface="微软雅黑"/>
                <a:cs typeface="Arial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11296" y="1591056"/>
            <a:ext cx="2121407" cy="420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399" b="1" i="0">
                <a:solidFill>
                  <a:srgbClr val="132556"/>
                </a:solidFill>
                <a:latin typeface="Arial"/>
                <a:ea typeface="微软雅黑"/>
                <a:cs typeface="Arial"/>
              </a:rPr>
              <a:t>应急响应事故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71615" y="1024128"/>
            <a:ext cx="2523743" cy="1719071"/>
          </a:xfrm>
          <a:prstGeom prst="roundRect">
            <a:avLst>
              <a:gd name="adj" fmla="val 5000"/>
            </a:avLst>
          </a:prstGeom>
          <a:solidFill>
            <a:srgbClr val="F6F9FC"/>
          </a:solidFill>
          <a:ln w="9525">
            <a:solidFill>
              <a:srgbClr val="C7D3E6"/>
            </a:solidFill>
          </a:ln>
          <a:effectLst>
            <a:outerShdw blurRad="88900" dist="38100" dir="5400000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71615" y="1024128"/>
            <a:ext cx="45720" cy="1719071"/>
          </a:xfrm>
          <a:prstGeom prst="rect">
            <a:avLst/>
          </a:prstGeom>
          <a:solidFill>
            <a:srgbClr val="1D42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2783" y="1170432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2400" b="1" i="0">
                <a:solidFill>
                  <a:srgbClr val="132556"/>
                </a:solidFill>
                <a:latin typeface="Arial"/>
                <a:ea typeface="微软雅黑"/>
                <a:cs typeface="Arial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2783" y="1591056"/>
            <a:ext cx="2121407" cy="420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399" b="1" i="0">
                <a:solidFill>
                  <a:srgbClr val="132556"/>
                </a:solidFill>
                <a:latin typeface="Arial"/>
                <a:ea typeface="微软雅黑"/>
                <a:cs typeface="Arial"/>
              </a:rPr>
              <a:t>硼烷四氢呋喃事故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2980944"/>
            <a:ext cx="2523743" cy="1719071"/>
          </a:xfrm>
          <a:prstGeom prst="roundRect">
            <a:avLst>
              <a:gd name="adj" fmla="val 5000"/>
            </a:avLst>
          </a:prstGeom>
          <a:solidFill>
            <a:srgbClr val="F6F9FC"/>
          </a:solidFill>
          <a:ln w="9525">
            <a:solidFill>
              <a:srgbClr val="C7D3E6"/>
            </a:solidFill>
          </a:ln>
          <a:effectLst>
            <a:outerShdw blurRad="88900" dist="38100" dir="5400000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2980944"/>
            <a:ext cx="45720" cy="1719071"/>
          </a:xfrm>
          <a:prstGeom prst="rect">
            <a:avLst/>
          </a:prstGeom>
          <a:solidFill>
            <a:srgbClr val="1D42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3127248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2400" b="1" i="0">
                <a:solidFill>
                  <a:srgbClr val="132556"/>
                </a:solidFill>
                <a:latin typeface="Arial"/>
                <a:ea typeface="微软雅黑"/>
                <a:cs typeface="Arial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3547872"/>
            <a:ext cx="2121407" cy="420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399" b="1" i="0">
                <a:solidFill>
                  <a:srgbClr val="132556"/>
                </a:solidFill>
                <a:latin typeface="Arial"/>
                <a:ea typeface="微软雅黑"/>
                <a:cs typeface="Arial"/>
              </a:rPr>
              <a:t>离心机氮封失效事故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10127" y="2980944"/>
            <a:ext cx="2523743" cy="1719071"/>
          </a:xfrm>
          <a:prstGeom prst="roundRect">
            <a:avLst>
              <a:gd name="adj" fmla="val 5000"/>
            </a:avLst>
          </a:prstGeom>
          <a:solidFill>
            <a:srgbClr val="F6F9FC"/>
          </a:solidFill>
          <a:ln w="9525">
            <a:solidFill>
              <a:srgbClr val="C7D3E6"/>
            </a:solidFill>
          </a:ln>
          <a:effectLst>
            <a:outerShdw blurRad="88900" dist="38100" dir="5400000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310127" y="2980944"/>
            <a:ext cx="45720" cy="1719071"/>
          </a:xfrm>
          <a:prstGeom prst="rect">
            <a:avLst/>
          </a:prstGeom>
          <a:solidFill>
            <a:srgbClr val="1D42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11296" y="3127248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2400" b="1" i="0">
                <a:solidFill>
                  <a:srgbClr val="132556"/>
                </a:solidFill>
                <a:latin typeface="Arial"/>
                <a:ea typeface="微软雅黑"/>
                <a:cs typeface="Arial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11296" y="3547872"/>
            <a:ext cx="2121407" cy="420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399" b="1" i="0">
                <a:solidFill>
                  <a:srgbClr val="132556"/>
                </a:solidFill>
                <a:latin typeface="Arial"/>
                <a:ea typeface="微软雅黑"/>
                <a:cs typeface="Arial"/>
              </a:rPr>
              <a:t>电缆事故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71615" y="2980944"/>
            <a:ext cx="2523743" cy="1719071"/>
          </a:xfrm>
          <a:prstGeom prst="roundRect">
            <a:avLst>
              <a:gd name="adj" fmla="val 5000"/>
            </a:avLst>
          </a:prstGeom>
          <a:solidFill>
            <a:srgbClr val="F6F9FC"/>
          </a:solidFill>
          <a:ln w="9525">
            <a:solidFill>
              <a:srgbClr val="C7D3E6"/>
            </a:solidFill>
          </a:ln>
          <a:effectLst>
            <a:outerShdw blurRad="88900" dist="38100" dir="5400000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71615" y="2980944"/>
            <a:ext cx="45720" cy="1719071"/>
          </a:xfrm>
          <a:prstGeom prst="rect">
            <a:avLst/>
          </a:prstGeom>
          <a:solidFill>
            <a:srgbClr val="1D42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72783" y="3127248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2400" b="1" i="0">
                <a:solidFill>
                  <a:srgbClr val="132556"/>
                </a:solidFill>
                <a:latin typeface="Arial"/>
                <a:ea typeface="微软雅黑"/>
                <a:cs typeface="Arial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72783" y="3547872"/>
            <a:ext cx="2121407" cy="420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399" b="1" i="0">
                <a:solidFill>
                  <a:srgbClr val="132556"/>
                </a:solidFill>
                <a:latin typeface="Arial"/>
                <a:ea typeface="微软雅黑"/>
                <a:cs typeface="Arial"/>
              </a:rPr>
              <a:t>电加热事故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4183142" y="4972335"/>
            <a:ext cx="549354" cy="121187"/>
          </a:xfrm>
        </p:spPr>
        <p:txBody>
          <a:bodyPr/>
          <a:lstStyle/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4443984" y="91440"/>
            <a:ext cx="442569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1" i="0">
                <a:solidFill>
                  <a:srgbClr val="132556"/>
                </a:solidFill>
                <a:latin typeface="Arial"/>
                <a:ea typeface="微软雅黑"/>
                <a:cs typeface="Arial"/>
              </a:rPr>
              <a:t>重塑安全管理体系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731520"/>
            <a:ext cx="8595359" cy="310896"/>
          </a:xfrm>
          <a:prstGeom prst="roundRect">
            <a:avLst>
              <a:gd name="adj" fmla="val 6000"/>
            </a:avLst>
          </a:prstGeom>
          <a:solidFill>
            <a:srgbClr val="EDF2FA"/>
          </a:solidFill>
          <a:ln w="9525">
            <a:solidFill>
              <a:srgbClr val="C7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731520"/>
            <a:ext cx="45720" cy="310896"/>
          </a:xfrm>
          <a:prstGeom prst="rect">
            <a:avLst/>
          </a:prstGeom>
          <a:solidFill>
            <a:srgbClr val="1D42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731520"/>
            <a:ext cx="83210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132556"/>
                </a:solidFill>
                <a:latin typeface="Arial"/>
                <a:ea typeface="微软雅黑"/>
                <a:cs typeface="Arial"/>
              </a:rPr>
              <a:t>依据：全员安全生产责任制、双重预防机制（风险分级管控+隐患排查治理）、安全生产标准化、安全绩效考核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170432"/>
            <a:ext cx="3120006" cy="3712463"/>
          </a:xfrm>
          <a:prstGeom prst="roundRect">
            <a:avLst>
              <a:gd name="adj" fmla="val 4000"/>
            </a:avLst>
          </a:prstGeom>
          <a:solidFill>
            <a:srgbClr val="F6F9FC"/>
          </a:solidFill>
          <a:ln w="9525">
            <a:solidFill>
              <a:srgbClr val="C7D3E6"/>
            </a:solidFill>
          </a:ln>
          <a:effectLst>
            <a:outerShdw blurRad="76200" dist="38100" dir="5400000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3" y="1207008"/>
            <a:ext cx="56692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132556"/>
                </a:solidFill>
                <a:latin typeface="Arial"/>
                <a:ea typeface="微软雅黑"/>
                <a:cs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1243584"/>
            <a:ext cx="222389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 i="0">
                <a:solidFill>
                  <a:srgbClr val="132556"/>
                </a:solidFill>
                <a:latin typeface="Arial"/>
                <a:ea typeface="微软雅黑"/>
                <a:cs typeface="Arial"/>
              </a:rPr>
              <a:t>安全隐患排查治理体系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24128" y="1609344"/>
            <a:ext cx="2223894" cy="0"/>
          </a:xfrm>
          <a:prstGeom prst="line">
            <a:avLst/>
          </a:prstGeom>
          <a:ln w="9525">
            <a:solidFill>
              <a:srgbClr val="C7D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20623" y="1682496"/>
            <a:ext cx="2827398" cy="3072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>
                <a:solidFill>
                  <a:srgbClr val="1D42E1"/>
                </a:solidFill>
                <a:latin typeface="Arial"/>
                <a:ea typeface="微软雅黑"/>
                <a:cs typeface="Arial"/>
              </a:rPr>
              <a:t>管控目标：实现隐患全流程闭环管控，杜绝隐患诱发安全事故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800" b="1">
                <a:solidFill>
                  <a:srgbClr val="252D30"/>
                </a:solidFill>
                <a:latin typeface="Arial"/>
                <a:ea typeface="微软雅黑"/>
                <a:cs typeface="Arial"/>
              </a:rPr>
              <a:t>落地措施：</a:t>
            </a:r>
          </a:p>
          <a:p>
            <a:pPr algn="l" marL="100584" indent="-100584">
              <a:lnSpc>
                <a:spcPct val="120000"/>
              </a:lnSpc>
              <a:buFont typeface="Arial"/>
              <a:buChar char="●"/>
            </a:pPr>
            <a:r>
              <a:rPr sz="800" b="0">
                <a:solidFill>
                  <a:srgbClr val="252D30"/>
                </a:solidFill>
                <a:latin typeface="Arial"/>
                <a:ea typeface="微软雅黑"/>
                <a:cs typeface="Arial"/>
              </a:rPr>
              <a:t>建立全员隐患排查、上报、奖励机制，调动全员安全积极性；</a:t>
            </a:r>
          </a:p>
          <a:p>
            <a:pPr algn="l" marL="100584" indent="-100584">
              <a:lnSpc>
                <a:spcPct val="120000"/>
              </a:lnSpc>
              <a:buFont typeface="Arial"/>
              <a:buChar char="●"/>
            </a:pPr>
            <a:r>
              <a:rPr sz="800" b="0">
                <a:solidFill>
                  <a:srgbClr val="252D30"/>
                </a:solidFill>
                <a:latin typeface="Arial"/>
                <a:ea typeface="微软雅黑"/>
                <a:cs typeface="Arial"/>
              </a:rPr>
              <a:t>落实多维度排查：结合现有巡查，隐患排查体系和安全隐患台账系统，包括：驻厂巡查，值班巡查，EHS安全隐患排查，结合班组自查，车间主任隐患排查，部门隐患排查，厂房隐患排查，厂长全厂区隐患排查，专项检查，节假日安全检查</a:t>
            </a:r>
          </a:p>
          <a:p>
            <a:pPr algn="l" marL="100584" indent="-100584">
              <a:lnSpc>
                <a:spcPct val="120000"/>
              </a:lnSpc>
              <a:buFont typeface="Arial"/>
              <a:buChar char="●"/>
            </a:pPr>
            <a:r>
              <a:rPr sz="800" b="0">
                <a:solidFill>
                  <a:srgbClr val="252D30"/>
                </a:solidFill>
                <a:latin typeface="Arial"/>
                <a:ea typeface="微软雅黑"/>
                <a:cs typeface="Arial"/>
              </a:rPr>
              <a:t>隐患分级管控：划分⼀般、较大、重大隐患，分类建档、限期整改；设立专人专岗管理巡查系统（隐患台账系统），及时汇总，分析隐患趋势，追踪落地情况</a:t>
            </a:r>
          </a:p>
          <a:p>
            <a:pPr algn="l" marL="100584" indent="-100584">
              <a:lnSpc>
                <a:spcPct val="120000"/>
              </a:lnSpc>
              <a:buFont typeface="Arial"/>
              <a:buChar char="●"/>
            </a:pPr>
            <a:r>
              <a:rPr sz="800" b="0">
                <a:solidFill>
                  <a:srgbClr val="252D30"/>
                </a:solidFill>
                <a:latin typeface="Arial"/>
                <a:ea typeface="微软雅黑"/>
                <a:cs typeface="Arial"/>
              </a:rPr>
              <a:t>“常态化排查、台账化管理、闭环式整改”隐患治理机制；整改完成后必须复查复检，确保隐患彻底清零； 集团EHS监督复查属地隐患清零情况</a:t>
            </a:r>
          </a:p>
          <a:p>
            <a:pPr algn="l" marL="100584" indent="-100584">
              <a:lnSpc>
                <a:spcPct val="120000"/>
              </a:lnSpc>
              <a:buFont typeface="Arial"/>
              <a:buChar char="●"/>
            </a:pPr>
            <a:r>
              <a:rPr sz="800" b="0">
                <a:solidFill>
                  <a:srgbClr val="252D30"/>
                </a:solidFill>
                <a:latin typeface="Arial"/>
                <a:ea typeface="微软雅黑"/>
                <a:cs typeface="Arial"/>
              </a:rPr>
              <a:t>风险预判机制：工艺变更，操作方式变更，季节变化（如湿度，温度），人员变更（包括新人增加），高产能利用率，提前进行风险防控</a:t>
            </a:r>
          </a:p>
          <a:p>
            <a:pPr algn="l" marL="100584" indent="-100584">
              <a:lnSpc>
                <a:spcPct val="120000"/>
              </a:lnSpc>
              <a:buFont typeface="Arial"/>
              <a:buChar char="●"/>
            </a:pPr>
            <a:r>
              <a:rPr sz="800" b="0">
                <a:solidFill>
                  <a:srgbClr val="252D30"/>
                </a:solidFill>
                <a:latin typeface="Arial"/>
                <a:ea typeface="微软雅黑"/>
                <a:cs typeface="Arial"/>
              </a:rPr>
              <a:t>设立生产安全委员会，专注隐患排查，整改方案审定，形成标准化整改方案；在隐患解决措施上，更多考虑自动化手段；各厂长轮值安委会负责人，暂定每季度轮换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32070" y="1170432"/>
            <a:ext cx="2744206" cy="3712463"/>
          </a:xfrm>
          <a:prstGeom prst="roundRect">
            <a:avLst>
              <a:gd name="adj" fmla="val 4000"/>
            </a:avLst>
          </a:prstGeom>
          <a:solidFill>
            <a:srgbClr val="F6F9FC"/>
          </a:solidFill>
          <a:ln w="9525">
            <a:solidFill>
              <a:srgbClr val="C7D3E6"/>
            </a:solidFill>
          </a:ln>
          <a:effectLst>
            <a:outerShdw blurRad="76200" dist="38100" dir="5400000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78374" y="1207008"/>
            <a:ext cx="56692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132556"/>
                </a:solidFill>
                <a:latin typeface="Arial"/>
                <a:ea typeface="微软雅黑"/>
                <a:cs typeface="Arial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1878" y="1243584"/>
            <a:ext cx="184809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 i="0">
                <a:solidFill>
                  <a:srgbClr val="132556"/>
                </a:solidFill>
                <a:latin typeface="Arial"/>
                <a:ea typeface="微软雅黑"/>
                <a:cs typeface="Arial"/>
              </a:rPr>
              <a:t>危险化学品全生命周期管理体系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381878" y="1609344"/>
            <a:ext cx="1848095" cy="0"/>
          </a:xfrm>
          <a:prstGeom prst="line">
            <a:avLst/>
          </a:prstGeom>
          <a:ln w="9525">
            <a:solidFill>
              <a:srgbClr val="C7D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778374" y="1682496"/>
            <a:ext cx="2451598" cy="3072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>
                <a:solidFill>
                  <a:srgbClr val="1D42E1"/>
                </a:solidFill>
                <a:latin typeface="Arial"/>
                <a:ea typeface="微软雅黑"/>
                <a:cs typeface="Arial"/>
              </a:rPr>
              <a:t>管控目标：实现危险化学品采购、储存、使用、输送、装卸、废弃处置全过程风险可控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800" b="1">
                <a:solidFill>
                  <a:srgbClr val="252D30"/>
                </a:solidFill>
                <a:latin typeface="Arial"/>
                <a:ea typeface="微软雅黑"/>
                <a:cs typeface="Arial"/>
              </a:rPr>
              <a:t>核心落地措施，在现有管理基础上，增加如下措施：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800" b="0">
                <a:solidFill>
                  <a:srgbClr val="252D30"/>
                </a:solidFill>
                <a:latin typeface="Arial"/>
                <a:ea typeface="微软雅黑"/>
                <a:cs typeface="Arial"/>
              </a:rPr>
              <a:t>1.危险化学品准入管理，配齐MSDS，危害，历史事故资料，提前开展风险辨识与安全交底，并对全链条人员培训；公司MSDS管理升级，有来源，有审核；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800" b="0">
                <a:solidFill>
                  <a:srgbClr val="252D30"/>
                </a:solidFill>
                <a:latin typeface="Arial"/>
                <a:ea typeface="微软雅黑"/>
                <a:cs typeface="Arial"/>
              </a:rPr>
              <a:t>2.新类型危险化学品，包括包装，大小，规格变更等，采购前，由集团危险化学品管理负责人审批； 建立集团危险化学品负责人岗责；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800" b="0">
                <a:solidFill>
                  <a:srgbClr val="252D30"/>
                </a:solidFill>
                <a:latin typeface="Arial"/>
                <a:ea typeface="微软雅黑"/>
                <a:cs typeface="Arial"/>
              </a:rPr>
              <a:t>3.工厂危险化学品使用，到货计划，包括研发使用危险化学品，由总工负责制定，工厂危险化学品管理负责人审批，夏季库存量满足1周使用，降低库存量；建立工厂危险化学品负责人岗责；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800" b="0">
                <a:solidFill>
                  <a:srgbClr val="252D30"/>
                </a:solidFill>
                <a:latin typeface="Arial"/>
                <a:ea typeface="微软雅黑"/>
                <a:cs typeface="Arial"/>
              </a:rPr>
              <a:t>4.危险化学品仓库增加消防级别，增加仓库及单一危险化学品专项应急预案，并演练；方案由EHS制定；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800" b="0">
                <a:solidFill>
                  <a:srgbClr val="252D30"/>
                </a:solidFill>
                <a:latin typeface="Arial"/>
                <a:ea typeface="微软雅黑"/>
                <a:cs typeface="Arial"/>
              </a:rPr>
              <a:t>5.  项目结束后危险化学品立即报废处理；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14021" y="1170432"/>
            <a:ext cx="2255658" cy="3712463"/>
          </a:xfrm>
          <a:prstGeom prst="roundRect">
            <a:avLst>
              <a:gd name="adj" fmla="val 4000"/>
            </a:avLst>
          </a:prstGeom>
          <a:solidFill>
            <a:srgbClr val="F6F9FC"/>
          </a:solidFill>
          <a:ln w="9525">
            <a:solidFill>
              <a:srgbClr val="C7D3E6"/>
            </a:solidFill>
          </a:ln>
          <a:effectLst>
            <a:outerShdw blurRad="76200" dist="38100" dir="5400000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0325" y="1207008"/>
            <a:ext cx="56692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132556"/>
                </a:solidFill>
                <a:latin typeface="Arial"/>
                <a:ea typeface="微软雅黑"/>
                <a:cs typeface="Arial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3829" y="1243584"/>
            <a:ext cx="135954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 i="0">
                <a:solidFill>
                  <a:srgbClr val="132556"/>
                </a:solidFill>
                <a:latin typeface="Arial"/>
                <a:ea typeface="微软雅黑"/>
                <a:cs typeface="Arial"/>
              </a:rPr>
              <a:t>设备设施安全管理体系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363829" y="1609344"/>
            <a:ext cx="1359547" cy="0"/>
          </a:xfrm>
          <a:prstGeom prst="line">
            <a:avLst/>
          </a:prstGeom>
          <a:ln w="9525">
            <a:solidFill>
              <a:srgbClr val="C7D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760325" y="1682496"/>
            <a:ext cx="1963050" cy="3072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>
                <a:solidFill>
                  <a:srgbClr val="1D42E1"/>
                </a:solidFill>
                <a:latin typeface="Arial"/>
                <a:ea typeface="微软雅黑"/>
                <a:cs typeface="Arial"/>
              </a:rPr>
              <a:t>管控目标：保障生产设备、安全设施完好有效，杜绝设备故障和失效引发事故；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800" b="1">
                <a:solidFill>
                  <a:srgbClr val="252D30"/>
                </a:solidFill>
                <a:latin typeface="Arial"/>
                <a:ea typeface="微软雅黑"/>
                <a:cs typeface="Arial"/>
              </a:rPr>
              <a:t>核心落地措施，在现有安全管理措施下，增加如下：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800" b="0">
                <a:solidFill>
                  <a:srgbClr val="252D30"/>
                </a:solidFill>
                <a:latin typeface="Arial"/>
                <a:ea typeface="微软雅黑"/>
                <a:cs typeface="Arial"/>
              </a:rPr>
              <a:t>1.设立工厂关键设备设施MSE，熟悉设备构造，维护，常见事故，日常巡查；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800" b="0">
                <a:solidFill>
                  <a:srgbClr val="252D30"/>
                </a:solidFill>
                <a:latin typeface="Arial"/>
                <a:ea typeface="微软雅黑"/>
                <a:cs typeface="Arial"/>
              </a:rPr>
              <a:t>2.  设立工厂设备安全巡检员，进一步完善岗责；负责全厂生产设备、配套辅助设施日常巡回安全检查，排查设备机械、电气、液压、气动、防护装置隐患，跟踪隐患整改，预防设备故障、机械伤害、设备起火等安全事故，落实设备安全常态化管控；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800" b="0">
                <a:solidFill>
                  <a:srgbClr val="252D30"/>
                </a:solidFill>
                <a:latin typeface="Arial"/>
                <a:ea typeface="微软雅黑"/>
                <a:cs typeface="Arial"/>
              </a:rPr>
              <a:t>3.各厂区尽快上线设备管理系统，将设备故障，安全隐患台账，隐患解决纳入设备安全常态化管控。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4443984" y="91440"/>
            <a:ext cx="442569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1" i="0">
                <a:solidFill>
                  <a:srgbClr val="132556"/>
                </a:solidFill>
                <a:latin typeface="Arial"/>
                <a:ea typeface="微软雅黑"/>
                <a:cs typeface="Arial"/>
              </a:rPr>
              <a:t>重塑安全管理体系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786384"/>
            <a:ext cx="3037538" cy="4096511"/>
          </a:xfrm>
          <a:prstGeom prst="roundRect">
            <a:avLst>
              <a:gd name="adj" fmla="val 4000"/>
            </a:avLst>
          </a:prstGeom>
          <a:solidFill>
            <a:srgbClr val="F6F9FC"/>
          </a:solidFill>
          <a:ln w="9525">
            <a:solidFill>
              <a:srgbClr val="C7D3E6"/>
            </a:solidFill>
          </a:ln>
          <a:effectLst>
            <a:outerShdw blurRad="76200" dist="38100" dir="5400000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0623" y="822960"/>
            <a:ext cx="56692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132556"/>
                </a:solidFill>
                <a:latin typeface="Arial"/>
                <a:ea typeface="微软雅黑"/>
                <a:cs typeface="Arial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859536"/>
            <a:ext cx="214142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 i="0">
                <a:solidFill>
                  <a:srgbClr val="132556"/>
                </a:solidFill>
                <a:latin typeface="Arial"/>
                <a:ea typeface="微软雅黑"/>
                <a:cs typeface="Arial"/>
              </a:rPr>
              <a:t>人员安全教育培训体系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24128" y="1225296"/>
            <a:ext cx="2141426" cy="0"/>
          </a:xfrm>
          <a:prstGeom prst="line">
            <a:avLst/>
          </a:prstGeom>
          <a:ln w="9525">
            <a:solidFill>
              <a:srgbClr val="C7D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20623" y="1298448"/>
            <a:ext cx="2744930" cy="34564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>
                <a:solidFill>
                  <a:srgbClr val="1D42E1"/>
                </a:solidFill>
                <a:latin typeface="Arial"/>
                <a:ea typeface="微软雅黑"/>
                <a:cs typeface="Arial"/>
              </a:rPr>
              <a:t>管控目标：杜绝人的不安全行为，提升全员岗位安全履职能力；</a:t>
            </a:r>
          </a:p>
          <a:p>
            <a:pPr algn="l">
              <a:lnSpc>
                <a:spcPct val="120000"/>
              </a:lnSpc>
              <a:spcBef>
                <a:spcPts val="561"/>
              </a:spcBef>
            </a:pPr>
            <a:r>
              <a:rPr sz="800" b="1">
                <a:solidFill>
                  <a:srgbClr val="252D30"/>
                </a:solidFill>
                <a:latin typeface="Arial"/>
                <a:ea typeface="微软雅黑"/>
                <a:cs typeface="Arial"/>
              </a:rPr>
              <a:t>核心落地措施：</a:t>
            </a:r>
          </a:p>
          <a:p>
            <a:pPr algn="l" marL="100584" indent="-100584">
              <a:lnSpc>
                <a:spcPct val="120000"/>
              </a:lnSpc>
              <a:spcBef>
                <a:spcPts val="261"/>
              </a:spcBef>
              <a:buFont typeface="Arial"/>
              <a:buChar char="●"/>
            </a:pPr>
            <a:r>
              <a:rPr sz="800" b="0">
                <a:solidFill>
                  <a:srgbClr val="252D30"/>
                </a:solidFill>
                <a:latin typeface="Arial"/>
                <a:ea typeface="微软雅黑"/>
                <a:cs typeface="Arial"/>
              </a:rPr>
              <a:t>新员工严格落实厂级、车间级、班组级三级安全教育培训；</a:t>
            </a:r>
          </a:p>
          <a:p>
            <a:pPr algn="l" marL="100584" indent="-100584">
              <a:lnSpc>
                <a:spcPct val="120000"/>
              </a:lnSpc>
              <a:spcBef>
                <a:spcPts val="261"/>
              </a:spcBef>
              <a:buFont typeface="Arial"/>
              <a:buChar char="●"/>
            </a:pPr>
            <a:r>
              <a:rPr sz="800" b="0">
                <a:solidFill>
                  <a:srgbClr val="252D30"/>
                </a:solidFill>
                <a:latin typeface="Arial"/>
                <a:ea typeface="微软雅黑"/>
                <a:cs typeface="Arial"/>
              </a:rPr>
              <a:t>高风险设备，高风险操作提升自动化水平，并提升保护层级，减少人员直接参与操作；</a:t>
            </a:r>
          </a:p>
          <a:p>
            <a:pPr algn="l" marL="100584" indent="-100584">
              <a:lnSpc>
                <a:spcPct val="120000"/>
              </a:lnSpc>
              <a:spcBef>
                <a:spcPts val="261"/>
              </a:spcBef>
              <a:buFont typeface="Arial"/>
              <a:buChar char="●"/>
            </a:pPr>
            <a:r>
              <a:rPr sz="800" b="0">
                <a:solidFill>
                  <a:srgbClr val="252D30"/>
                </a:solidFill>
                <a:latin typeface="Arial"/>
                <a:ea typeface="微软雅黑"/>
                <a:cs typeface="Arial"/>
              </a:rPr>
              <a:t>增加专项培训，增加常态化复训频率，包括一线员工，车间管理人员，EHS安全相关岗位人员；</a:t>
            </a:r>
          </a:p>
          <a:p>
            <a:pPr algn="l" marL="100584" indent="-100584">
              <a:lnSpc>
                <a:spcPct val="120000"/>
              </a:lnSpc>
              <a:spcBef>
                <a:spcPts val="261"/>
              </a:spcBef>
              <a:buFont typeface="Arial"/>
              <a:buChar char="●"/>
            </a:pPr>
            <a:r>
              <a:rPr sz="800" b="0">
                <a:solidFill>
                  <a:srgbClr val="252D30"/>
                </a:solidFill>
                <a:latin typeface="Arial"/>
                <a:ea typeface="微软雅黑"/>
                <a:cs typeface="Arial"/>
              </a:rPr>
              <a:t>车间一线员工，必须是化工，制药相关专业背景，大专及以上学历，现有不满足学历和专业要求员工，在半年时间内进行培训，考核，不通过进行调岗；</a:t>
            </a:r>
          </a:p>
          <a:p>
            <a:pPr algn="l" marL="100584" indent="-100584">
              <a:lnSpc>
                <a:spcPct val="120000"/>
              </a:lnSpc>
              <a:spcBef>
                <a:spcPts val="261"/>
              </a:spcBef>
              <a:buFont typeface="Arial"/>
              <a:buChar char="●"/>
            </a:pPr>
            <a:r>
              <a:rPr sz="800" b="0">
                <a:solidFill>
                  <a:srgbClr val="252D30"/>
                </a:solidFill>
                <a:latin typeface="Arial"/>
                <a:ea typeface="微软雅黑"/>
                <a:cs typeface="Arial"/>
              </a:rPr>
              <a:t>针对安全管理人员开展专项安全管理能力提升培训；</a:t>
            </a:r>
          </a:p>
          <a:p>
            <a:pPr algn="l" marL="100584" indent="-100584">
              <a:lnSpc>
                <a:spcPct val="120000"/>
              </a:lnSpc>
              <a:spcBef>
                <a:spcPts val="261"/>
              </a:spcBef>
              <a:buFont typeface="Arial"/>
              <a:buChar char="●"/>
            </a:pPr>
            <a:r>
              <a:rPr sz="800" b="0">
                <a:solidFill>
                  <a:srgbClr val="252D30"/>
                </a:solidFill>
                <a:latin typeface="Arial"/>
                <a:ea typeface="微软雅黑"/>
                <a:cs typeface="Arial"/>
              </a:rPr>
              <a:t>在工厂增加安全培训专岗，统筹和组织安全培训实施，支持工厂安全培训体系工作开展</a:t>
            </a:r>
          </a:p>
          <a:p>
            <a:pPr algn="l" marL="100584" indent="-100584">
              <a:lnSpc>
                <a:spcPct val="120000"/>
              </a:lnSpc>
              <a:spcBef>
                <a:spcPts val="261"/>
              </a:spcBef>
              <a:buFont typeface="Arial"/>
              <a:buChar char="●"/>
            </a:pPr>
            <a:r>
              <a:rPr sz="800" b="0">
                <a:solidFill>
                  <a:srgbClr val="252D30"/>
                </a:solidFill>
                <a:latin typeface="Arial"/>
                <a:ea typeface="微软雅黑"/>
                <a:cs typeface="Arial"/>
              </a:rPr>
              <a:t>车间生产组织形式变更，讨论；在小分子生产车间，实施按工段定岗为主，建立工段定岗责任制，正常生产状态操作人员固定所属工段，承担本工段设备操作、巡检、属地安全管理；车间项目变化很快，工艺变化很快，将实施危险反应，危险工艺，危险化学品的反应釜，设备相对固定，相应人员固定；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31314" y="786384"/>
            <a:ext cx="2610149" cy="4096511"/>
          </a:xfrm>
          <a:prstGeom prst="roundRect">
            <a:avLst>
              <a:gd name="adj" fmla="val 4000"/>
            </a:avLst>
          </a:prstGeom>
          <a:solidFill>
            <a:srgbClr val="F6F9FC"/>
          </a:solidFill>
          <a:ln w="9525">
            <a:solidFill>
              <a:srgbClr val="C7D3E6"/>
            </a:solidFill>
          </a:ln>
          <a:effectLst>
            <a:outerShdw blurRad="76200" dist="38100" dir="5400000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7618" y="822960"/>
            <a:ext cx="56692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132556"/>
                </a:solidFill>
                <a:latin typeface="Arial"/>
                <a:ea typeface="微软雅黑"/>
                <a:cs typeface="Arial"/>
              </a:rPr>
              <a:t>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81122" y="859536"/>
            <a:ext cx="171403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 i="0">
                <a:solidFill>
                  <a:srgbClr val="132556"/>
                </a:solidFill>
                <a:latin typeface="Arial"/>
                <a:ea typeface="微软雅黑"/>
                <a:cs typeface="Arial"/>
              </a:rPr>
              <a:t>应急管理体系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281122" y="1225296"/>
            <a:ext cx="1714037" cy="0"/>
          </a:xfrm>
          <a:prstGeom prst="line">
            <a:avLst/>
          </a:prstGeom>
          <a:ln w="9525">
            <a:solidFill>
              <a:srgbClr val="C7D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677618" y="1298448"/>
            <a:ext cx="2317541" cy="34564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>
                <a:solidFill>
                  <a:srgbClr val="1D42E1"/>
                </a:solidFill>
                <a:latin typeface="Arial"/>
                <a:ea typeface="微软雅黑"/>
                <a:cs typeface="Arial"/>
              </a:rPr>
              <a:t>管控目标：快速处置突发事故，最大限度降低人员伤亡和财产损失；</a:t>
            </a:r>
          </a:p>
          <a:p>
            <a:pPr algn="l" marL="100584" indent="-100584">
              <a:lnSpc>
                <a:spcPct val="120000"/>
              </a:lnSpc>
              <a:spcBef>
                <a:spcPts val="196"/>
              </a:spcBef>
              <a:buFont typeface="Arial"/>
              <a:buChar char="●"/>
            </a:pPr>
            <a:r>
              <a:rPr sz="800" b="0">
                <a:solidFill>
                  <a:srgbClr val="252D30"/>
                </a:solidFill>
                <a:latin typeface="Arial"/>
                <a:ea typeface="微软雅黑"/>
                <a:cs typeface="Arial"/>
              </a:rPr>
              <a:t>健全综合应急预案、专项应急预案、岗位现场处置方案三级预案体系</a:t>
            </a:r>
          </a:p>
          <a:p>
            <a:pPr algn="l" marL="100584" indent="-100584">
              <a:lnSpc>
                <a:spcPct val="120000"/>
              </a:lnSpc>
              <a:spcBef>
                <a:spcPts val="196"/>
              </a:spcBef>
              <a:buFont typeface="Arial"/>
              <a:buChar char="●"/>
            </a:pPr>
            <a:r>
              <a:rPr sz="800" b="0">
                <a:solidFill>
                  <a:srgbClr val="252D30"/>
                </a:solidFill>
                <a:latin typeface="Arial"/>
                <a:ea typeface="微软雅黑"/>
                <a:cs typeface="Arial"/>
              </a:rPr>
              <a:t>应急物资与专业应急救援物资对齐，对消防救援材料，与当地消防部门联动，进行储备；</a:t>
            </a:r>
          </a:p>
          <a:p>
            <a:pPr algn="l" marL="100584" indent="-100584">
              <a:lnSpc>
                <a:spcPct val="120000"/>
              </a:lnSpc>
              <a:spcBef>
                <a:spcPts val="196"/>
              </a:spcBef>
              <a:buFont typeface="Arial"/>
              <a:buChar char="●"/>
            </a:pPr>
            <a:r>
              <a:rPr sz="800" b="0">
                <a:solidFill>
                  <a:srgbClr val="252D30"/>
                </a:solidFill>
                <a:latin typeface="Arial"/>
                <a:ea typeface="微软雅黑"/>
                <a:cs typeface="Arial"/>
              </a:rPr>
              <a:t>组建工厂专职、兼职应急救援队伍，明确岗位职责，车间义务消防员比例大于40%，确保每班至少两名义务消防员配置；</a:t>
            </a:r>
          </a:p>
          <a:p>
            <a:pPr algn="l" marL="100584" indent="-100584">
              <a:lnSpc>
                <a:spcPct val="120000"/>
              </a:lnSpc>
              <a:spcBef>
                <a:spcPts val="196"/>
              </a:spcBef>
              <a:buFont typeface="Arial"/>
              <a:buChar char="●"/>
            </a:pPr>
            <a:r>
              <a:rPr sz="800" b="0">
                <a:solidFill>
                  <a:srgbClr val="252D30"/>
                </a:solidFill>
                <a:latin typeface="Arial"/>
                <a:ea typeface="微软雅黑"/>
                <a:cs typeface="Arial"/>
              </a:rPr>
              <a:t>每年至少开展两次泄漏、火灾、爆炸、中毒等实战化应急演练，该演练按车间，班组，厂内救援队伍为单位实施；每人均需实操相应设备，器具；</a:t>
            </a:r>
          </a:p>
          <a:p>
            <a:pPr algn="l" marL="100584" indent="-100584">
              <a:lnSpc>
                <a:spcPct val="120000"/>
              </a:lnSpc>
              <a:spcBef>
                <a:spcPts val="196"/>
              </a:spcBef>
              <a:buFont typeface="Arial"/>
              <a:buChar char="●"/>
            </a:pPr>
            <a:r>
              <a:rPr sz="800" b="0">
                <a:solidFill>
                  <a:srgbClr val="252D30"/>
                </a:solidFill>
                <a:latin typeface="Arial"/>
                <a:ea typeface="微软雅黑"/>
                <a:cs typeface="Arial"/>
              </a:rPr>
              <a:t>每次演练后开展复盘评估，优化预案及处置流程；</a:t>
            </a:r>
          </a:p>
          <a:p>
            <a:pPr algn="l" marL="100584" indent="-100584">
              <a:lnSpc>
                <a:spcPct val="120000"/>
              </a:lnSpc>
              <a:spcBef>
                <a:spcPts val="196"/>
              </a:spcBef>
              <a:buFont typeface="Arial"/>
              <a:buChar char="●"/>
            </a:pPr>
            <a:r>
              <a:rPr sz="800" b="0">
                <a:solidFill>
                  <a:srgbClr val="252D30"/>
                </a:solidFill>
                <a:latin typeface="Arial"/>
                <a:ea typeface="微软雅黑"/>
                <a:cs typeface="Arial"/>
              </a:rPr>
              <a:t>建立与消防、医院、应急管理部门的外部应急联动机制；</a:t>
            </a:r>
          </a:p>
          <a:p>
            <a:pPr algn="l" marL="100584" indent="-100584">
              <a:lnSpc>
                <a:spcPct val="120000"/>
              </a:lnSpc>
              <a:spcBef>
                <a:spcPts val="196"/>
              </a:spcBef>
              <a:buFont typeface="Arial"/>
              <a:buChar char="●"/>
            </a:pPr>
            <a:r>
              <a:rPr sz="800" b="0">
                <a:solidFill>
                  <a:srgbClr val="252D30"/>
                </a:solidFill>
                <a:latin typeface="Arial"/>
                <a:ea typeface="微软雅黑"/>
                <a:cs typeface="Arial"/>
              </a:rPr>
              <a:t>规范事故上报、现场警戒、人员疏散、现场处置全流程。</a:t>
            </a:r>
          </a:p>
          <a:p>
            <a:pPr algn="l" marL="100584" indent="-100584">
              <a:lnSpc>
                <a:spcPct val="120000"/>
              </a:lnSpc>
              <a:spcBef>
                <a:spcPts val="196"/>
              </a:spcBef>
              <a:buFont typeface="Arial"/>
              <a:buChar char="●"/>
            </a:pPr>
            <a:r>
              <a:rPr sz="800" b="0">
                <a:solidFill>
                  <a:srgbClr val="252D30"/>
                </a:solidFill>
                <a:latin typeface="Arial"/>
                <a:ea typeface="微软雅黑"/>
                <a:cs typeface="Arial"/>
              </a:rPr>
              <a:t>工厂按班组配备足够对讲机，降低防爆手机使用比例；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60919" y="786384"/>
            <a:ext cx="2508760" cy="3163823"/>
          </a:xfrm>
          <a:prstGeom prst="roundRect">
            <a:avLst>
              <a:gd name="adj" fmla="val 4000"/>
            </a:avLst>
          </a:prstGeom>
          <a:solidFill>
            <a:srgbClr val="F6F9FC"/>
          </a:solidFill>
          <a:ln w="9525">
            <a:solidFill>
              <a:srgbClr val="C7D3E6"/>
            </a:solidFill>
          </a:ln>
          <a:effectLst>
            <a:outerShdw blurRad="76200" dist="38100" dir="5400000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07223" y="822960"/>
            <a:ext cx="56692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132556"/>
                </a:solidFill>
                <a:latin typeface="Arial"/>
                <a:ea typeface="微软雅黑"/>
                <a:cs typeface="Arial"/>
              </a:rPr>
              <a:t>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0727" y="859536"/>
            <a:ext cx="161264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 i="0">
                <a:solidFill>
                  <a:srgbClr val="132556"/>
                </a:solidFill>
                <a:latin typeface="Arial"/>
                <a:ea typeface="微软雅黑"/>
                <a:cs typeface="Arial"/>
              </a:rPr>
              <a:t>安全管理制度落地和执行监督体系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110727" y="1225296"/>
            <a:ext cx="1612649" cy="0"/>
          </a:xfrm>
          <a:prstGeom prst="line">
            <a:avLst/>
          </a:prstGeom>
          <a:ln w="9525">
            <a:solidFill>
              <a:srgbClr val="C7D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507223" y="1298448"/>
            <a:ext cx="2216152" cy="25237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>
                <a:solidFill>
                  <a:srgbClr val="1D42E1"/>
                </a:solidFill>
                <a:latin typeface="Arial"/>
                <a:ea typeface="微软雅黑"/>
                <a:cs typeface="Arial"/>
              </a:rPr>
              <a:t>管控目标：破除制度纸面化，实现安全制度刚性落地、有效执行</a:t>
            </a:r>
          </a:p>
          <a:p>
            <a:pPr algn="l" marL="100584" indent="-100584">
              <a:lnSpc>
                <a:spcPct val="120000"/>
              </a:lnSpc>
              <a:buFont typeface="Arial"/>
              <a:buChar char="●"/>
            </a:pPr>
            <a:r>
              <a:rPr sz="800" b="0">
                <a:solidFill>
                  <a:srgbClr val="252D30"/>
                </a:solidFill>
                <a:latin typeface="Arial"/>
                <a:ea typeface="微软雅黑"/>
                <a:cs typeface="Arial"/>
              </a:rPr>
              <a:t>全员安全责任制：各岗位具体安全职责、工作标准和追责机制，签订安全生产责任书，实现“人人有责、人人尽责、失职追责”。</a:t>
            </a:r>
          </a:p>
          <a:p>
            <a:pPr algn="l" marL="100584" indent="-100584">
              <a:lnSpc>
                <a:spcPct val="120000"/>
              </a:lnSpc>
              <a:buFont typeface="Arial"/>
              <a:buChar char="●"/>
            </a:pPr>
            <a:r>
              <a:rPr sz="800" b="0">
                <a:solidFill>
                  <a:srgbClr val="252D30"/>
                </a:solidFill>
                <a:latin typeface="Arial"/>
                <a:ea typeface="微软雅黑"/>
                <a:cs typeface="Arial"/>
              </a:rPr>
              <a:t>EHS，车间管理人员增加现场巡检频次和力度，对违章、违规行为零容忍，发现，制止，处罚，尽快全员通报，震慑，确保各项安全制度、操作规程落地执行;</a:t>
            </a:r>
          </a:p>
          <a:p>
            <a:pPr algn="l" marL="100584" indent="-100584">
              <a:lnSpc>
                <a:spcPct val="120000"/>
              </a:lnSpc>
              <a:buFont typeface="Arial"/>
              <a:buChar char="●"/>
            </a:pPr>
            <a:r>
              <a:rPr sz="800" b="0">
                <a:solidFill>
                  <a:srgbClr val="252D30"/>
                </a:solidFill>
                <a:latin typeface="Arial"/>
                <a:ea typeface="微软雅黑"/>
                <a:cs typeface="Arial"/>
              </a:rPr>
              <a:t>建立从班组，车间，厂房，厂长，EHS的多级监督机制；</a:t>
            </a:r>
          </a:p>
          <a:p>
            <a:pPr algn="l" marL="100584" indent="-100584">
              <a:lnSpc>
                <a:spcPct val="120000"/>
              </a:lnSpc>
              <a:buFont typeface="Arial"/>
              <a:buChar char="●"/>
            </a:pPr>
            <a:r>
              <a:rPr sz="800" b="0">
                <a:solidFill>
                  <a:srgbClr val="252D30"/>
                </a:solidFill>
                <a:latin typeface="Arial"/>
                <a:ea typeface="微软雅黑"/>
                <a:cs typeface="Arial"/>
              </a:rPr>
              <a:t>制定工厂安全管理人员，EHS安全巡查人员比例要求，工厂按该要求实施；</a:t>
            </a:r>
          </a:p>
          <a:p>
            <a:pPr algn="l" marL="100584" indent="-100584">
              <a:lnSpc>
                <a:spcPct val="120000"/>
              </a:lnSpc>
              <a:buFont typeface="Arial"/>
              <a:buChar char="●"/>
            </a:pPr>
            <a:r>
              <a:rPr sz="800" b="0">
                <a:solidFill>
                  <a:srgbClr val="252D30"/>
                </a:solidFill>
                <a:latin typeface="Arial"/>
                <a:ea typeface="微软雅黑"/>
                <a:cs typeface="Arial"/>
              </a:rPr>
              <a:t>对车间管理人员，EHS安全巡查人员增加明确隐患，违章排查每月KPI，必须发现多少安全隐患和违章行为；</a:t>
            </a:r>
          </a:p>
          <a:p>
            <a:pPr algn="l" marL="100584" indent="-100584">
              <a:lnSpc>
                <a:spcPct val="120000"/>
              </a:lnSpc>
              <a:buFont typeface="Arial"/>
              <a:buChar char="●"/>
            </a:pPr>
            <a:r>
              <a:rPr sz="800" b="0">
                <a:solidFill>
                  <a:srgbClr val="252D30"/>
                </a:solidFill>
                <a:latin typeface="Arial"/>
                <a:ea typeface="微软雅黑"/>
                <a:cs typeface="Arial"/>
              </a:rPr>
              <a:t>畅通员工安全监督、隐患举报渠道，鼓励全员参与安全管理；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60919" y="4096511"/>
            <a:ext cx="2508760" cy="786384"/>
          </a:xfrm>
          <a:prstGeom prst="roundRect">
            <a:avLst>
              <a:gd name="adj" fmla="val 4000"/>
            </a:avLst>
          </a:prstGeom>
          <a:solidFill>
            <a:srgbClr val="EDF2FA"/>
          </a:solidFill>
          <a:ln w="9525">
            <a:solidFill>
              <a:srgbClr val="C7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07223" y="4096511"/>
            <a:ext cx="548640" cy="24993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499" b="1" i="0">
                <a:solidFill>
                  <a:srgbClr val="132556"/>
                </a:solidFill>
                <a:latin typeface="Arial"/>
                <a:ea typeface="微软雅黑"/>
                <a:cs typeface="Arial"/>
              </a:rPr>
              <a:t>07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74151" y="4096511"/>
            <a:ext cx="1649224" cy="24993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1" i="0">
                <a:solidFill>
                  <a:srgbClr val="132556"/>
                </a:solidFill>
                <a:latin typeface="Arial"/>
                <a:ea typeface="微软雅黑"/>
                <a:cs typeface="Arial"/>
              </a:rPr>
              <a:t>特殊作业安全管控体系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7223" y="4364735"/>
            <a:ext cx="548640" cy="24993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499" b="1" i="0">
                <a:solidFill>
                  <a:srgbClr val="132556"/>
                </a:solidFill>
                <a:latin typeface="Arial"/>
                <a:ea typeface="微软雅黑"/>
                <a:cs typeface="Arial"/>
              </a:rPr>
              <a:t>08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74151" y="4364735"/>
            <a:ext cx="1649224" cy="24993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1" i="0">
                <a:solidFill>
                  <a:srgbClr val="132556"/>
                </a:solidFill>
                <a:latin typeface="Arial"/>
                <a:ea typeface="微软雅黑"/>
                <a:cs typeface="Arial"/>
              </a:rPr>
              <a:t>职业卫生与劳动保护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07223" y="4632959"/>
            <a:ext cx="548640" cy="24993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499" b="1" i="0">
                <a:solidFill>
                  <a:srgbClr val="132556"/>
                </a:solidFill>
                <a:latin typeface="Arial"/>
                <a:ea typeface="微软雅黑"/>
                <a:cs typeface="Arial"/>
              </a:rPr>
              <a:t>09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74151" y="4632959"/>
            <a:ext cx="1649224" cy="24993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1" i="0">
                <a:solidFill>
                  <a:srgbClr val="132556"/>
                </a:solidFill>
                <a:latin typeface="Arial"/>
                <a:ea typeface="微软雅黑"/>
                <a:cs typeface="Arial"/>
              </a:rPr>
              <a:t>工艺安全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ct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fld id="{FAEDECE0-B3E3-4E93-9B91-9F10B30F5B07}" type="slidenum"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Arial" panose="020B0604020202020204" pitchFamily="34" charset="0"/>
              </a:rPr>
            </a:fld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443984" y="91440"/>
            <a:ext cx="442569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1" i="0">
                <a:solidFill>
                  <a:srgbClr val="132556"/>
                </a:solidFill>
                <a:latin typeface="Arial"/>
                <a:ea typeface="微软雅黑"/>
                <a:cs typeface="Arial"/>
              </a:rPr>
              <a:t>200L 桶事故整改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1999" y="768096"/>
            <a:ext cx="0" cy="3703320"/>
          </a:xfrm>
          <a:prstGeom prst="line">
            <a:avLst/>
          </a:prstGeom>
          <a:ln w="11906">
            <a:solidFill>
              <a:srgbClr val="1D42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74320" y="713232"/>
            <a:ext cx="3685031" cy="95274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8572">
            <a:solidFill>
              <a:srgbClr val="C7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8328" y="777240"/>
            <a:ext cx="3557015" cy="8247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64008" indent="-64008">
              <a:lnSpc>
                <a:spcPct val="110000"/>
              </a:lnSpc>
              <a:buFont typeface="Arial"/>
              <a:buChar char="●"/>
            </a:pPr>
            <a:r>
              <a:rPr sz="710" b="0">
                <a:solidFill>
                  <a:srgbClr val="252D30"/>
                </a:solidFill>
                <a:latin typeface="Arial"/>
                <a:ea typeface="微软雅黑"/>
                <a:cs typeface="Arial"/>
              </a:rPr>
              <a:t>TJ1、TJ4、公斤级实验室禁止使用可燃溶剂200L包装进入车间</a:t>
            </a:r>
          </a:p>
          <a:p>
            <a:pPr algn="l" marL="64008" indent="-64008">
              <a:lnSpc>
                <a:spcPct val="110000"/>
              </a:lnSpc>
              <a:spcBef>
                <a:spcPts val="1"/>
              </a:spcBef>
              <a:buFont typeface="Arial"/>
              <a:buChar char="●"/>
            </a:pPr>
            <a:r>
              <a:rPr sz="710" b="0">
                <a:solidFill>
                  <a:srgbClr val="252D30"/>
                </a:solidFill>
                <a:latin typeface="Arial"/>
                <a:ea typeface="微软雅黑"/>
                <a:cs typeface="Arial"/>
              </a:rPr>
              <a:t>全面取缔使用桶或槽接收动态的离心或压力操作的母液</a:t>
            </a:r>
          </a:p>
          <a:p>
            <a:pPr algn="l" marL="64008" indent="-64008">
              <a:lnSpc>
                <a:spcPct val="110000"/>
              </a:lnSpc>
              <a:spcBef>
                <a:spcPts val="1"/>
              </a:spcBef>
              <a:buFont typeface="Arial"/>
              <a:buChar char="●"/>
            </a:pPr>
            <a:r>
              <a:rPr sz="710" b="0">
                <a:solidFill>
                  <a:srgbClr val="252D30"/>
                </a:solidFill>
                <a:latin typeface="Arial"/>
                <a:ea typeface="微软雅黑"/>
                <a:cs typeface="Arial"/>
              </a:rPr>
              <a:t>杜绝使用塑料，四氟材料桶装酸性废液；不具备条件厂区，升级塑料桶放桶操作硬件</a:t>
            </a:r>
          </a:p>
          <a:p>
            <a:pPr algn="l" marL="64008" indent="-64008">
              <a:lnSpc>
                <a:spcPct val="110000"/>
              </a:lnSpc>
              <a:spcBef>
                <a:spcPts val="1"/>
              </a:spcBef>
              <a:buFont typeface="Arial"/>
              <a:buChar char="●"/>
            </a:pPr>
            <a:r>
              <a:rPr sz="710" b="0">
                <a:solidFill>
                  <a:srgbClr val="252D30"/>
                </a:solidFill>
                <a:latin typeface="Arial"/>
                <a:ea typeface="微软雅黑"/>
                <a:cs typeface="Arial"/>
              </a:rPr>
              <a:t>尽最大可能减少周转桶进入车间转移废水，废水，废溶剂；</a:t>
            </a:r>
          </a:p>
          <a:p>
            <a:pPr algn="l" marL="64008" indent="-64008">
              <a:lnSpc>
                <a:spcPct val="110000"/>
              </a:lnSpc>
              <a:spcBef>
                <a:spcPts val="1"/>
              </a:spcBef>
              <a:buFont typeface="Arial"/>
              <a:buChar char="●"/>
            </a:pPr>
            <a:r>
              <a:rPr sz="710" b="0">
                <a:solidFill>
                  <a:srgbClr val="252D30"/>
                </a:solidFill>
                <a:latin typeface="Arial"/>
                <a:ea typeface="微软雅黑"/>
                <a:cs typeface="Arial"/>
              </a:rPr>
              <a:t>明确废液间的标准配置</a:t>
            </a:r>
          </a:p>
          <a:p>
            <a:pPr algn="l" marL="64008" indent="-64008">
              <a:lnSpc>
                <a:spcPct val="110000"/>
              </a:lnSpc>
              <a:spcBef>
                <a:spcPts val="1"/>
              </a:spcBef>
              <a:buFont typeface="Arial"/>
              <a:buChar char="●"/>
            </a:pPr>
            <a:r>
              <a:rPr sz="710" b="0">
                <a:solidFill>
                  <a:srgbClr val="252D30"/>
                </a:solidFill>
                <a:latin typeface="Arial"/>
                <a:ea typeface="微软雅黑"/>
                <a:cs typeface="Arial"/>
              </a:rPr>
              <a:t>建立自动化充氮及自动化灌装设备；配备氧含量监测，压力表</a:t>
            </a:r>
          </a:p>
          <a:p>
            <a:pPr algn="l" marL="64008" indent="-64008">
              <a:lnSpc>
                <a:spcPct val="110000"/>
              </a:lnSpc>
              <a:spcBef>
                <a:spcPts val="1"/>
              </a:spcBef>
              <a:buFont typeface="Arial"/>
              <a:buChar char="●"/>
            </a:pPr>
            <a:r>
              <a:rPr sz="710" b="0">
                <a:solidFill>
                  <a:srgbClr val="252D30"/>
                </a:solidFill>
                <a:latin typeface="Arial"/>
                <a:ea typeface="微软雅黑"/>
                <a:cs typeface="Arial"/>
              </a:rPr>
              <a:t>200L桶加料标准化：氮气流速、泵的选型、尾气连接方式、插底管安装标准等。</a:t>
            </a:r>
          </a:p>
          <a:p>
            <a:pPr algn="l" marL="64008" indent="-64008">
              <a:lnSpc>
                <a:spcPct val="110000"/>
              </a:lnSpc>
              <a:spcBef>
                <a:spcPts val="1"/>
              </a:spcBef>
              <a:buFont typeface="Arial"/>
              <a:buChar char="●"/>
            </a:pPr>
            <a:r>
              <a:rPr sz="710" b="0">
                <a:solidFill>
                  <a:srgbClr val="252D30"/>
                </a:solidFill>
                <a:latin typeface="Arial"/>
                <a:ea typeface="微软雅黑"/>
                <a:cs typeface="Arial"/>
              </a:rPr>
              <a:t>公司制度要求：酸性溶剂使用塑料/四氟桶需厂长审批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14215" y="869565"/>
            <a:ext cx="530352" cy="640080"/>
          </a:xfrm>
          <a:prstGeom prst="roundRect">
            <a:avLst>
              <a:gd name="adj" fmla="val 5000"/>
            </a:avLst>
          </a:prstGeom>
          <a:solidFill>
            <a:srgbClr val="EDF2FA"/>
          </a:solidFill>
          <a:ln w="8572">
            <a:solidFill>
              <a:srgbClr val="1D42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59935" y="887853"/>
            <a:ext cx="438911" cy="603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749" b="1" i="0">
                <a:solidFill>
                  <a:srgbClr val="132556"/>
                </a:solidFill>
                <a:latin typeface="Arial"/>
                <a:ea typeface="微软雅黑"/>
                <a:cs typeface="Arial"/>
              </a:rPr>
              <a:t>车间200L桶&amp;方槽使用管理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44567" y="1189605"/>
            <a:ext cx="27432" cy="0"/>
          </a:xfrm>
          <a:prstGeom prst="line">
            <a:avLst/>
          </a:prstGeom>
          <a:ln w="8572">
            <a:solidFill>
              <a:srgbClr val="C7D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74320" y="1702554"/>
            <a:ext cx="3685031" cy="95274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8572">
            <a:solidFill>
              <a:srgbClr val="C7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" y="1766562"/>
            <a:ext cx="3557015" cy="8247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64008" indent="-64008">
              <a:lnSpc>
                <a:spcPct val="110000"/>
              </a:lnSpc>
              <a:buFont typeface="Arial"/>
              <a:buChar char="●"/>
            </a:pPr>
            <a:r>
              <a:rPr sz="710" b="0">
                <a:solidFill>
                  <a:srgbClr val="252D30"/>
                </a:solidFill>
                <a:latin typeface="Arial"/>
                <a:ea typeface="微软雅黑"/>
                <a:cs typeface="Arial"/>
              </a:rPr>
              <a:t>TJ1、TJ4全部更换为铪氏合金离心机/压滤罐；其它厂区新采购设备更换为铪氏合金设备。已安装衬塑设备工厂评估是否更换，提供整改概算和整改时间表；如果不更换，保护措施是否足够，集团EHS审批。</a:t>
            </a:r>
          </a:p>
          <a:p>
            <a:pPr algn="l" marL="64008" indent="-64008">
              <a:lnSpc>
                <a:spcPct val="110000"/>
              </a:lnSpc>
              <a:spcBef>
                <a:spcPts val="2"/>
              </a:spcBef>
              <a:buFont typeface="Arial"/>
              <a:buChar char="●"/>
            </a:pPr>
            <a:r>
              <a:rPr sz="710" b="0">
                <a:solidFill>
                  <a:srgbClr val="252D30"/>
                </a:solidFill>
                <a:latin typeface="Arial"/>
                <a:ea typeface="微软雅黑"/>
                <a:cs typeface="Arial"/>
              </a:rPr>
              <a:t>工艺中杜绝酸性体系离心、过滤后严禁使用纯溶剂直接淋洗。如果必须使用纯溶剂淋洗，所有设备、管路及接收设备必须使用铪氏合金材质。</a:t>
            </a:r>
          </a:p>
          <a:p>
            <a:pPr algn="l" marL="64008" indent="-64008">
              <a:lnSpc>
                <a:spcPct val="110000"/>
              </a:lnSpc>
              <a:spcBef>
                <a:spcPts val="2"/>
              </a:spcBef>
              <a:buFont typeface="Arial"/>
              <a:buChar char="●"/>
            </a:pPr>
            <a:r>
              <a:rPr sz="710" b="0">
                <a:solidFill>
                  <a:srgbClr val="252D30"/>
                </a:solidFill>
                <a:latin typeface="Arial"/>
                <a:ea typeface="微软雅黑"/>
                <a:cs typeface="Arial"/>
              </a:rPr>
              <a:t>取缔衬塑插底管，更换为铪氏合金插底管，连接静电接地；</a:t>
            </a:r>
          </a:p>
          <a:p>
            <a:pPr algn="l" marL="64008" indent="-64008">
              <a:lnSpc>
                <a:spcPct val="110000"/>
              </a:lnSpc>
              <a:spcBef>
                <a:spcPts val="2"/>
              </a:spcBef>
              <a:buFont typeface="Arial"/>
              <a:buChar char="●"/>
            </a:pPr>
            <a:r>
              <a:rPr sz="710" b="0">
                <a:solidFill>
                  <a:srgbClr val="252D30"/>
                </a:solidFill>
                <a:latin typeface="Arial"/>
                <a:ea typeface="微软雅黑"/>
                <a:cs typeface="Arial"/>
              </a:rPr>
              <a:t>GMP车间减少塑料管使用；酸性体系转移，使用内衬halo材质管路；</a:t>
            </a:r>
          </a:p>
          <a:p>
            <a:pPr algn="l" marL="64008" indent="-64008">
              <a:lnSpc>
                <a:spcPct val="110000"/>
              </a:lnSpc>
              <a:spcBef>
                <a:spcPts val="2"/>
              </a:spcBef>
              <a:buFont typeface="Arial"/>
              <a:buChar char="●"/>
            </a:pPr>
            <a:r>
              <a:rPr sz="710" b="0">
                <a:solidFill>
                  <a:srgbClr val="252D30"/>
                </a:solidFill>
                <a:latin typeface="Arial"/>
                <a:ea typeface="微软雅黑"/>
                <a:cs typeface="Arial"/>
              </a:rPr>
              <a:t>反应釜配置滴加罐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14215" y="1858887"/>
            <a:ext cx="530352" cy="640080"/>
          </a:xfrm>
          <a:prstGeom prst="roundRect">
            <a:avLst>
              <a:gd name="adj" fmla="val 5000"/>
            </a:avLst>
          </a:prstGeom>
          <a:solidFill>
            <a:srgbClr val="EDF2FA"/>
          </a:solidFill>
          <a:ln w="8572">
            <a:solidFill>
              <a:srgbClr val="1D42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59935" y="1877175"/>
            <a:ext cx="438911" cy="603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749" b="1" i="0">
                <a:solidFill>
                  <a:srgbClr val="132556"/>
                </a:solidFill>
                <a:latin typeface="Arial"/>
                <a:ea typeface="微软雅黑"/>
                <a:cs typeface="Arial"/>
              </a:rPr>
              <a:t>衬塑设备管理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44567" y="2178927"/>
            <a:ext cx="27432" cy="0"/>
          </a:xfrm>
          <a:prstGeom prst="line">
            <a:avLst/>
          </a:prstGeom>
          <a:ln w="8572">
            <a:solidFill>
              <a:srgbClr val="C7D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74320" y="2691876"/>
            <a:ext cx="3685031" cy="849695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8572">
            <a:solidFill>
              <a:srgbClr val="C7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" y="2755884"/>
            <a:ext cx="3557015" cy="7216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64008" indent="-64008">
              <a:lnSpc>
                <a:spcPct val="110000"/>
              </a:lnSpc>
              <a:buFont typeface="Arial"/>
              <a:buChar char="●"/>
            </a:pPr>
            <a:r>
              <a:rPr sz="710" b="0">
                <a:solidFill>
                  <a:srgbClr val="252D30"/>
                </a:solidFill>
                <a:latin typeface="Arial"/>
                <a:ea typeface="微软雅黑"/>
                <a:cs typeface="Arial"/>
              </a:rPr>
              <a:t>储罐，设备上必须使用白钢氮气管路，禁止使用软管连接</a:t>
            </a:r>
          </a:p>
          <a:p>
            <a:pPr algn="l" marL="64008" indent="-64008">
              <a:lnSpc>
                <a:spcPct val="110000"/>
              </a:lnSpc>
              <a:spcBef>
                <a:spcPts val="2"/>
              </a:spcBef>
              <a:buFont typeface="Arial"/>
              <a:buChar char="●"/>
            </a:pPr>
            <a:r>
              <a:rPr sz="710" b="0">
                <a:solidFill>
                  <a:srgbClr val="252D30"/>
                </a:solidFill>
                <a:latin typeface="Arial"/>
                <a:ea typeface="微软雅黑"/>
                <a:cs typeface="Arial"/>
              </a:rPr>
              <a:t>车间内氮气接口不足问题，工厂整改，增加氮气源接口，或者使用氮气排解决；每条氮气管路上，必须有流量计；</a:t>
            </a:r>
          </a:p>
          <a:p>
            <a:pPr algn="l" marL="64008" indent="-64008">
              <a:lnSpc>
                <a:spcPct val="110000"/>
              </a:lnSpc>
              <a:spcBef>
                <a:spcPts val="2"/>
              </a:spcBef>
              <a:buFont typeface="Arial"/>
              <a:buChar char="●"/>
            </a:pPr>
            <a:r>
              <a:rPr sz="710" b="0">
                <a:solidFill>
                  <a:srgbClr val="252D30"/>
                </a:solidFill>
                <a:latin typeface="Arial"/>
                <a:ea typeface="微软雅黑"/>
                <a:cs typeface="Arial"/>
              </a:rPr>
              <a:t>使用氮气的设备，储罐，桶及其它工况（有一定耐压能力），必须有压力表；</a:t>
            </a:r>
          </a:p>
          <a:p>
            <a:pPr algn="l" marL="64008" indent="-64008">
              <a:lnSpc>
                <a:spcPct val="110000"/>
              </a:lnSpc>
              <a:spcBef>
                <a:spcPts val="2"/>
              </a:spcBef>
              <a:buFont typeface="Arial"/>
              <a:buChar char="●"/>
            </a:pPr>
            <a:r>
              <a:rPr sz="710" b="0">
                <a:solidFill>
                  <a:srgbClr val="252D30"/>
                </a:solidFill>
                <a:latin typeface="Arial"/>
                <a:ea typeface="微软雅黑"/>
                <a:cs typeface="Arial"/>
              </a:rPr>
              <a:t>使用氮气房间，必须有氧含量监测和报警设备；</a:t>
            </a:r>
          </a:p>
          <a:p>
            <a:pPr algn="l" marL="64008" indent="-64008">
              <a:lnSpc>
                <a:spcPct val="110000"/>
              </a:lnSpc>
              <a:spcBef>
                <a:spcPts val="2"/>
              </a:spcBef>
              <a:buFont typeface="Arial"/>
              <a:buChar char="●"/>
            </a:pPr>
            <a:r>
              <a:rPr sz="710" b="0">
                <a:solidFill>
                  <a:srgbClr val="252D30"/>
                </a:solidFill>
                <a:latin typeface="Arial"/>
                <a:ea typeface="微软雅黑"/>
                <a:cs typeface="Arial"/>
              </a:rPr>
              <a:t>TJ1&amp;TJ4评估柔性隔离器氮气窒息和周围环境氮气窒息风险；</a:t>
            </a:r>
          </a:p>
          <a:p>
            <a:pPr algn="l" marL="64008" indent="-64008">
              <a:lnSpc>
                <a:spcPct val="110000"/>
              </a:lnSpc>
              <a:spcBef>
                <a:spcPts val="2"/>
              </a:spcBef>
              <a:buFont typeface="Arial"/>
              <a:buChar char="●"/>
            </a:pPr>
            <a:r>
              <a:rPr sz="710" b="0">
                <a:solidFill>
                  <a:srgbClr val="252D30"/>
                </a:solidFill>
                <a:latin typeface="Arial"/>
                <a:ea typeface="微软雅黑"/>
                <a:cs typeface="Arial"/>
              </a:rPr>
              <a:t>每年至少两次使用惰性气体的安全排查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14215" y="2796684"/>
            <a:ext cx="530352" cy="640080"/>
          </a:xfrm>
          <a:prstGeom prst="roundRect">
            <a:avLst>
              <a:gd name="adj" fmla="val 5000"/>
            </a:avLst>
          </a:prstGeom>
          <a:solidFill>
            <a:srgbClr val="EDF2FA"/>
          </a:solidFill>
          <a:ln w="8572">
            <a:solidFill>
              <a:srgbClr val="1D42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59935" y="2814972"/>
            <a:ext cx="438911" cy="603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749" b="1" i="0">
                <a:solidFill>
                  <a:srgbClr val="132556"/>
                </a:solidFill>
                <a:latin typeface="Arial"/>
                <a:ea typeface="微软雅黑"/>
                <a:cs typeface="Arial"/>
              </a:rPr>
              <a:t>氮气使用管理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544567" y="3116724"/>
            <a:ext cx="27432" cy="0"/>
          </a:xfrm>
          <a:prstGeom prst="line">
            <a:avLst/>
          </a:prstGeom>
          <a:ln w="8572">
            <a:solidFill>
              <a:srgbClr val="C7D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274320" y="3578147"/>
            <a:ext cx="3685031" cy="43749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8572">
            <a:solidFill>
              <a:srgbClr val="C7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8328" y="3642155"/>
            <a:ext cx="3557015" cy="3094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64008" indent="-64008">
              <a:lnSpc>
                <a:spcPct val="110000"/>
              </a:lnSpc>
              <a:buFont typeface="Arial"/>
              <a:buChar char="●"/>
            </a:pPr>
            <a:r>
              <a:rPr sz="710" b="0">
                <a:solidFill>
                  <a:srgbClr val="252D30"/>
                </a:solidFill>
                <a:latin typeface="Arial"/>
                <a:ea typeface="微软雅黑"/>
                <a:cs typeface="Arial"/>
              </a:rPr>
              <a:t>工厂内关键设备，高风险设备增加SME负责人，清楚掌握设备工作原理，安全，质量控制关键环节，影响因素，跟踪设备维保，故障情况，参与变更审批等；</a:t>
            </a:r>
          </a:p>
          <a:p>
            <a:pPr algn="l" marL="64008" indent="-64008">
              <a:lnSpc>
                <a:spcPct val="110000"/>
              </a:lnSpc>
              <a:spcBef>
                <a:spcPts val="5"/>
              </a:spcBef>
              <a:buFont typeface="Arial"/>
              <a:buChar char="●"/>
            </a:pPr>
            <a:r>
              <a:rPr sz="710" b="0">
                <a:solidFill>
                  <a:srgbClr val="252D30"/>
                </a:solidFill>
                <a:latin typeface="Arial"/>
                <a:ea typeface="微软雅黑"/>
                <a:cs typeface="Arial"/>
              </a:rPr>
              <a:t>增加厂房内白班和夜班设备安全巡查员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14215" y="3605579"/>
            <a:ext cx="530352" cy="382626"/>
          </a:xfrm>
          <a:prstGeom prst="roundRect">
            <a:avLst>
              <a:gd name="adj" fmla="val 5000"/>
            </a:avLst>
          </a:prstGeom>
          <a:solidFill>
            <a:srgbClr val="EDF2FA"/>
          </a:solidFill>
          <a:ln w="8572">
            <a:solidFill>
              <a:srgbClr val="1D42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59935" y="3623867"/>
            <a:ext cx="438911" cy="346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749" b="1" i="0">
                <a:solidFill>
                  <a:srgbClr val="132556"/>
                </a:solidFill>
                <a:latin typeface="Arial"/>
                <a:ea typeface="微软雅黑"/>
                <a:cs typeface="Arial"/>
              </a:rPr>
              <a:t>设备管理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544567" y="3796892"/>
            <a:ext cx="27432" cy="0"/>
          </a:xfrm>
          <a:prstGeom prst="line">
            <a:avLst/>
          </a:prstGeom>
          <a:ln w="8572">
            <a:solidFill>
              <a:srgbClr val="C7D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274320" y="4052213"/>
            <a:ext cx="3685031" cy="43749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8572">
            <a:solidFill>
              <a:srgbClr val="C7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8328" y="4116221"/>
            <a:ext cx="3557015" cy="3094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64008" indent="-64008">
              <a:lnSpc>
                <a:spcPct val="110000"/>
              </a:lnSpc>
              <a:buFont typeface="Arial"/>
              <a:buChar char="●"/>
            </a:pPr>
            <a:r>
              <a:rPr sz="710" b="0">
                <a:solidFill>
                  <a:srgbClr val="252D30"/>
                </a:solidFill>
                <a:latin typeface="Arial"/>
                <a:ea typeface="微软雅黑"/>
                <a:cs typeface="Arial"/>
              </a:rPr>
              <a:t>车间内还原剂，氧化剂，剧毒，易爆，自燃化学品使用，均应受EHS专人监督；车间使用后相关尾料，废液必须及时处理，禁止未破坏暂存；</a:t>
            </a:r>
          </a:p>
          <a:p>
            <a:pPr algn="l" marL="64008" indent="-64008">
              <a:lnSpc>
                <a:spcPct val="110000"/>
              </a:lnSpc>
              <a:spcBef>
                <a:spcPts val="5"/>
              </a:spcBef>
              <a:buFont typeface="Arial"/>
              <a:buChar char="●"/>
            </a:pPr>
            <a:r>
              <a:rPr sz="710" b="0">
                <a:solidFill>
                  <a:srgbClr val="252D30"/>
                </a:solidFill>
                <a:latin typeface="Arial"/>
                <a:ea typeface="微软雅黑"/>
                <a:cs typeface="Arial"/>
              </a:rPr>
              <a:t>对于酸，碱，氧化剂化学品，与所使用设备，配件材质兼容性检查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014215" y="4079645"/>
            <a:ext cx="530352" cy="382626"/>
          </a:xfrm>
          <a:prstGeom prst="roundRect">
            <a:avLst>
              <a:gd name="adj" fmla="val 5000"/>
            </a:avLst>
          </a:prstGeom>
          <a:solidFill>
            <a:srgbClr val="EDF2FA"/>
          </a:solidFill>
          <a:ln w="8572">
            <a:solidFill>
              <a:srgbClr val="1D42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59935" y="4097933"/>
            <a:ext cx="438911" cy="346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749" b="1" i="0">
                <a:solidFill>
                  <a:srgbClr val="132556"/>
                </a:solidFill>
                <a:latin typeface="Arial"/>
                <a:ea typeface="微软雅黑"/>
                <a:cs typeface="Arial"/>
              </a:rPr>
              <a:t>物料和生产禁忌要求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544567" y="4270958"/>
            <a:ext cx="27432" cy="0"/>
          </a:xfrm>
          <a:prstGeom prst="line">
            <a:avLst/>
          </a:prstGeom>
          <a:ln w="8572">
            <a:solidFill>
              <a:srgbClr val="C7D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5184647" y="713232"/>
            <a:ext cx="3685031" cy="969095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8572">
            <a:solidFill>
              <a:srgbClr val="C7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48655" y="777240"/>
            <a:ext cx="3557015" cy="841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64008" indent="-64008">
              <a:lnSpc>
                <a:spcPct val="110000"/>
              </a:lnSpc>
              <a:buFont typeface="Arial"/>
              <a:buChar char="●"/>
            </a:pPr>
            <a:r>
              <a:rPr sz="710" b="0">
                <a:solidFill>
                  <a:srgbClr val="252D30"/>
                </a:solidFill>
                <a:latin typeface="Arial"/>
                <a:ea typeface="微软雅黑"/>
                <a:cs typeface="Arial"/>
              </a:rPr>
              <a:t>公司内所有监控，不能被遮挡；推进厂房内人员定位系统安装；</a:t>
            </a:r>
          </a:p>
          <a:p>
            <a:pPr algn="l" marL="64008" indent="-64008">
              <a:lnSpc>
                <a:spcPct val="110000"/>
              </a:lnSpc>
              <a:spcBef>
                <a:spcPts val="14"/>
              </a:spcBef>
              <a:buFont typeface="Arial"/>
              <a:buChar char="●"/>
            </a:pPr>
            <a:r>
              <a:rPr sz="710" b="0">
                <a:solidFill>
                  <a:srgbClr val="252D30"/>
                </a:solidFill>
                <a:latin typeface="Arial"/>
                <a:ea typeface="微软雅黑"/>
                <a:cs typeface="Arial"/>
              </a:rPr>
              <a:t>项目步骤生产启动，开工前检查：设备准备、工艺风险、管道、配套附属设备、安全措施是否按公司流程执行到位，建立Checklist；EHS副主管，车间主任为最低级别要求；</a:t>
            </a:r>
          </a:p>
          <a:p>
            <a:pPr algn="l" marL="64008" indent="-64008">
              <a:lnSpc>
                <a:spcPct val="110000"/>
              </a:lnSpc>
              <a:spcBef>
                <a:spcPts val="14"/>
              </a:spcBef>
              <a:buFont typeface="Arial"/>
              <a:buChar char="●"/>
            </a:pPr>
            <a:r>
              <a:rPr sz="710" b="0">
                <a:solidFill>
                  <a:srgbClr val="252D30"/>
                </a:solidFill>
                <a:latin typeface="Arial"/>
                <a:ea typeface="微软雅黑"/>
                <a:cs typeface="Arial"/>
              </a:rPr>
              <a:t>车间现场，一个工序完成后，进行现场清理，杜绝物料，包装桶堆积在现场；</a:t>
            </a:r>
          </a:p>
          <a:p>
            <a:pPr algn="l" marL="64008" indent="-64008">
              <a:lnSpc>
                <a:spcPct val="110000"/>
              </a:lnSpc>
              <a:spcBef>
                <a:spcPts val="14"/>
              </a:spcBef>
              <a:buFont typeface="Arial"/>
              <a:buChar char="●"/>
            </a:pPr>
            <a:r>
              <a:rPr sz="710" b="0">
                <a:solidFill>
                  <a:srgbClr val="252D30"/>
                </a:solidFill>
                <a:latin typeface="Arial"/>
                <a:ea typeface="微软雅黑"/>
                <a:cs typeface="Arial"/>
              </a:rPr>
              <a:t>备料环节，减少车间物料存放，特别是可燃溶剂，易燃，自燃，易爆化学品</a:t>
            </a:r>
          </a:p>
          <a:p>
            <a:pPr algn="l" marL="64008" indent="-64008">
              <a:lnSpc>
                <a:spcPct val="110000"/>
              </a:lnSpc>
              <a:spcBef>
                <a:spcPts val="14"/>
              </a:spcBef>
              <a:buFont typeface="Arial"/>
              <a:buChar char="●"/>
            </a:pPr>
            <a:r>
              <a:rPr sz="710" b="0">
                <a:solidFill>
                  <a:srgbClr val="252D30"/>
                </a:solidFill>
                <a:latin typeface="Arial"/>
                <a:ea typeface="微软雅黑"/>
                <a:cs typeface="Arial"/>
              </a:rPr>
              <a:t>高风险操作，必须是双岗操作，相互监督，复核；</a:t>
            </a:r>
          </a:p>
          <a:p>
            <a:pPr algn="l" marL="64008" indent="-64008">
              <a:lnSpc>
                <a:spcPct val="110000"/>
              </a:lnSpc>
              <a:spcBef>
                <a:spcPts val="14"/>
              </a:spcBef>
              <a:buFont typeface="Arial"/>
              <a:buChar char="●"/>
            </a:pPr>
            <a:r>
              <a:rPr sz="710" b="0">
                <a:solidFill>
                  <a:srgbClr val="252D30"/>
                </a:solidFill>
                <a:latin typeface="Arial"/>
                <a:ea typeface="微软雅黑"/>
                <a:cs typeface="Arial"/>
              </a:rPr>
              <a:t>操作空间要求，对于狭小房间内操作，必须进行完一个操作，清场后，进入下一个操作</a:t>
            </a:r>
          </a:p>
          <a:p>
            <a:pPr algn="l" marL="64008" indent="-64008">
              <a:lnSpc>
                <a:spcPct val="110000"/>
              </a:lnSpc>
              <a:spcBef>
                <a:spcPts val="14"/>
              </a:spcBef>
              <a:buFont typeface="Arial"/>
              <a:buChar char="●"/>
            </a:pPr>
            <a:r>
              <a:rPr sz="710" b="0">
                <a:solidFill>
                  <a:srgbClr val="252D30"/>
                </a:solidFill>
                <a:latin typeface="Arial"/>
                <a:ea typeface="微软雅黑"/>
                <a:cs typeface="Arial"/>
              </a:rPr>
              <a:t>TJ1整改一号楼，二号楼，三号楼操作空间风险，制定整改时间表；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99431" y="877739"/>
            <a:ext cx="530352" cy="640080"/>
          </a:xfrm>
          <a:prstGeom prst="roundRect">
            <a:avLst>
              <a:gd name="adj" fmla="val 5000"/>
            </a:avLst>
          </a:prstGeom>
          <a:solidFill>
            <a:srgbClr val="EDF2FA"/>
          </a:solidFill>
          <a:ln w="8572">
            <a:solidFill>
              <a:srgbClr val="1D42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45152" y="896027"/>
            <a:ext cx="438911" cy="603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749" b="1" i="0">
                <a:solidFill>
                  <a:srgbClr val="132556"/>
                </a:solidFill>
                <a:latin typeface="Arial"/>
                <a:ea typeface="微软雅黑"/>
                <a:cs typeface="Arial"/>
              </a:rPr>
              <a:t>车间生产秩序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571999" y="1197779"/>
            <a:ext cx="27432" cy="0"/>
          </a:xfrm>
          <a:prstGeom prst="line">
            <a:avLst/>
          </a:prstGeom>
          <a:ln w="8572">
            <a:solidFill>
              <a:srgbClr val="C7D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5184647" y="1718903"/>
            <a:ext cx="3685031" cy="138837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8572">
            <a:solidFill>
              <a:srgbClr val="C7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248655" y="1782911"/>
            <a:ext cx="3557015" cy="12603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64008" indent="-64008">
              <a:lnSpc>
                <a:spcPct val="110000"/>
              </a:lnSpc>
              <a:buFont typeface="Arial"/>
              <a:buChar char="●"/>
            </a:pPr>
            <a:r>
              <a:rPr sz="710" b="0">
                <a:solidFill>
                  <a:srgbClr val="252D30"/>
                </a:solidFill>
                <a:latin typeface="Arial"/>
                <a:ea typeface="微软雅黑"/>
                <a:cs typeface="Arial"/>
              </a:rPr>
              <a:t>溶剂、可燃物料（非水敏感）在车间内的使用、存放区域包括走廊和连廊、卸料平台必须有喷淋及其他有效消防设备；</a:t>
            </a:r>
          </a:p>
          <a:p>
            <a:pPr algn="l" marL="64008" indent="-64008">
              <a:lnSpc>
                <a:spcPct val="110000"/>
              </a:lnSpc>
              <a:spcBef>
                <a:spcPts val="15"/>
              </a:spcBef>
              <a:buFont typeface="Arial"/>
              <a:buChar char="●"/>
            </a:pPr>
            <a:r>
              <a:rPr sz="710" b="0">
                <a:solidFill>
                  <a:srgbClr val="252D30"/>
                </a:solidFill>
                <a:latin typeface="Arial"/>
                <a:ea typeface="微软雅黑"/>
                <a:cs typeface="Arial"/>
              </a:rPr>
              <a:t>在高风险区域增加悬挂灭火器，但不能替代消防喷淋；</a:t>
            </a:r>
          </a:p>
          <a:p>
            <a:pPr algn="l" marL="64008" indent="-64008">
              <a:lnSpc>
                <a:spcPct val="110000"/>
              </a:lnSpc>
              <a:spcBef>
                <a:spcPts val="15"/>
              </a:spcBef>
              <a:buFont typeface="Arial"/>
              <a:buChar char="●"/>
            </a:pPr>
            <a:r>
              <a:rPr sz="710" b="0">
                <a:solidFill>
                  <a:srgbClr val="252D30"/>
                </a:solidFill>
                <a:latin typeface="Arial"/>
                <a:ea typeface="微软雅黑"/>
                <a:cs typeface="Arial"/>
              </a:rPr>
              <a:t>检查应急处置，相应演练是否有效，包括车间内各类设备如果发生泄漏、火灾；各厂区隔离器内发生着火；实验室通风处内着火等</a:t>
            </a:r>
          </a:p>
          <a:p>
            <a:pPr algn="l" marL="64008" indent="-64008">
              <a:lnSpc>
                <a:spcPct val="110000"/>
              </a:lnSpc>
              <a:spcBef>
                <a:spcPts val="15"/>
              </a:spcBef>
              <a:buFont typeface="Arial"/>
              <a:buChar char="●"/>
            </a:pPr>
            <a:r>
              <a:rPr sz="710" b="0">
                <a:solidFill>
                  <a:srgbClr val="252D30"/>
                </a:solidFill>
                <a:latin typeface="Arial"/>
                <a:ea typeface="微软雅黑"/>
                <a:cs typeface="Arial"/>
              </a:rPr>
              <a:t>检查相关风险隐患整改是否到位，措施是否有效处置措施。</a:t>
            </a:r>
          </a:p>
          <a:p>
            <a:pPr algn="l" marL="64008" indent="-64008">
              <a:lnSpc>
                <a:spcPct val="110000"/>
              </a:lnSpc>
              <a:spcBef>
                <a:spcPts val="15"/>
              </a:spcBef>
              <a:buFont typeface="Arial"/>
              <a:buChar char="●"/>
            </a:pPr>
            <a:r>
              <a:rPr sz="710" b="0">
                <a:solidFill>
                  <a:srgbClr val="252D30"/>
                </a:solidFill>
                <a:latin typeface="Arial"/>
                <a:ea typeface="微软雅黑"/>
                <a:cs typeface="Arial"/>
              </a:rPr>
              <a:t>建立义务消防员管理制度，增加车间内义务消防员工作服标志；</a:t>
            </a:r>
          </a:p>
          <a:p>
            <a:pPr algn="l" marL="64008" indent="-64008">
              <a:lnSpc>
                <a:spcPct val="110000"/>
              </a:lnSpc>
              <a:spcBef>
                <a:spcPts val="15"/>
              </a:spcBef>
              <a:buFont typeface="Arial"/>
              <a:buChar char="●"/>
            </a:pPr>
            <a:r>
              <a:rPr sz="710" b="0">
                <a:solidFill>
                  <a:srgbClr val="252D30"/>
                </a:solidFill>
                <a:latin typeface="Arial"/>
                <a:ea typeface="微软雅黑"/>
                <a:cs typeface="Arial"/>
              </a:rPr>
              <a:t>可燃溶剂，易燃易爆化学物使用区域，义务消防员比例不低于40%</a:t>
            </a:r>
          </a:p>
          <a:p>
            <a:pPr algn="l" marL="64008" indent="-64008">
              <a:lnSpc>
                <a:spcPct val="110000"/>
              </a:lnSpc>
              <a:spcBef>
                <a:spcPts val="15"/>
              </a:spcBef>
              <a:buFont typeface="Arial"/>
              <a:buChar char="●"/>
            </a:pPr>
            <a:r>
              <a:rPr sz="710" b="0">
                <a:solidFill>
                  <a:srgbClr val="252D30"/>
                </a:solidFill>
                <a:latin typeface="Arial"/>
                <a:ea typeface="微软雅黑"/>
                <a:cs typeface="Arial"/>
              </a:rPr>
              <a:t>每年开展两次全员灭火实操考核，包括灭火器，消火栓，灭火毯；</a:t>
            </a:r>
          </a:p>
          <a:p>
            <a:pPr algn="l" marL="64008" indent="-64008">
              <a:lnSpc>
                <a:spcPct val="110000"/>
              </a:lnSpc>
              <a:spcBef>
                <a:spcPts val="15"/>
              </a:spcBef>
              <a:buFont typeface="Arial"/>
              <a:buChar char="●"/>
            </a:pPr>
            <a:r>
              <a:rPr sz="710" b="0">
                <a:solidFill>
                  <a:srgbClr val="252D30"/>
                </a:solidFill>
                <a:latin typeface="Arial"/>
                <a:ea typeface="微软雅黑"/>
                <a:cs typeface="Arial"/>
              </a:rPr>
              <a:t>各工厂建立专门的消防培训，实操，考核场地，用于人员培训，不仅限消防相关，包括化学品泄漏，中毒演练；工厂设置专门培训岗位；</a:t>
            </a:r>
          </a:p>
          <a:p>
            <a:pPr algn="l" marL="64008" indent="-64008">
              <a:lnSpc>
                <a:spcPct val="110000"/>
              </a:lnSpc>
              <a:spcBef>
                <a:spcPts val="15"/>
              </a:spcBef>
              <a:buFont typeface="Arial"/>
              <a:buChar char="●"/>
            </a:pPr>
            <a:r>
              <a:rPr sz="710" b="0">
                <a:solidFill>
                  <a:srgbClr val="252D30"/>
                </a:solidFill>
                <a:latin typeface="Arial"/>
                <a:ea typeface="微软雅黑"/>
                <a:cs typeface="Arial"/>
              </a:rPr>
              <a:t>推进防静电阻燃工作服，连体服替换，推进全覆盖安全帽替换工作；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99431" y="2093050"/>
            <a:ext cx="530352" cy="640080"/>
          </a:xfrm>
          <a:prstGeom prst="roundRect">
            <a:avLst>
              <a:gd name="adj" fmla="val 5000"/>
            </a:avLst>
          </a:prstGeom>
          <a:solidFill>
            <a:srgbClr val="EDF2FA"/>
          </a:solidFill>
          <a:ln w="8572">
            <a:solidFill>
              <a:srgbClr val="1D42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45152" y="2111338"/>
            <a:ext cx="438911" cy="603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749" b="1" i="0">
                <a:solidFill>
                  <a:srgbClr val="132556"/>
                </a:solidFill>
                <a:latin typeface="Arial"/>
                <a:ea typeface="微软雅黑"/>
                <a:cs typeface="Arial"/>
              </a:rPr>
              <a:t>消防应急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4571999" y="2413090"/>
            <a:ext cx="27432" cy="0"/>
          </a:xfrm>
          <a:prstGeom prst="line">
            <a:avLst/>
          </a:prstGeom>
          <a:ln w="8572">
            <a:solidFill>
              <a:srgbClr val="C7D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5184647" y="3143854"/>
            <a:ext cx="3685031" cy="86427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8572">
            <a:solidFill>
              <a:srgbClr val="C7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248655" y="3207862"/>
            <a:ext cx="3557015" cy="736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64008" indent="-64008">
              <a:lnSpc>
                <a:spcPct val="110000"/>
              </a:lnSpc>
              <a:buFont typeface="Arial"/>
              <a:buChar char="●"/>
            </a:pPr>
            <a:r>
              <a:rPr sz="710" b="0">
                <a:solidFill>
                  <a:srgbClr val="252D30"/>
                </a:solidFill>
                <a:latin typeface="Arial"/>
                <a:ea typeface="微软雅黑"/>
                <a:cs typeface="Arial"/>
              </a:rPr>
              <a:t>建立年度安全培训专篇，对于各类安全培训，设备培训，操作培训等，进行明确频率，考核要求；涵盖生产、EHS不同级别管理人员考核清单</a:t>
            </a:r>
          </a:p>
          <a:p>
            <a:pPr algn="l" marL="64008" indent="-64008">
              <a:lnSpc>
                <a:spcPct val="110000"/>
              </a:lnSpc>
              <a:spcBef>
                <a:spcPts val="15"/>
              </a:spcBef>
              <a:buFont typeface="Arial"/>
              <a:buChar char="●"/>
            </a:pPr>
            <a:r>
              <a:rPr sz="710" b="0">
                <a:solidFill>
                  <a:srgbClr val="252D30"/>
                </a:solidFill>
                <a:latin typeface="Arial"/>
                <a:ea typeface="微软雅黑"/>
                <a:cs typeface="Arial"/>
              </a:rPr>
              <a:t>生产管理人员，每年至少1次各类设备实操考核；重要安全管理要求考核；</a:t>
            </a:r>
          </a:p>
          <a:p>
            <a:pPr algn="l" marL="64008" indent="-64008">
              <a:lnSpc>
                <a:spcPct val="110000"/>
              </a:lnSpc>
              <a:spcBef>
                <a:spcPts val="15"/>
              </a:spcBef>
              <a:buFont typeface="Arial"/>
              <a:buChar char="●"/>
            </a:pPr>
            <a:r>
              <a:rPr sz="710" b="0">
                <a:solidFill>
                  <a:srgbClr val="252D30"/>
                </a:solidFill>
                <a:latin typeface="Arial"/>
                <a:ea typeface="微软雅黑"/>
                <a:cs typeface="Arial"/>
              </a:rPr>
              <a:t>EHS现场巡查人员，安全相关人员，每年至少一次设备实操考核；</a:t>
            </a:r>
          </a:p>
          <a:p>
            <a:pPr algn="l" marL="64008" indent="-64008">
              <a:lnSpc>
                <a:spcPct val="110000"/>
              </a:lnSpc>
              <a:spcBef>
                <a:spcPts val="15"/>
              </a:spcBef>
              <a:buFont typeface="Arial"/>
              <a:buChar char="●"/>
            </a:pPr>
            <a:r>
              <a:rPr sz="710" b="0">
                <a:solidFill>
                  <a:srgbClr val="252D30"/>
                </a:solidFill>
                <a:latin typeface="Arial"/>
                <a:ea typeface="微软雅黑"/>
                <a:cs typeface="Arial"/>
              </a:rPr>
              <a:t>未经培训和实操考核的人员，禁止进行操作，特别是项目人员；</a:t>
            </a:r>
          </a:p>
          <a:p>
            <a:pPr algn="l" marL="64008" indent="-64008">
              <a:lnSpc>
                <a:spcPct val="110000"/>
              </a:lnSpc>
              <a:spcBef>
                <a:spcPts val="15"/>
              </a:spcBef>
              <a:buFont typeface="Arial"/>
              <a:buChar char="●"/>
            </a:pPr>
            <a:r>
              <a:rPr sz="710" b="0">
                <a:solidFill>
                  <a:srgbClr val="252D30"/>
                </a:solidFill>
                <a:latin typeface="Arial"/>
                <a:ea typeface="微软雅黑"/>
                <a:cs typeface="Arial"/>
              </a:rPr>
              <a:t>所有人员考核视频存档</a:t>
            </a:r>
          </a:p>
          <a:p>
            <a:pPr algn="l" marL="64008" indent="-64008">
              <a:lnSpc>
                <a:spcPct val="110000"/>
              </a:lnSpc>
              <a:spcBef>
                <a:spcPts val="15"/>
              </a:spcBef>
              <a:buFont typeface="Arial"/>
              <a:buChar char="●"/>
            </a:pPr>
            <a:r>
              <a:rPr sz="710" b="0">
                <a:solidFill>
                  <a:srgbClr val="252D30"/>
                </a:solidFill>
                <a:latin typeface="Arial"/>
                <a:ea typeface="微软雅黑"/>
                <a:cs typeface="Arial"/>
              </a:rPr>
              <a:t>探讨EHS人员和生产人员轮岗办法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99431" y="3255952"/>
            <a:ext cx="530352" cy="640080"/>
          </a:xfrm>
          <a:prstGeom prst="roundRect">
            <a:avLst>
              <a:gd name="adj" fmla="val 5000"/>
            </a:avLst>
          </a:prstGeom>
          <a:solidFill>
            <a:srgbClr val="EDF2FA"/>
          </a:solidFill>
          <a:ln w="8572">
            <a:solidFill>
              <a:srgbClr val="1D42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645152" y="3274240"/>
            <a:ext cx="438911" cy="603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749" b="1" i="0">
                <a:solidFill>
                  <a:srgbClr val="132556"/>
                </a:solidFill>
                <a:latin typeface="Arial"/>
                <a:ea typeface="微软雅黑"/>
                <a:cs typeface="Arial"/>
              </a:rPr>
              <a:t>培训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4571999" y="3575992"/>
            <a:ext cx="27432" cy="0"/>
          </a:xfrm>
          <a:prstGeom prst="line">
            <a:avLst/>
          </a:prstGeom>
          <a:ln w="8572">
            <a:solidFill>
              <a:srgbClr val="C7D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5184647" y="4044706"/>
            <a:ext cx="3685031" cy="444997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8572">
            <a:solidFill>
              <a:srgbClr val="C7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248655" y="4108714"/>
            <a:ext cx="3557015" cy="3169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64008" indent="-64008">
              <a:lnSpc>
                <a:spcPct val="110000"/>
              </a:lnSpc>
              <a:buFont typeface="Arial"/>
              <a:buChar char="●"/>
            </a:pPr>
            <a:r>
              <a:rPr sz="710" b="0">
                <a:solidFill>
                  <a:srgbClr val="252D30"/>
                </a:solidFill>
                <a:latin typeface="Arial"/>
                <a:ea typeface="微软雅黑"/>
                <a:cs typeface="Arial"/>
              </a:rPr>
              <a:t>巡查条例更新，增加巡查案例，并对巡查人员进行培训，并重新考察车间巡查人员范围，必须是对于生产操作，车间风险熟悉的人员</a:t>
            </a:r>
          </a:p>
          <a:p>
            <a:pPr algn="l" marL="64008" indent="-64008">
              <a:lnSpc>
                <a:spcPct val="110000"/>
              </a:lnSpc>
              <a:spcBef>
                <a:spcPts val="40"/>
              </a:spcBef>
              <a:buFont typeface="Arial"/>
              <a:buChar char="●"/>
            </a:pPr>
            <a:r>
              <a:rPr sz="710" b="0">
                <a:solidFill>
                  <a:srgbClr val="252D30"/>
                </a:solidFill>
                <a:latin typeface="Arial"/>
                <a:ea typeface="微软雅黑"/>
                <a:cs typeface="Arial"/>
              </a:rPr>
              <a:t>对于巡查，检查走过场的人员，首次警告，第二次扣分，第三次撤销管理职务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99431" y="4072138"/>
            <a:ext cx="530352" cy="390133"/>
          </a:xfrm>
          <a:prstGeom prst="roundRect">
            <a:avLst>
              <a:gd name="adj" fmla="val 5000"/>
            </a:avLst>
          </a:prstGeom>
          <a:solidFill>
            <a:srgbClr val="EDF2FA"/>
          </a:solidFill>
          <a:ln w="8572">
            <a:solidFill>
              <a:srgbClr val="1D42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645152" y="4090426"/>
            <a:ext cx="438911" cy="3535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749" b="1" i="0">
                <a:solidFill>
                  <a:srgbClr val="132556"/>
                </a:solidFill>
                <a:latin typeface="Arial"/>
                <a:ea typeface="微软雅黑"/>
                <a:cs typeface="Arial"/>
              </a:rPr>
              <a:t>巡查管理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4571999" y="4267205"/>
            <a:ext cx="27432" cy="0"/>
          </a:xfrm>
          <a:prstGeom prst="line">
            <a:avLst/>
          </a:prstGeom>
          <a:ln w="8572">
            <a:solidFill>
              <a:srgbClr val="C7D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274320" y="4535424"/>
            <a:ext cx="8595359" cy="347472"/>
          </a:xfrm>
          <a:prstGeom prst="roundRect">
            <a:avLst>
              <a:gd name="adj" fmla="val 4000"/>
            </a:avLst>
          </a:prstGeom>
          <a:solidFill>
            <a:srgbClr val="EDF2FA"/>
          </a:solidFill>
          <a:ln w="8572">
            <a:solidFill>
              <a:srgbClr val="1D42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02336" y="4535424"/>
            <a:ext cx="21031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770" b="1" i="0">
                <a:solidFill>
                  <a:srgbClr val="132556"/>
                </a:solidFill>
                <a:latin typeface="Arial"/>
                <a:ea typeface="微软雅黑"/>
                <a:cs typeface="Arial"/>
              </a:rPr>
              <a:t>完善属地安全管理分工，压实安全管理责任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2560320" y="4590288"/>
            <a:ext cx="0" cy="237744"/>
          </a:xfrm>
          <a:prstGeom prst="line">
            <a:avLst/>
          </a:prstGeom>
          <a:ln w="8572">
            <a:solidFill>
              <a:srgbClr val="C7D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2651759" y="4572000"/>
            <a:ext cx="444398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64008" indent="-64008">
              <a:lnSpc>
                <a:spcPct val="110000"/>
              </a:lnSpc>
              <a:buFont typeface="Arial"/>
              <a:buChar char="●"/>
            </a:pPr>
            <a:r>
              <a:rPr sz="710" b="0">
                <a:solidFill>
                  <a:srgbClr val="252D30"/>
                </a:solidFill>
                <a:latin typeface="Arial"/>
                <a:ea typeface="微软雅黑"/>
                <a:cs typeface="Arial"/>
              </a:rPr>
              <a:t>风险越高，安全管理责任更得压实；属地安全管理责任，压实到一线，同时EHS对于高风险区域，设备，操作等，也进行责任分区，压实巡查，监督责任；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4572000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64008" indent="-64008">
              <a:lnSpc>
                <a:spcPct val="110000"/>
              </a:lnSpc>
              <a:buFont typeface="Arial"/>
              <a:buChar char="●"/>
            </a:pPr>
            <a:r>
              <a:rPr sz="710" b="0">
                <a:solidFill>
                  <a:srgbClr val="252D30"/>
                </a:solidFill>
                <a:latin typeface="Arial"/>
                <a:ea typeface="微软雅黑"/>
                <a:cs typeface="Arial"/>
              </a:rPr>
              <a:t>EHS牵头，建立分级巡查制度，完善安全管理体系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9" y="822962"/>
            <a:ext cx="3764583" cy="2363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1">
                <a:solidFill>
                  <a:srgbClr val="003669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设备信息管理系统（EIMS）</a:t>
            </a:r>
            <a:endParaRPr sz="1200" b="1">
              <a:solidFill>
                <a:srgbClr val="003669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4049" y="1014987"/>
            <a:ext cx="3764583" cy="1404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15" b="1">
                <a:solidFill>
                  <a:srgbClr val="4E6584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Equipment Information Management System</a:t>
            </a:r>
            <a:endParaRPr sz="715" b="1">
              <a:solidFill>
                <a:srgbClr val="4E6584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84049" y="1193294"/>
            <a:ext cx="37719" cy="137160"/>
          </a:xfrm>
          <a:prstGeom prst="rect">
            <a:avLst/>
          </a:prstGeom>
          <a:solidFill>
            <a:srgbClr val="C88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565"/>
          </a:p>
        </p:txBody>
      </p:sp>
      <p:sp>
        <p:nvSpPr>
          <p:cNvPr id="5" name="TextBox 4"/>
          <p:cNvSpPr txBox="1"/>
          <p:nvPr/>
        </p:nvSpPr>
        <p:spPr>
          <a:xfrm>
            <a:off x="493777" y="1179578"/>
            <a:ext cx="3654855" cy="192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75" b="1">
                <a:solidFill>
                  <a:srgbClr val="003669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2026 年上半年工作回顾</a:t>
            </a:r>
            <a:endParaRPr sz="975" b="1">
              <a:solidFill>
                <a:srgbClr val="003669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84049" y="1371603"/>
            <a:ext cx="1834286" cy="630938"/>
          </a:xfrm>
          <a:prstGeom prst="roundRect">
            <a:avLst>
              <a:gd name="adj" fmla="val 45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565"/>
          </a:p>
        </p:txBody>
      </p:sp>
      <p:sp>
        <p:nvSpPr>
          <p:cNvPr id="7" name="TextBox 6"/>
          <p:cNvSpPr txBox="1"/>
          <p:nvPr/>
        </p:nvSpPr>
        <p:spPr>
          <a:xfrm>
            <a:off x="480061" y="1440183"/>
            <a:ext cx="1642261" cy="1479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790" b="1">
                <a:solidFill>
                  <a:srgbClr val="003669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EIMS 完成验证 · 设备预防性维护</a:t>
            </a:r>
            <a:endParaRPr sz="790" b="1">
              <a:solidFill>
                <a:srgbClr val="003669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80061" y="1589631"/>
            <a:ext cx="1642261" cy="3827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640">
                <a:solidFill>
                  <a:srgbClr val="16283F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按照年度计划在 DH1 工厂完成 EIMS 系统验证，具备上线运行使用条件，预计 8 月份正式上线使用（其他工厂提交变更启用）。</a:t>
            </a:r>
            <a:endParaRPr sz="640">
              <a:solidFill>
                <a:srgbClr val="16283F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314346" y="1371603"/>
            <a:ext cx="1834286" cy="630938"/>
          </a:xfrm>
          <a:prstGeom prst="roundRect">
            <a:avLst>
              <a:gd name="adj" fmla="val 45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565"/>
          </a:p>
        </p:txBody>
      </p:sp>
      <p:sp>
        <p:nvSpPr>
          <p:cNvPr id="10" name="TextBox 9"/>
          <p:cNvSpPr txBox="1"/>
          <p:nvPr/>
        </p:nvSpPr>
        <p:spPr>
          <a:xfrm>
            <a:off x="2410359" y="1440183"/>
            <a:ext cx="1642261" cy="1479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790" b="1">
                <a:solidFill>
                  <a:srgbClr val="003669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设备故障报修模块覆盖使用</a:t>
            </a:r>
            <a:endParaRPr sz="790" b="1">
              <a:solidFill>
                <a:srgbClr val="003669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410359" y="1589631"/>
            <a:ext cx="1642261" cy="3827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640">
                <a:solidFill>
                  <a:srgbClr val="16283F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设备故障报修模块各工厂已启用，自 1 月份启动以来，累计报修 4,804 次，已闭环处理 2,539 单（TJ3/DH1 报修量最高）。</a:t>
            </a:r>
            <a:endParaRPr sz="640">
              <a:solidFill>
                <a:srgbClr val="16283F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84049" y="2084837"/>
            <a:ext cx="37719" cy="137160"/>
          </a:xfrm>
          <a:prstGeom prst="rect">
            <a:avLst/>
          </a:prstGeom>
          <a:solidFill>
            <a:srgbClr val="C88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565"/>
          </a:p>
        </p:txBody>
      </p:sp>
      <p:sp>
        <p:nvSpPr>
          <p:cNvPr id="13" name="TextBox 12"/>
          <p:cNvSpPr txBox="1"/>
          <p:nvPr/>
        </p:nvSpPr>
        <p:spPr>
          <a:xfrm>
            <a:off x="493777" y="2071121"/>
            <a:ext cx="3654855" cy="192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75" b="1">
                <a:solidFill>
                  <a:srgbClr val="003669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系统实施里程碑</a:t>
            </a:r>
            <a:endParaRPr sz="975" b="1">
              <a:solidFill>
                <a:srgbClr val="003669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cxnSp>
        <p:nvCxnSpPr>
          <p:cNvPr id="14" name="Connector 13"/>
          <p:cNvCxnSpPr/>
          <p:nvPr/>
        </p:nvCxnSpPr>
        <p:spPr>
          <a:xfrm>
            <a:off x="663513" y="2331725"/>
            <a:ext cx="0" cy="1069851"/>
          </a:xfrm>
          <a:prstGeom prst="line">
            <a:avLst/>
          </a:prstGeom>
          <a:ln w="15240">
            <a:solidFill>
              <a:srgbClr val="C6D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18935" y="2328296"/>
            <a:ext cx="89154" cy="89154"/>
          </a:xfrm>
          <a:prstGeom prst="roundRect">
            <a:avLst>
              <a:gd name="adj" fmla="val 50000"/>
            </a:avLst>
          </a:prstGeom>
          <a:solidFill>
            <a:srgbClr val="003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565"/>
          </a:p>
        </p:txBody>
      </p:sp>
      <p:sp>
        <p:nvSpPr>
          <p:cNvPr id="16" name="TextBox 15"/>
          <p:cNvSpPr txBox="1"/>
          <p:nvPr/>
        </p:nvSpPr>
        <p:spPr>
          <a:xfrm>
            <a:off x="384049" y="2302662"/>
            <a:ext cx="192024" cy="14042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8000"/>
              </a:lnSpc>
            </a:pPr>
            <a:r>
              <a:rPr sz="715" b="1">
                <a:solidFill>
                  <a:srgbClr val="8A5D06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2 月</a:t>
            </a:r>
            <a:endParaRPr sz="715" b="1">
              <a:solidFill>
                <a:srgbClr val="8A5D06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73241" y="2291859"/>
            <a:ext cx="822962" cy="15517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790" b="1">
                <a:solidFill>
                  <a:srgbClr val="003669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系统功能开发</a:t>
            </a:r>
            <a:endParaRPr sz="790" b="1">
              <a:solidFill>
                <a:srgbClr val="003669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623635" y="2310036"/>
            <a:ext cx="2585004" cy="1256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640">
                <a:solidFill>
                  <a:srgbClr val="4E6584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1、EIMS 系统功能开发；2、完成变更控制文件与 URS 签批；</a:t>
            </a:r>
            <a:endParaRPr sz="640">
              <a:solidFill>
                <a:srgbClr val="4E6584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18935" y="2575185"/>
            <a:ext cx="89154" cy="89154"/>
          </a:xfrm>
          <a:prstGeom prst="roundRect">
            <a:avLst>
              <a:gd name="adj" fmla="val 50000"/>
            </a:avLst>
          </a:prstGeom>
          <a:solidFill>
            <a:srgbClr val="003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565"/>
          </a:p>
        </p:txBody>
      </p:sp>
      <p:sp>
        <p:nvSpPr>
          <p:cNvPr id="20" name="TextBox 19"/>
          <p:cNvSpPr txBox="1"/>
          <p:nvPr/>
        </p:nvSpPr>
        <p:spPr>
          <a:xfrm>
            <a:off x="384049" y="2549551"/>
            <a:ext cx="192024" cy="14042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8000"/>
              </a:lnSpc>
            </a:pPr>
            <a:r>
              <a:rPr sz="715" b="1">
                <a:solidFill>
                  <a:srgbClr val="8A5D06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3 月</a:t>
            </a:r>
            <a:endParaRPr sz="715" b="1">
              <a:solidFill>
                <a:srgbClr val="8A5D06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73241" y="2538748"/>
            <a:ext cx="822962" cy="15517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790" b="1">
                <a:solidFill>
                  <a:srgbClr val="003669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UAT 用户测试</a:t>
            </a:r>
            <a:endParaRPr sz="790" b="1">
              <a:solidFill>
                <a:srgbClr val="003669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623635" y="2560676"/>
            <a:ext cx="2585004" cy="1181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600">
                <a:solidFill>
                  <a:srgbClr val="4E6584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1、EIMS 系统环境测试；2、UAT 及 VP、RAR、FS 签批，UAT 用户测试；</a:t>
            </a:r>
            <a:endParaRPr sz="600">
              <a:solidFill>
                <a:srgbClr val="4E6584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18935" y="2822074"/>
            <a:ext cx="89154" cy="89154"/>
          </a:xfrm>
          <a:prstGeom prst="roundRect">
            <a:avLst>
              <a:gd name="adj" fmla="val 50000"/>
            </a:avLst>
          </a:prstGeom>
          <a:solidFill>
            <a:srgbClr val="003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565"/>
          </a:p>
        </p:txBody>
      </p:sp>
      <p:sp>
        <p:nvSpPr>
          <p:cNvPr id="24" name="TextBox 23"/>
          <p:cNvSpPr txBox="1"/>
          <p:nvPr/>
        </p:nvSpPr>
        <p:spPr>
          <a:xfrm>
            <a:off x="384049" y="2796439"/>
            <a:ext cx="192024" cy="14042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8000"/>
              </a:lnSpc>
            </a:pPr>
            <a:r>
              <a:rPr sz="715" b="1">
                <a:solidFill>
                  <a:srgbClr val="8A5D06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4 月</a:t>
            </a:r>
            <a:endParaRPr sz="715" b="1">
              <a:solidFill>
                <a:srgbClr val="8A5D06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73241" y="2785637"/>
            <a:ext cx="822962" cy="15517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790" b="1">
                <a:solidFill>
                  <a:srgbClr val="003669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文件撰写审批</a:t>
            </a:r>
            <a:endParaRPr sz="790" b="1">
              <a:solidFill>
                <a:srgbClr val="003669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623635" y="2803814"/>
            <a:ext cx="2585004" cy="1256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640">
                <a:solidFill>
                  <a:srgbClr val="4E6584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1、CS+DS+代码审核和 UTITPR；</a:t>
            </a:r>
            <a:endParaRPr sz="640">
              <a:solidFill>
                <a:srgbClr val="4E6584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18935" y="3068963"/>
            <a:ext cx="89154" cy="89154"/>
          </a:xfrm>
          <a:prstGeom prst="roundRect">
            <a:avLst>
              <a:gd name="adj" fmla="val 50000"/>
            </a:avLst>
          </a:prstGeom>
          <a:solidFill>
            <a:srgbClr val="003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565"/>
          </a:p>
        </p:txBody>
      </p:sp>
      <p:sp>
        <p:nvSpPr>
          <p:cNvPr id="28" name="TextBox 27"/>
          <p:cNvSpPr txBox="1"/>
          <p:nvPr/>
        </p:nvSpPr>
        <p:spPr>
          <a:xfrm>
            <a:off x="384049" y="3043328"/>
            <a:ext cx="192024" cy="14042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8000"/>
              </a:lnSpc>
            </a:pPr>
            <a:r>
              <a:rPr sz="715" b="1">
                <a:solidFill>
                  <a:srgbClr val="8A5D06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5 月</a:t>
            </a:r>
            <a:endParaRPr sz="715" b="1">
              <a:solidFill>
                <a:srgbClr val="8A5D06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73241" y="3032526"/>
            <a:ext cx="822962" cy="15517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790" b="1">
                <a:solidFill>
                  <a:srgbClr val="003669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系统验证执行</a:t>
            </a:r>
            <a:endParaRPr sz="790" b="1">
              <a:solidFill>
                <a:srgbClr val="003669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623635" y="3050703"/>
            <a:ext cx="2585004" cy="1256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640">
                <a:solidFill>
                  <a:srgbClr val="4E6584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1、3Q 验证执行和验证报告签批；</a:t>
            </a:r>
            <a:endParaRPr sz="640">
              <a:solidFill>
                <a:srgbClr val="4E6584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618935" y="3315851"/>
            <a:ext cx="89154" cy="89154"/>
          </a:xfrm>
          <a:prstGeom prst="roundRect">
            <a:avLst>
              <a:gd name="adj" fmla="val 50000"/>
            </a:avLst>
          </a:prstGeom>
          <a:solidFill>
            <a:srgbClr val="003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565"/>
          </a:p>
        </p:txBody>
      </p:sp>
      <p:sp>
        <p:nvSpPr>
          <p:cNvPr id="32" name="TextBox 31"/>
          <p:cNvSpPr txBox="1"/>
          <p:nvPr/>
        </p:nvSpPr>
        <p:spPr>
          <a:xfrm>
            <a:off x="384049" y="3290216"/>
            <a:ext cx="192024" cy="14042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8000"/>
              </a:lnSpc>
            </a:pPr>
            <a:r>
              <a:rPr sz="715" b="1">
                <a:solidFill>
                  <a:srgbClr val="8A5D06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6 月</a:t>
            </a:r>
            <a:endParaRPr sz="715" b="1">
              <a:solidFill>
                <a:srgbClr val="8A5D06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73241" y="3279414"/>
            <a:ext cx="822962" cy="15517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790" b="1">
                <a:solidFill>
                  <a:srgbClr val="003669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系统放行与培训</a:t>
            </a:r>
            <a:endParaRPr sz="790" b="1">
              <a:solidFill>
                <a:srgbClr val="003669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623635" y="3297591"/>
            <a:ext cx="2585004" cy="1256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640">
                <a:solidFill>
                  <a:srgbClr val="4E6584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1、EIMS 系统 SOP 生效培训；2、EIMS 系统验证后放行；</a:t>
            </a:r>
            <a:endParaRPr sz="640">
              <a:solidFill>
                <a:srgbClr val="4E6584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384049" y="3607317"/>
            <a:ext cx="37719" cy="137160"/>
          </a:xfrm>
          <a:prstGeom prst="rect">
            <a:avLst/>
          </a:prstGeom>
          <a:solidFill>
            <a:srgbClr val="C88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565"/>
          </a:p>
        </p:txBody>
      </p:sp>
      <p:sp>
        <p:nvSpPr>
          <p:cNvPr id="36" name="TextBox 35"/>
          <p:cNvSpPr txBox="1"/>
          <p:nvPr/>
        </p:nvSpPr>
        <p:spPr>
          <a:xfrm>
            <a:off x="493777" y="3593600"/>
            <a:ext cx="3654855" cy="192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75" b="1">
                <a:solidFill>
                  <a:srgbClr val="003669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2026 年下半年工作计划</a:t>
            </a:r>
            <a:endParaRPr sz="975" b="1">
              <a:solidFill>
                <a:srgbClr val="003669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384049" y="3785625"/>
            <a:ext cx="3764583" cy="249174"/>
          </a:xfrm>
          <a:prstGeom prst="roundRect">
            <a:avLst>
              <a:gd name="adj" fmla="val 45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565"/>
          </a:p>
        </p:txBody>
      </p:sp>
      <p:sp>
        <p:nvSpPr>
          <p:cNvPr id="38" name="TextBox 37"/>
          <p:cNvSpPr txBox="1"/>
          <p:nvPr/>
        </p:nvSpPr>
        <p:spPr>
          <a:xfrm>
            <a:off x="480061" y="3840001"/>
            <a:ext cx="1062992" cy="14042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715" b="1">
                <a:solidFill>
                  <a:srgbClr val="003669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设备全生命周期管理</a:t>
            </a:r>
            <a:endParaRPr sz="715" b="1">
              <a:solidFill>
                <a:srgbClr val="003669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543054" y="3788512"/>
            <a:ext cx="2509566" cy="243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4000"/>
              </a:lnSpc>
            </a:pPr>
            <a:r>
              <a:rPr sz="640">
                <a:solidFill>
                  <a:srgbClr val="4E6584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基于设备全生命周期管理 (ASM-037)：内控平台功能模块开发（备品备件管理），进一步完善设备全生命周期管理</a:t>
            </a:r>
            <a:endParaRPr sz="640">
              <a:solidFill>
                <a:srgbClr val="4E6584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384049" y="4069090"/>
            <a:ext cx="3764583" cy="249174"/>
          </a:xfrm>
          <a:prstGeom prst="roundRect">
            <a:avLst>
              <a:gd name="adj" fmla="val 45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565"/>
          </a:p>
        </p:txBody>
      </p:sp>
      <p:sp>
        <p:nvSpPr>
          <p:cNvPr id="41" name="TextBox 40"/>
          <p:cNvSpPr txBox="1"/>
          <p:nvPr/>
        </p:nvSpPr>
        <p:spPr>
          <a:xfrm>
            <a:off x="480061" y="4123465"/>
            <a:ext cx="1062992" cy="14042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715" b="1">
                <a:solidFill>
                  <a:srgbClr val="003669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设备故障看板与报表</a:t>
            </a:r>
            <a:endParaRPr sz="715" b="1">
              <a:solidFill>
                <a:srgbClr val="003669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543054" y="4071977"/>
            <a:ext cx="2509566" cy="243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4000"/>
              </a:lnSpc>
            </a:pPr>
            <a:r>
              <a:rPr sz="640">
                <a:solidFill>
                  <a:srgbClr val="4E6584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优化设备故障分析仪表盘原型设计，实现设备故障分析报表和数据可视化。</a:t>
            </a:r>
            <a:endParaRPr sz="640">
              <a:solidFill>
                <a:srgbClr val="4E6584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384049" y="4352555"/>
            <a:ext cx="3764583" cy="249174"/>
          </a:xfrm>
          <a:prstGeom prst="roundRect">
            <a:avLst>
              <a:gd name="adj" fmla="val 45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565"/>
          </a:p>
        </p:txBody>
      </p:sp>
      <p:sp>
        <p:nvSpPr>
          <p:cNvPr id="44" name="TextBox 43"/>
          <p:cNvSpPr txBox="1"/>
          <p:nvPr/>
        </p:nvSpPr>
        <p:spPr>
          <a:xfrm>
            <a:off x="480061" y="4406930"/>
            <a:ext cx="1062992" cy="14042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715" b="1">
                <a:solidFill>
                  <a:srgbClr val="003669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内控平台数据互通</a:t>
            </a:r>
            <a:endParaRPr sz="715" b="1">
              <a:solidFill>
                <a:srgbClr val="003669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543054" y="4355442"/>
            <a:ext cx="2509566" cy="243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4000"/>
              </a:lnSpc>
            </a:pPr>
            <a:r>
              <a:rPr sz="640">
                <a:solidFill>
                  <a:srgbClr val="4E6584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内控平台功能升级、历史数据迁移及验证环境数据共享，实现与 EIMS 的数据互通，预计 8 月份完成。</a:t>
            </a:r>
            <a:endParaRPr sz="640">
              <a:solidFill>
                <a:srgbClr val="4E6584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4410507" y="822962"/>
            <a:ext cx="4419293" cy="2135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1" dirty="0" err="1" smtClean="0">
                <a:solidFill>
                  <a:srgbClr val="003669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巡检管理系统</a:t>
            </a:r>
            <a:r>
              <a:rPr lang="zh-CN" altLang="en-US" sz="1200" b="1" dirty="0" smtClean="0">
                <a:solidFill>
                  <a:srgbClr val="003669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和隐患台账</a:t>
            </a:r>
            <a:endParaRPr sz="1200" b="1" dirty="0">
              <a:solidFill>
                <a:srgbClr val="003669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410507" y="1014987"/>
            <a:ext cx="4419293" cy="1404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15" b="1">
                <a:solidFill>
                  <a:srgbClr val="4E6584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Inspection Management System · EHS 隐患排查</a:t>
            </a:r>
            <a:endParaRPr sz="715" b="1">
              <a:solidFill>
                <a:srgbClr val="4E6584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4410507" y="1207011"/>
            <a:ext cx="37719" cy="137160"/>
          </a:xfrm>
          <a:prstGeom prst="rect">
            <a:avLst/>
          </a:prstGeom>
          <a:solidFill>
            <a:srgbClr val="C88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565"/>
          </a:p>
        </p:txBody>
      </p:sp>
      <p:sp>
        <p:nvSpPr>
          <p:cNvPr id="49" name="TextBox 48"/>
          <p:cNvSpPr txBox="1"/>
          <p:nvPr/>
        </p:nvSpPr>
        <p:spPr>
          <a:xfrm>
            <a:off x="4520236" y="1193294"/>
            <a:ext cx="4309565" cy="192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75" b="1">
                <a:solidFill>
                  <a:srgbClr val="003669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系统界面与隐患台账</a:t>
            </a:r>
            <a:endParaRPr sz="975" b="1">
              <a:solidFill>
                <a:srgbClr val="003669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4410507" y="1385319"/>
            <a:ext cx="4419293" cy="2000880"/>
          </a:xfrm>
          <a:prstGeom prst="roundRect">
            <a:avLst>
              <a:gd name="adj" fmla="val 2000"/>
            </a:avLst>
          </a:prstGeom>
          <a:solidFill>
            <a:srgbClr val="DDE7F3"/>
          </a:solidFill>
          <a:ln w="9525">
            <a:solidFill>
              <a:srgbClr val="C6D5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565"/>
          </a:p>
        </p:txBody>
      </p:sp>
      <p:pic>
        <p:nvPicPr>
          <p:cNvPr id="51" name="Picture 50" descr="巡检管理系统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65372" y="1456974"/>
            <a:ext cx="4309565" cy="1857571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4410507" y="3441064"/>
            <a:ext cx="4419293" cy="3152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800" dirty="0">
                <a:solidFill>
                  <a:srgbClr val="4E6584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EHS </a:t>
            </a:r>
            <a:r>
              <a:rPr sz="800" dirty="0" err="1">
                <a:solidFill>
                  <a:srgbClr val="4E6584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隐患排查台账（查询区间</a:t>
            </a:r>
            <a:r>
              <a:rPr sz="800" dirty="0">
                <a:solidFill>
                  <a:srgbClr val="4E6584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 2026-01-01 至 2026-07-30；截图显示累计 35,684 条</a:t>
            </a:r>
            <a:r>
              <a:rPr sz="800" dirty="0" smtClean="0">
                <a:solidFill>
                  <a:srgbClr val="4E6584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）</a:t>
            </a:r>
            <a:endParaRPr lang="en-US" sz="800" dirty="0" smtClean="0">
              <a:solidFill>
                <a:srgbClr val="4E6584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  <a:p>
            <a:pPr algn="l">
              <a:lnSpc>
                <a:spcPct val="128000"/>
              </a:lnSpc>
            </a:pPr>
            <a:r>
              <a:rPr lang="zh-CN" altLang="en-US" sz="800" dirty="0" smtClean="0">
                <a:solidFill>
                  <a:srgbClr val="4E6584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其中关于</a:t>
            </a:r>
            <a:r>
              <a:rPr lang="en-US" altLang="zh-CN" sz="800" dirty="0" smtClean="0">
                <a:solidFill>
                  <a:srgbClr val="4E6584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200L</a:t>
            </a:r>
            <a:r>
              <a:rPr lang="zh-CN" altLang="en-US" sz="800" dirty="0" smtClean="0">
                <a:solidFill>
                  <a:srgbClr val="4E6584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桶的隐患发现项</a:t>
            </a:r>
            <a:r>
              <a:rPr lang="en-US" altLang="zh-CN" sz="800" dirty="0" smtClean="0">
                <a:solidFill>
                  <a:srgbClr val="4E6584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288</a:t>
            </a:r>
            <a:r>
              <a:rPr lang="zh-CN" altLang="en-US" sz="800" dirty="0" smtClean="0">
                <a:solidFill>
                  <a:srgbClr val="4E6584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条。</a:t>
            </a:r>
            <a:endParaRPr sz="800" dirty="0">
              <a:solidFill>
                <a:srgbClr val="4E6584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384049" y="4732032"/>
            <a:ext cx="8373638" cy="125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640">
                <a:solidFill>
                  <a:srgbClr val="4E6584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设备系统数据来自设备管理系统汇报材料；巡检系统信息取自系统界面截图</a:t>
            </a:r>
            <a:endParaRPr sz="640">
              <a:solidFill>
                <a:srgbClr val="4E6584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54" name="TextBox 5"/>
          <p:cNvSpPr txBox="1">
            <a:spLocks noChangeArrowheads="1"/>
          </p:cNvSpPr>
          <p:nvPr/>
        </p:nvSpPr>
        <p:spPr bwMode="auto">
          <a:xfrm>
            <a:off x="4786980" y="136785"/>
            <a:ext cx="416600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9pPr>
          </a:lstStyle>
          <a:p>
            <a:pPr marL="0" marR="0" lvl="0" indent="0" algn="r" defTabSz="30924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B266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设备管理系统</a:t>
            </a:r>
            <a:r>
              <a:rPr kumimoji="0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B266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&amp;</a:t>
            </a:r>
            <a:r>
              <a:rPr kumimoji="0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B266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巡检管理系统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1B266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5" name="Rectangle 54"/>
          <p:cNvSpPr/>
          <p:nvPr/>
        </p:nvSpPr>
        <p:spPr>
          <a:xfrm flipH="1">
            <a:off x="4233672" y="1069848"/>
            <a:ext cx="23774" cy="3703320"/>
          </a:xfrm>
          <a:prstGeom prst="rect">
            <a:avLst/>
          </a:prstGeom>
          <a:solidFill>
            <a:srgbClr val="9FB6D4"/>
          </a:solidFill>
          <a:ln>
            <a:noFill/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6" name="Rounded Rectangle 55"/>
          <p:cNvSpPr/>
          <p:nvPr/>
        </p:nvSpPr>
        <p:spPr>
          <a:xfrm>
            <a:off x="4407408" y="3785615"/>
            <a:ext cx="4416552" cy="896112"/>
          </a:xfrm>
          <a:prstGeom prst="roundRect">
            <a:avLst>
              <a:gd name="adj" fmla="val 5000"/>
            </a:avLst>
          </a:prstGeom>
          <a:solidFill>
            <a:srgbClr val="EDF2FA"/>
          </a:solidFill>
          <a:ln w="9525">
            <a:solidFill>
              <a:srgbClr val="C7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407408" y="3785615"/>
            <a:ext cx="41148" cy="896112"/>
          </a:xfrm>
          <a:prstGeom prst="rect">
            <a:avLst/>
          </a:prstGeom>
          <a:solidFill>
            <a:srgbClr val="1D42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44568" y="3822191"/>
            <a:ext cx="41605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60" b="1" i="0">
                <a:solidFill>
                  <a:srgbClr val="132556"/>
                </a:solidFill>
                <a:latin typeface="Arial"/>
                <a:ea typeface="微软雅黑"/>
                <a:cs typeface="Arial"/>
              </a:rPr>
              <a:t>安全隐患台账标准化管理方案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44568" y="3950207"/>
            <a:ext cx="4160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640" b="0" i="0">
                <a:solidFill>
                  <a:srgbClr val="55677D"/>
                </a:solidFill>
                <a:latin typeface="Arial"/>
                <a:ea typeface="微软雅黑"/>
                <a:cs typeface="Arial"/>
              </a:rPr>
              <a:t>隐患全生命周期数字化载体：源头可查 · 过程可控 · 趋势可分析 · 责任可追溯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44568" y="4050791"/>
            <a:ext cx="4160520" cy="603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64008" indent="-64008">
              <a:lnSpc>
                <a:spcPct val="112000"/>
              </a:lnSpc>
              <a:buFont typeface="Arial"/>
              <a:buChar char="●"/>
            </a:pPr>
            <a:r>
              <a:rPr sz="700" b="1">
                <a:solidFill>
                  <a:srgbClr val="1D42E1"/>
                </a:solidFill>
                <a:latin typeface="Arial"/>
                <a:ea typeface="微软雅黑"/>
                <a:cs typeface="Arial"/>
              </a:rPr>
              <a:t>统一台账：</a:t>
            </a:r>
            <a:r>
              <a:rPr sz="700" b="0">
                <a:solidFill>
                  <a:srgbClr val="252D30"/>
                </a:solidFill>
                <a:latin typeface="Arial"/>
                <a:ea typeface="微软雅黑"/>
                <a:cs typeface="Arial"/>
              </a:rPr>
              <a:t>巡检、自查、督查隐患同库登记，19 项必填字段，每条绑定整改前后照片</a:t>
            </a:r>
          </a:p>
          <a:p>
            <a:pPr algn="l" marL="64008" indent="-64008">
              <a:lnSpc>
                <a:spcPct val="112000"/>
              </a:lnSpc>
              <a:buFont typeface="Arial"/>
              <a:buChar char="●"/>
            </a:pPr>
            <a:r>
              <a:rPr sz="700" b="1">
                <a:solidFill>
                  <a:srgbClr val="1D42E1"/>
                </a:solidFill>
                <a:latin typeface="Arial"/>
                <a:ea typeface="微软雅黑"/>
                <a:cs typeface="Arial"/>
              </a:rPr>
              <a:t>闭环管控：</a:t>
            </a:r>
            <a:r>
              <a:rPr sz="700" b="0">
                <a:solidFill>
                  <a:srgbClr val="252D30"/>
                </a:solidFill>
                <a:latin typeface="Arial"/>
                <a:ea typeface="微软雅黑"/>
                <a:cs typeface="Arial"/>
              </a:rPr>
              <a:t>未整改→整改中→复查待验收→已闭环→延期整改；到期前 3 天预警、超期推送、无佐证不予销号</a:t>
            </a:r>
          </a:p>
          <a:p>
            <a:pPr algn="l" marL="64008" indent="-64008">
              <a:lnSpc>
                <a:spcPct val="112000"/>
              </a:lnSpc>
              <a:buFont typeface="Arial"/>
              <a:buChar char="●"/>
            </a:pPr>
            <a:r>
              <a:rPr sz="700" b="1">
                <a:solidFill>
                  <a:srgbClr val="1D42E1"/>
                </a:solidFill>
                <a:latin typeface="Arial"/>
                <a:ea typeface="微软雅黑"/>
                <a:cs typeface="Arial"/>
              </a:rPr>
              <a:t>分级督办：</a:t>
            </a:r>
            <a:r>
              <a:rPr sz="700" b="0">
                <a:solidFill>
                  <a:srgbClr val="252D30"/>
                </a:solidFill>
                <a:latin typeface="Arial"/>
                <a:ea typeface="微软雅黑"/>
                <a:cs typeface="Arial"/>
              </a:rPr>
              <a:t>重大/较大/一般由安全部门统一定级，重大隐患挂牌督办并落实临时管控</a:t>
            </a:r>
          </a:p>
          <a:p>
            <a:pPr algn="l" marL="64008" indent="-64008">
              <a:lnSpc>
                <a:spcPct val="112000"/>
              </a:lnSpc>
              <a:buFont typeface="Arial"/>
              <a:buChar char="●"/>
            </a:pPr>
            <a:r>
              <a:rPr sz="700" b="1">
                <a:solidFill>
                  <a:srgbClr val="1D42E1"/>
                </a:solidFill>
                <a:latin typeface="Arial"/>
                <a:ea typeface="微软雅黑"/>
                <a:cs typeface="Arial"/>
              </a:rPr>
              <a:t>数据运用：</a:t>
            </a:r>
            <a:r>
              <a:rPr sz="700" b="0">
                <a:solidFill>
                  <a:srgbClr val="252D30"/>
                </a:solidFill>
                <a:latin typeface="Arial"/>
                <a:ea typeface="微软雅黑"/>
                <a:cs typeface="Arial"/>
              </a:rPr>
              <a:t>月度输出区域、类型与重复性隐患分析，支撑考核、专项行动与风险清单更新</a:t>
            </a:r>
          </a:p>
          <a:p>
            <a:pPr algn="l" marL="64008" indent="-64008">
              <a:lnSpc>
                <a:spcPct val="112000"/>
              </a:lnSpc>
              <a:buFont typeface="Arial"/>
              <a:buChar char="●"/>
            </a:pPr>
            <a:r>
              <a:rPr sz="700" b="1">
                <a:solidFill>
                  <a:srgbClr val="1D42E1"/>
                </a:solidFill>
                <a:latin typeface="Arial"/>
                <a:ea typeface="微软雅黑"/>
                <a:cs typeface="Arial"/>
              </a:rPr>
              <a:t>硬性规则：</a:t>
            </a:r>
            <a:r>
              <a:rPr sz="700" b="0">
                <a:solidFill>
                  <a:srgbClr val="252D30"/>
                </a:solidFill>
                <a:latin typeface="Arial"/>
                <a:ea typeface="微软雅黑"/>
                <a:cs typeface="Arial"/>
              </a:rPr>
              <a:t>禁造假、禁拆分重大隐患、权限分离留痕；电子台账永久保存，纸质≥3 年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4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9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6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1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3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2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12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7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51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8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13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10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14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15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16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17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18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19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20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21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22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23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36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7.xml><?xml version="1.0" encoding="utf-8"?>
<a:theme xmlns:a="http://schemas.openxmlformats.org/drawingml/2006/main" name="37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8.xml><?xml version="1.0" encoding="utf-8"?>
<a:theme xmlns:a="http://schemas.openxmlformats.org/drawingml/2006/main" name="24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9.xml><?xml version="1.0" encoding="utf-8"?>
<a:theme xmlns:a="http://schemas.openxmlformats.org/drawingml/2006/main" name="25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0.xml><?xml version="1.0" encoding="utf-8"?>
<a:theme xmlns:a="http://schemas.openxmlformats.org/drawingml/2006/main" name="27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1.xml><?xml version="1.0" encoding="utf-8"?>
<a:theme xmlns:a="http://schemas.openxmlformats.org/drawingml/2006/main" name="28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solidFill>
            <a:srgbClr val="FF0000"/>
          </a:solidFill>
        </a:ln>
      </a:spPr>
      <a:bodyPr rtlCol="0" anchor="ctr"/>
      <a:lstStyle>
        <a:defPPr algn="ctr" defTabSz="1828800" fontAlgn="ctr">
          <a:spcBef>
            <a:spcPts val="0"/>
          </a:spcBef>
          <a:spcAft>
            <a:spcPts val="0"/>
          </a:spcAft>
          <a:defRPr sz="2400" b="1" dirty="0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2.xml><?xml version="1.0" encoding="utf-8"?>
<a:theme xmlns:a="http://schemas.openxmlformats.org/drawingml/2006/main" name="26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wrap="square">
        <a:spAutoFit/>
      </a:bodyPr>
      <a:lstStyle>
        <a:defPPr algn="just">
          <a:spcAft>
            <a:spcPts val="0"/>
          </a:spcAft>
          <a:defRPr sz="2400" kern="100" dirty="0">
            <a:solidFill>
              <a:srgbClr val="FF0000"/>
            </a:solidFill>
            <a:latin typeface="等线" panose="02010600030101010101" pitchFamily="2" charset="-122"/>
            <a:ea typeface="等线" panose="02010600030101010101" pitchFamily="2" charset="-122"/>
            <a:cs typeface="Times New Roman" panose="02020603050405020304" pitchFamily="18" charset="0"/>
          </a:defRPr>
        </a:defPPr>
      </a:lst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3.xml><?xml version="1.0" encoding="utf-8"?>
<a:theme xmlns:a="http://schemas.openxmlformats.org/drawingml/2006/main" name="54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h3vdqsxh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4.xml><?xml version="1.0" encoding="utf-8"?>
<a:theme xmlns:a="http://schemas.openxmlformats.org/drawingml/2006/main" name="29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5.xml><?xml version="1.0" encoding="utf-8"?>
<a:theme xmlns:a="http://schemas.openxmlformats.org/drawingml/2006/main" name="30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6.xml><?xml version="1.0" encoding="utf-8"?>
<a:theme xmlns:a="http://schemas.openxmlformats.org/drawingml/2006/main" name="1_White">
  <a:themeElements>
    <a:clrScheme name="自定义 4">
      <a:dk1>
        <a:srgbClr val="003669"/>
      </a:dk1>
      <a:lt1>
        <a:srgbClr val="FFFFFF"/>
      </a:lt1>
      <a:dk2>
        <a:srgbClr val="3263A7"/>
      </a:dk2>
      <a:lt2>
        <a:srgbClr val="E7E6E6"/>
      </a:lt2>
      <a:accent1>
        <a:srgbClr val="4472C4"/>
      </a:accent1>
      <a:accent2>
        <a:srgbClr val="E5B620"/>
      </a:accent2>
      <a:accent3>
        <a:srgbClr val="2649AB"/>
      </a:accent3>
      <a:accent4>
        <a:srgbClr val="FFC000"/>
      </a:accent4>
      <a:accent5>
        <a:srgbClr val="5B9BD5"/>
      </a:accent5>
      <a:accent6>
        <a:srgbClr val="2AA9DB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7.xml><?xml version="1.0" encoding="utf-8"?>
<a:theme xmlns:a="http://schemas.openxmlformats.org/drawingml/2006/main" name="4_White">
  <a:themeElements>
    <a:clrScheme name="自定义 4">
      <a:dk1>
        <a:srgbClr val="003669"/>
      </a:dk1>
      <a:lt1>
        <a:srgbClr val="FFFFFF"/>
      </a:lt1>
      <a:dk2>
        <a:srgbClr val="3263A7"/>
      </a:dk2>
      <a:lt2>
        <a:srgbClr val="E7E6E6"/>
      </a:lt2>
      <a:accent1>
        <a:srgbClr val="4472C4"/>
      </a:accent1>
      <a:accent2>
        <a:srgbClr val="E5B620"/>
      </a:accent2>
      <a:accent3>
        <a:srgbClr val="2649AB"/>
      </a:accent3>
      <a:accent4>
        <a:srgbClr val="FFC000"/>
      </a:accent4>
      <a:accent5>
        <a:srgbClr val="5B9BD5"/>
      </a:accent5>
      <a:accent6>
        <a:srgbClr val="2AA9DB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8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77BF"/>
      </a:accent1>
      <a:accent2>
        <a:srgbClr val="D0CDD0"/>
      </a:accent2>
      <a:accent3>
        <a:srgbClr val="BDBEBD"/>
      </a:accent3>
      <a:accent4>
        <a:srgbClr val="ACAAAD"/>
      </a:accent4>
      <a:accent5>
        <a:srgbClr val="9B999C"/>
      </a:accent5>
      <a:accent6>
        <a:srgbClr val="545554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>
            <a:alpha val="60000"/>
          </a:schemeClr>
        </a:solidFill>
        <a:ln w="12700" cap="flat">
          <a:noFill/>
          <a:miter lim="400000"/>
        </a:ln>
      </a:spPr>
      <a:bodyPr rot="0" spcFirstLastPara="1" vertOverflow="overflow" horzOverflow="overflow" vert="horz" wrap="square" lIns="38100" tIns="38100" rIns="38100" bIns="381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Light"/>
            <a:ea typeface="Helvetica Light"/>
            <a:cs typeface="Helvetica Light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2000" b="0" i="0" u="none" strike="noStrike" cap="none" spc="0" normalizeH="0" baseline="0">
            <a:ln>
              <a:noFill/>
            </a:ln>
            <a:solidFill>
              <a:srgbClr val="252D30"/>
            </a:solidFill>
            <a:effectLst/>
            <a:uFillTx/>
            <a:latin typeface="Arial" panose="020B0604020202020204"/>
            <a:ea typeface="Arial" panose="020B0604020202020204"/>
            <a:cs typeface="Arial" panose="020B0604020202020204"/>
            <a:sym typeface="Arial" panose="020B060402020202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4912</Words>
  <Application>WPS Presentation</Application>
  <PresentationFormat>全屏显示(16:9)</PresentationFormat>
  <Paragraphs>274</Paragraphs>
  <Slides>5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37</vt:i4>
      </vt:variant>
      <vt:variant>
        <vt:lpstr>幻灯片标题</vt:lpstr>
      </vt:variant>
      <vt:variant>
        <vt:i4>5</vt:i4>
      </vt:variant>
    </vt:vector>
  </HeadingPairs>
  <TitlesOfParts>
    <vt:vector size="59" baseType="lpstr">
      <vt:lpstr>Arial</vt:lpstr>
      <vt:lpstr>宋体</vt:lpstr>
      <vt:lpstr>Wingdings</vt:lpstr>
      <vt:lpstr>Helvetica Neue</vt:lpstr>
      <vt:lpstr>微软雅黑</vt:lpstr>
      <vt:lpstr>Arial</vt:lpstr>
      <vt:lpstr>华文楷体</vt:lpstr>
      <vt:lpstr>Times New Roman</vt:lpstr>
      <vt:lpstr>Helvetica Light</vt:lpstr>
      <vt:lpstr>Open Sans</vt:lpstr>
      <vt:lpstr>等线</vt:lpstr>
      <vt:lpstr>Times New Roman</vt:lpstr>
      <vt:lpstr>Helvetica Neue</vt:lpstr>
      <vt:lpstr>黑体</vt:lpstr>
      <vt:lpstr>Arial Unicode MS</vt:lpstr>
      <vt:lpstr>Arial Black</vt:lpstr>
      <vt:lpstr>Segoe Print</vt:lpstr>
      <vt:lpstr>4_webwppDefTheme</vt:lpstr>
      <vt:lpstr>5_webwppDefTheme</vt:lpstr>
      <vt:lpstr>9_webwppDefTheme</vt:lpstr>
      <vt:lpstr>6_webwppDefTheme</vt:lpstr>
      <vt:lpstr>webwppDefTheme</vt:lpstr>
      <vt:lpstr>11_webwppDefTheme</vt:lpstr>
      <vt:lpstr>1_webwppDefTheme</vt:lpstr>
      <vt:lpstr>3_webwppDefTheme</vt:lpstr>
      <vt:lpstr>2_webwppDefTheme</vt:lpstr>
      <vt:lpstr>12_webwppDefTheme</vt:lpstr>
      <vt:lpstr>7_webwppDefTheme</vt:lpstr>
      <vt:lpstr>51_webwppDefTheme</vt:lpstr>
      <vt:lpstr>8_webwppDefTheme</vt:lpstr>
      <vt:lpstr>13_webwppDefTheme</vt:lpstr>
      <vt:lpstr>10_webwppDefTheme</vt:lpstr>
      <vt:lpstr>14_webwppDefTheme</vt:lpstr>
      <vt:lpstr>15_webwppDefTheme</vt:lpstr>
      <vt:lpstr>16_webwppDefTheme</vt:lpstr>
      <vt:lpstr>17_webwppDefTheme</vt:lpstr>
      <vt:lpstr>18_webwppDefTheme</vt:lpstr>
      <vt:lpstr>19_webwppDefTheme</vt:lpstr>
      <vt:lpstr>20_webwppDefTheme</vt:lpstr>
      <vt:lpstr>21_webwppDefTheme</vt:lpstr>
      <vt:lpstr>22_webwppDefTheme</vt:lpstr>
      <vt:lpstr>23_webwppDefTheme</vt:lpstr>
      <vt:lpstr>36_webwppDefTheme</vt:lpstr>
      <vt:lpstr>37_webwppDefTheme</vt:lpstr>
      <vt:lpstr>24_webwppDefTheme</vt:lpstr>
      <vt:lpstr>25_webwppDefTheme</vt:lpstr>
      <vt:lpstr>27_webwppDefTheme</vt:lpstr>
      <vt:lpstr>28_webwppDefTheme</vt:lpstr>
      <vt:lpstr>26_webwppDefTheme</vt:lpstr>
      <vt:lpstr>54_webwppDefTheme</vt:lpstr>
      <vt:lpstr>29_webwppDefTheme</vt:lpstr>
      <vt:lpstr>30_webwppDefTheme</vt:lpstr>
      <vt:lpstr>1_White</vt:lpstr>
      <vt:lpstr>4_White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</dc:title>
  <dc:creator>qianjianghao</dc:creator>
  <cp:lastModifiedBy>李涛</cp:lastModifiedBy>
  <cp:revision>2204</cp:revision>
  <cp:lastPrinted>2020-08-24T06:52:00Z</cp:lastPrinted>
  <dcterms:created xsi:type="dcterms:W3CDTF">2020-08-24T06:52:00Z</dcterms:created>
  <dcterms:modified xsi:type="dcterms:W3CDTF">2026-07-30T11:07:53Z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1033-12.1.0.27458</vt:lpwstr>
  </property>
  <property fmtid="{D5CDD505-2E9C-101B-9397-08002B2CF9AE}" pid="3" name="ICV">
    <vt:lpwstr>6CE3AC170A46476F9F966556CB5A9253</vt:lpwstr>
  </property>
</Properties>
</file>