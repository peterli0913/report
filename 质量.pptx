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7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8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9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0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11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12.xml" ContentType="application/vnd.openxmlformats-officedocument.theme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3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4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15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theme/theme16.xml" ContentType="application/vnd.openxmlformats-officedocument.theme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theme/theme17.xml" ContentType="application/vnd.openxmlformats-officedocument.theme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theme/theme18.xml" ContentType="application/vnd.openxmlformats-officedocument.theme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9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theme/theme20.xml" ContentType="application/vnd.openxmlformats-officedocument.theme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theme/theme21.xml" ContentType="application/vnd.openxmlformats-officedocument.theme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theme/theme22.xml" ContentType="application/vnd.openxmlformats-officedocument.theme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theme/theme23.xml" ContentType="application/vnd.openxmlformats-officedocument.theme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theme/theme24.xml" ContentType="application/vnd.openxmlformats-officedocument.theme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theme/theme25.xml" ContentType="application/vnd.openxmlformats-officedocument.theme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theme/theme26.xml" ContentType="application/vnd.openxmlformats-officedocument.theme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theme/theme27.xml" ContentType="application/vnd.openxmlformats-officedocument.theme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theme/theme28.xml" ContentType="application/vnd.openxmlformats-officedocument.theme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theme/theme29.xml" ContentType="application/vnd.openxmlformats-officedocument.theme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theme/theme30.xml" ContentType="application/vnd.openxmlformats-officedocument.theme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theme/theme31.xml" ContentType="application/vnd.openxmlformats-officedocument.theme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theme/theme32.xml" ContentType="application/vnd.openxmlformats-officedocument.theme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theme/theme33.xml" ContentType="application/vnd.openxmlformats-officedocument.theme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theme/theme34.xml" ContentType="application/vnd.openxmlformats-officedocument.theme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theme/theme35.xml" ContentType="application/vnd.openxmlformats-officedocument.theme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theme/theme36.xml" ContentType="application/vnd.openxmlformats-officedocument.theme+xml"/>
  <Override PartName="/ppt/theme/theme3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713" r:id="rId1"/>
    <p:sldMasterId id="2147483725" r:id="rId2"/>
    <p:sldMasterId id="2147483737" r:id="rId3"/>
    <p:sldMasterId id="2147483748" r:id="rId4"/>
    <p:sldMasterId id="2147483760" r:id="rId5"/>
    <p:sldMasterId id="2147483773" r:id="rId6"/>
    <p:sldMasterId id="2147483838" r:id="rId7"/>
    <p:sldMasterId id="2147483849" r:id="rId8"/>
    <p:sldMasterId id="2147483860" r:id="rId9"/>
    <p:sldMasterId id="2147483872" r:id="rId10"/>
    <p:sldMasterId id="2147483898" r:id="rId11"/>
    <p:sldMasterId id="2147484025" r:id="rId12"/>
    <p:sldMasterId id="2147484057" r:id="rId13"/>
    <p:sldMasterId id="2147484095" r:id="rId14"/>
    <p:sldMasterId id="2147484107" r:id="rId15"/>
    <p:sldMasterId id="2147484118" r:id="rId16"/>
    <p:sldMasterId id="2147484173" r:id="rId17"/>
    <p:sldMasterId id="2147484220" r:id="rId18"/>
    <p:sldMasterId id="2147484506" r:id="rId19"/>
    <p:sldMasterId id="2147484518" r:id="rId20"/>
    <p:sldMasterId id="2147484531" r:id="rId21"/>
    <p:sldMasterId id="2147484543" r:id="rId22"/>
    <p:sldMasterId id="2147484570" r:id="rId23"/>
    <p:sldMasterId id="2147484581" r:id="rId24"/>
    <p:sldMasterId id="2147484605" r:id="rId25"/>
    <p:sldMasterId id="2147484617" r:id="rId26"/>
    <p:sldMasterId id="2147484628" r:id="rId27"/>
    <p:sldMasterId id="2147484639" r:id="rId28"/>
    <p:sldMasterId id="2147484651" r:id="rId29"/>
    <p:sldMasterId id="2147484688" r:id="rId30"/>
    <p:sldMasterId id="2147484694" r:id="rId31"/>
    <p:sldMasterId id="2147484705" r:id="rId32"/>
    <p:sldMasterId id="2147484716" r:id="rId33"/>
    <p:sldMasterId id="2147484810" r:id="rId34"/>
    <p:sldMasterId id="2147484848" r:id="rId35"/>
    <p:sldMasterId id="2147485294" r:id="rId36"/>
  </p:sldMasterIdLst>
  <p:notesMasterIdLst>
    <p:notesMasterId r:id="rId38"/>
  </p:notesMasterIdLst>
  <p:sldIdLst>
    <p:sldId id="4786" r:id="rId37"/>
  </p:sldIdLst>
  <p:sldSz cx="9144000" cy="5143500" type="screen16x9"/>
  <p:notesSz cx="6858000" cy="9144000"/>
  <p:defaultTextStyle>
    <a:defPPr>
      <a:defRPr lang="en-US"/>
    </a:defPPr>
    <a:lvl1pPr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171450" indent="-8572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342900" indent="-17145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514350" indent="-25717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685800" indent="-34290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8572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10287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12001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13716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E986B130-2AFF-4B6C-ACE2-764B932D0865}">
          <p14:sldIdLst>
            <p14:sldId id="4786"/>
          </p14:sldIdLst>
        </p14:section>
      </p14:sectionLst>
    </p:ext>
    <p:ext uri="{EFAFB233-063F-42B5-8137-9DF3F51BA10A}">
      <p15:sldGuideLst xmlns:p15="http://schemas.microsoft.com/office/powerpoint/2012/main">
        <p15:guide id="1" pos="5610" userDrawn="1">
          <p15:clr>
            <a:srgbClr val="A4A3A4"/>
          </p15:clr>
        </p15:guide>
        <p15:guide id="2" orient="horz" pos="3023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145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4" name="Mengxuan Li" initials="ML" lastIdx="35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23E3E"/>
    <a:srgbClr val="D9FC04"/>
    <a:srgbClr val="B64AB1"/>
    <a:srgbClr val="E67A4A"/>
    <a:srgbClr val="1B2764"/>
    <a:srgbClr val="1B2662"/>
    <a:srgbClr val="1D2D68"/>
    <a:srgbClr val="1C2A68"/>
    <a:srgbClr val="1A2560"/>
    <a:srgbClr val="191E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54" autoAdjust="0"/>
    <p:restoredTop sz="94587" autoAdjust="0"/>
  </p:normalViewPr>
  <p:slideViewPr>
    <p:cSldViewPr snapToGrid="0" snapToObjects="1">
      <p:cViewPr varScale="1">
        <p:scale>
          <a:sx n="93" d="100"/>
          <a:sy n="93" d="100"/>
        </p:scale>
        <p:origin x="712" y="68"/>
      </p:cViewPr>
      <p:guideLst>
        <p:guide pos="5610"/>
        <p:guide orient="horz" pos="3023"/>
        <p:guide orient="horz" pos="259"/>
        <p:guide orient="horz" pos="14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-55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commentAuthors" Target="commentAuthors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Master" Target="slideMasters/slideMaster29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278606" indent="-107156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4286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60007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7715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42862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6pPr>
    <a:lvl7pPr indent="51435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7pPr>
    <a:lvl8pPr indent="60007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8pPr>
    <a:lvl9pPr indent="68580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8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9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0.xml"/></Relationships>
</file>

<file path=ppt/slideLayouts/_rels/slideLayout3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0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0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1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2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3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4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4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5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5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6.xml"/><Relationship Id="rId4" Type="http://schemas.openxmlformats.org/officeDocument/2006/relationships/image" Target="../media/image8.png"/></Relationships>
</file>

<file path=ppt/slideLayouts/_rels/slideLayout3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6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6.xml"/></Relationships>
</file>

<file path=ppt/slideLayouts/_rels/slideLayout3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6.xml"/></Relationships>
</file>

<file path=ppt/slideLayouts/_rels/slideLayout3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58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6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9111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129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52859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8800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32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50901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9288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159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37796896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076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7098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279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527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83167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33701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08009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798860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253725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478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845919539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163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706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90086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901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8086866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0603395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87440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6570830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0149435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3441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43567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6774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5374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7201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6442623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876930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63116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6260511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855524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984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6829952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9942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7178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74501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3986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5577723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8085986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91919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5987989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901441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8591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40351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85157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3827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0085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7347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6756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96546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6987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77518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78067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271473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48355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297976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242232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049218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098260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36789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737141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862993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185787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829701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184942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752402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540806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251479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162868"/>
      </p:ext>
    </p:extLst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302514"/>
      </p:ext>
    </p:extLst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74147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957094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526501"/>
      </p:ext>
    </p:extLst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583504"/>
      </p:ext>
    </p:extLst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223694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302124"/>
      </p:ext>
    </p:extLst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828888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91000"/>
      </p:ext>
    </p:extLst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105866"/>
      </p:ext>
    </p:extLst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283564"/>
      </p:ext>
    </p:extLst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277834"/>
      </p:ext>
    </p:extLst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854111"/>
      </p:ext>
    </p:extLst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948848"/>
      </p:ext>
    </p:extLst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507497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937018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178755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40186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9364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31486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21366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45696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44513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35121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664787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6614366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89571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64414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472087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83622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23920814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2680613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1319799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33010257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703020204020201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17230990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2816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363110236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86757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94211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78439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01787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08483879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6240177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7453531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86853822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12048240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12822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sym typeface="Arial" panose="020B0604020202020204" pitchFamily="34" charset="0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66669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4680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25455"/>
      </p:ext>
    </p:extLst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66645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16822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673102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556036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68594960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09659504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58472291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636385601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5681301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0771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821679"/>
      </p:ext>
    </p:extLst>
  </p:cSld>
  <p:clrMapOvr>
    <a:masterClrMapping/>
  </p:clrMapOvr>
  <p:transition spd="med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28650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96628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59125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27221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09661641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89316886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429583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27365286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03280270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28603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703020204020201" pitchFamily="34" charset="-122"/>
                <a:ea typeface="微软雅黑" panose="020B0703020204020201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01731770"/>
      </p:ext>
    </p:extLst>
  </p:cSld>
  <p:clrMapOvr>
    <a:masterClrMapping/>
  </p:clrMapOvr>
  <p:transition spd="med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44450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25778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237884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668562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9034691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3712638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662594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08073325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7525968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926156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95802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04489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686744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466062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86897474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63834387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91296167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9548726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6524248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00026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520882"/>
      </p:ext>
    </p:extLst>
  </p:cSld>
  <p:clrMapOvr>
    <a:masterClrMapping/>
  </p:clrMapOvr>
  <p:transition spd="med"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47410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20709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1275599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2337060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9441827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7301696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2691498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175047406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06295835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4909772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11738"/>
      </p:ext>
    </p:extLst>
  </p:cSld>
  <p:clrMapOvr>
    <a:masterClrMapping/>
  </p:clrMapOvr>
  <p:transition spd="med"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98236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626432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8726652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13822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428032590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44694484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550491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51820649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11175712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75759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8511871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8756946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174781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463430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15046831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02623655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2684042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71286222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998434694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7884345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pPr eaLnBrk="1" hangingPunct="1">
                <a:defRPr/>
              </a:pPr>
              <a:t>‹#›</a:t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78218"/>
      </p:ext>
    </p:extLst>
  </p:cSld>
  <p:clrMapOvr>
    <a:masterClrMapping/>
  </p:clrMapOvr>
  <p:transition spd="med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359340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14654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9086714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558579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2433204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444213001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13871020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558529462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545348376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407163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90649"/>
      </p:ext>
    </p:extLst>
  </p:cSld>
  <p:clrMapOvr>
    <a:masterClrMapping/>
  </p:clrMapOvr>
  <p:transition spd="med"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6518851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8107167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1217301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678407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84723813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14874468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004766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392004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3862621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7757985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38563"/>
      </p:ext>
    </p:extLst>
  </p:cSld>
  <p:clrMapOvr>
    <a:masterClrMapping/>
  </p:clrMapOvr>
  <p:transition spd="med"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8421675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88529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0272916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34031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605292842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197120955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6401237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569134094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7148139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3082540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159695"/>
      </p:ext>
    </p:extLst>
  </p:cSld>
  <p:clrMapOvr>
    <a:masterClrMapping/>
  </p:clrMapOvr>
  <p:transition spd="med"/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107244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8324515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5001568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249867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142450071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95442587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2619751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283721348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60592141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8460665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752849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433086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3337984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94515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365094730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5228327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1334645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191836102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77987004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763359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0626946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3126683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747292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836855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94212648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555424112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95732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415821270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30554990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9336482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pPr eaLnBrk="1" hangingPunct="1">
                <a:defRPr/>
              </a:pPr>
              <a:t>‹#›</a:t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09044"/>
      </p:ext>
    </p:extLst>
  </p:cSld>
  <p:clrMapOvr>
    <a:masterClrMapping/>
  </p:clrMapOvr>
  <p:transition spd="med"/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979797"/>
      </p:ext>
    </p:extLst>
  </p:cSld>
  <p:clrMapOvr>
    <a:masterClrMapping/>
  </p:clrMapOvr>
  <p:transition/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914973"/>
      </p:ext>
    </p:extLst>
  </p:cSld>
  <p:clrMapOvr>
    <a:masterClrMapping/>
  </p:clrMapOvr>
  <p:transition/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47449"/>
      </p:ext>
    </p:extLst>
  </p:cSld>
  <p:clrMapOvr>
    <a:masterClrMapping/>
  </p:clrMapOvr>
  <p:transition/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922076"/>
      </p:ext>
    </p:extLst>
  </p:cSld>
  <p:clrMapOvr>
    <a:masterClrMapping/>
  </p:clrMapOvr>
  <p:transition/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809234"/>
      </p:ext>
    </p:extLst>
  </p:cSld>
  <p:clrMapOvr>
    <a:masterClrMapping/>
  </p:clrMapOvr>
  <p:transition/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734961"/>
      </p:ext>
    </p:extLst>
  </p:cSld>
  <p:clrMapOvr>
    <a:masterClrMapping/>
  </p:clrMapOvr>
  <p:transition/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505980"/>
      </p:ext>
    </p:extLst>
  </p:cSld>
  <p:clrMapOvr>
    <a:masterClrMapping/>
  </p:clrMapOvr>
  <p:transition/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582477"/>
      </p:ext>
    </p:extLst>
  </p:cSld>
  <p:clrMapOvr>
    <a:masterClrMapping/>
  </p:clrMapOvr>
  <p:transition/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683668"/>
      </p:ext>
    </p:extLst>
  </p:cSld>
  <p:clrMapOvr>
    <a:masterClrMapping/>
  </p:clrMapOvr>
  <p:transition/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98375"/>
      </p:ext>
    </p:extLst>
  </p:cSld>
  <p:clrMapOvr>
    <a:masterClrMapping/>
  </p:clrMapOvr>
  <p:transition/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812730"/>
      </p:ext>
    </p:extLst>
  </p:cSld>
  <p:clrMapOvr>
    <a:masterClrMapping/>
  </p:clrMapOvr>
  <p:transition/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423576"/>
      </p:ext>
    </p:extLst>
  </p:cSld>
  <p:clrMapOvr>
    <a:masterClrMapping/>
  </p:clrMapOvr>
  <p:transition/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714110"/>
      </p:ext>
    </p:extLst>
  </p:cSld>
  <p:clrMapOvr>
    <a:masterClrMapping/>
  </p:clrMapOvr>
  <p:transition/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045061"/>
      </p:ext>
    </p:extLst>
  </p:cSld>
  <p:clrMapOvr>
    <a:masterClrMapping/>
  </p:clrMapOvr>
  <p:transition/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0781"/>
      </p:ext>
    </p:extLst>
  </p:cSld>
  <p:clrMapOvr>
    <a:masterClrMapping/>
  </p:clrMapOvr>
  <p:transition/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030251"/>
      </p:ext>
    </p:extLst>
  </p:cSld>
  <p:clrMapOvr>
    <a:masterClrMapping/>
  </p:clrMapOvr>
  <p:transition/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97984"/>
      </p:ext>
    </p:extLst>
  </p:cSld>
  <p:clrMapOvr>
    <a:masterClrMapping/>
  </p:clrMapOvr>
  <p:transition/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631573"/>
      </p:ext>
    </p:extLst>
  </p:cSld>
  <p:clrMapOvr>
    <a:masterClrMapping/>
  </p:clrMapOvr>
  <p:transition/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59"/>
            <a:ext cx="1900833" cy="7784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1" dirty="0">
                <a:solidFill>
                  <a:schemeClr val="bg1"/>
                </a:solidFill>
                <a:latin typeface="微软雅黑" panose="020B0703020204020201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lang="zh-CN" altLang="en-US" sz="281" dirty="0">
                <a:solidFill>
                  <a:schemeClr val="bg1"/>
                </a:solidFill>
                <a:latin typeface="微软雅黑" panose="020B0703020204020201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2A93B75A-B628-4B58-A0E2-AF8B7C034669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54058"/>
      </p:ext>
    </p:extLst>
  </p:cSld>
  <p:clrMapOvr>
    <a:masterClrMapping/>
  </p:clrMapOvr>
  <p:transition/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728193"/>
      </p:ext>
    </p:extLst>
  </p:cSld>
  <p:clrMapOvr>
    <a:masterClrMapping/>
  </p:clrMapOvr>
  <p:transition/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490296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620730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1676999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335292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941803719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228545105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5982322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124476795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47579866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284594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 bwMode="auto"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 descr="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31926" y="599307"/>
            <a:ext cx="2151953" cy="42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2"/>
            <a:ext cx="7591962" cy="717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74922"/>
      </p:ext>
    </p:extLst>
  </p:cSld>
  <p:clrMapOvr>
    <a:masterClrMapping/>
  </p:clrMapOvr>
  <p:transition spd="med"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2584708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2729214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1992674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934565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614453191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68502892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5431827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121106169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860637660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4377260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871464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76158321"/>
      </p:ext>
    </p:extLst>
  </p:cSld>
  <p:clrMapOvr>
    <a:masterClrMapping/>
  </p:clrMapOvr>
  <p:transition spd="med"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sym typeface="Arial" panose="020B0604020202020204" pitchFamily="34" charset="0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3" y="427857"/>
            <a:ext cx="1605164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0422834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219609"/>
      </p:ext>
    </p:extLst>
  </p:cSld>
  <p:clrMapOvr>
    <a:masterClrMapping/>
  </p:clrMapOvr>
  <p:transition spd="med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3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81708770"/>
      </p:ext>
    </p:extLst>
  </p:cSld>
  <p:clrMapOvr>
    <a:masterClrMapping/>
  </p:clrMapOvr>
  <p:transition spd="med"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3920885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576293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9274071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490652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588241761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5638272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1818004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123091790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55431103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7091349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3360595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3186840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7075796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972092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166441479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987290478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3119351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368163945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49287416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411744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055622"/>
      </p:ext>
    </p:extLst>
  </p:cSld>
  <p:clrMapOvr>
    <a:masterClrMapping/>
  </p:clrMapOvr>
  <p:transition spd="slow">
    <p:push/>
  </p:transition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288211"/>
      </p:ext>
    </p:extLst>
  </p:cSld>
  <p:clrMapOvr>
    <a:masterClrMapping/>
  </p:clrMapOvr>
  <p:transition spd="slow">
    <p:push/>
  </p:transition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815443"/>
      </p:ext>
    </p:extLst>
  </p:cSld>
  <p:clrMapOvr>
    <a:masterClrMapping/>
  </p:clrMapOvr>
  <p:transition spd="slow">
    <p:push/>
  </p:transition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232095"/>
      </p:ext>
    </p:extLst>
  </p:cSld>
  <p:clrMapOvr>
    <a:masterClrMapping/>
  </p:clrMapOvr>
  <p:transition spd="slow">
    <p:push/>
  </p:transition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859455583"/>
      </p:ext>
    </p:extLst>
  </p:cSld>
  <p:clrMapOvr>
    <a:masterClrMapping/>
  </p:clrMapOvr>
  <p:transition spd="slow">
    <p:push/>
  </p:transition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684011972"/>
      </p:ext>
    </p:extLst>
  </p:cSld>
  <p:clrMapOvr>
    <a:masterClrMapping/>
  </p:clrMapOvr>
  <p:transition spd="slow">
    <p:push/>
  </p:transition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4692907"/>
      </p:ext>
    </p:extLst>
  </p:cSld>
  <p:clrMapOvr>
    <a:masterClrMapping/>
  </p:clrMapOvr>
  <p:transition spd="slow">
    <p:push/>
  </p:transition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94053634"/>
      </p:ext>
    </p:extLst>
  </p:cSld>
  <p:clrMapOvr>
    <a:masterClrMapping/>
  </p:clrMapOvr>
  <p:transition spd="slow">
    <p:push/>
  </p:transition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7911696"/>
      </p:ext>
    </p:extLst>
  </p:cSld>
  <p:clrMapOvr>
    <a:masterClrMapping/>
  </p:clrMapOvr>
  <p:transition spd="slow">
    <p:push/>
  </p:transition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489007"/>
      </p:ext>
    </p:extLst>
  </p:cSld>
  <p:clrMapOvr>
    <a:masterClrMapping/>
  </p:clrMapOvr>
  <p:transition spd="slow">
    <p:push/>
  </p:transition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755797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28287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843281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476435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5880101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180453305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529651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937046674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55652387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284260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2620089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20708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10674"/>
      </p:ext>
    </p:extLst>
  </p:cSld>
  <p:clrMapOvr>
    <a:masterClrMapping/>
  </p:clrMapOvr>
  <p:transition spd="med"/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5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620861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322833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1251927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4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892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68" indent="-257168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4177165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5" y="4203860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5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4219184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36130539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7997889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86083425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9555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defTabSz="309555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3756289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35209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1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3" y="228125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673891"/>
      </p:ext>
    </p:extLst>
  </p:cSld>
  <p:clrMapOvr>
    <a:masterClrMapping/>
  </p:clrMapOvr>
  <p:transition spd="med"/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694958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66534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709852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361989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529926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339090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121254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99850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2"/>
            <a:ext cx="1699576" cy="3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97696"/>
      </p:ext>
    </p:extLst>
  </p:cSld>
  <p:clrMapOvr>
    <a:masterClrMapping/>
  </p:clrMapOvr>
  <p:transition spd="med"/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0" y="4966115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  <a:t>‹#›</a:t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5153823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28043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70430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5600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132873210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04735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/><Relationship Id="rId13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3.xml"/><Relationship Id="rId12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Relationship Id="rId1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6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3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theme" Target="../theme/theme15.xml"/><Relationship Id="rId5" Type="http://schemas.openxmlformats.org/officeDocument/2006/relationships/slideLayout" Target="../slideLayouts/slideLayout156.xml"/><Relationship Id="rId10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68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5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71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5.xml"/><Relationship Id="rId7" Type="http://schemas.openxmlformats.org/officeDocument/2006/relationships/slideLayout" Target="../slideLayouts/slideLayout179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4.xml"/><Relationship Id="rId1" Type="http://schemas.openxmlformats.org/officeDocument/2006/relationships/slideLayout" Target="../slideLayouts/slideLayout173.xml"/><Relationship Id="rId6" Type="http://schemas.openxmlformats.org/officeDocument/2006/relationships/slideLayout" Target="../slideLayouts/slideLayout178.xml"/><Relationship Id="rId11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76.xml"/><Relationship Id="rId9" Type="http://schemas.openxmlformats.org/officeDocument/2006/relationships/slideLayout" Target="../slideLayouts/slideLayout18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5.xml"/><Relationship Id="rId1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9.xml"/><Relationship Id="rId11" Type="http://schemas.openxmlformats.org/officeDocument/2006/relationships/theme" Target="../theme/theme18.xml"/><Relationship Id="rId5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92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1.xml"/><Relationship Id="rId3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200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195.xml"/><Relationship Id="rId1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197.xml"/><Relationship Id="rId9" Type="http://schemas.openxmlformats.org/officeDocument/2006/relationships/slideLayout" Target="../slideLayouts/slideLayout202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3" Type="http://schemas.openxmlformats.org/officeDocument/2006/relationships/slideLayout" Target="../slideLayouts/slideLayout207.xml"/><Relationship Id="rId7" Type="http://schemas.openxmlformats.org/officeDocument/2006/relationships/slideLayout" Target="../slideLayouts/slideLayout211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18.xml"/><Relationship Id="rId7" Type="http://schemas.openxmlformats.org/officeDocument/2006/relationships/slideLayout" Target="../slideLayouts/slideLayout222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17.xml"/><Relationship Id="rId1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21.xml"/><Relationship Id="rId11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19.xml"/><Relationship Id="rId9" Type="http://schemas.openxmlformats.org/officeDocument/2006/relationships/slideLayout" Target="../slideLayouts/slideLayout224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29.xml"/><Relationship Id="rId7" Type="http://schemas.openxmlformats.org/officeDocument/2006/relationships/slideLayout" Target="../slideLayouts/slideLayout233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28.xml"/><Relationship Id="rId1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32.xml"/><Relationship Id="rId11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0.xml"/><Relationship Id="rId9" Type="http://schemas.openxmlformats.org/officeDocument/2006/relationships/slideLayout" Target="../slideLayouts/slideLayout235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5.xml"/><Relationship Id="rId3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44.xml"/><Relationship Id="rId2" Type="http://schemas.openxmlformats.org/officeDocument/2006/relationships/slideLayout" Target="../slideLayouts/slideLayout239.xml"/><Relationship Id="rId1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43.xml"/><Relationship Id="rId11" Type="http://schemas.openxmlformats.org/officeDocument/2006/relationships/theme" Target="../theme/theme23.xml"/><Relationship Id="rId5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1.xml"/><Relationship Id="rId9" Type="http://schemas.openxmlformats.org/officeDocument/2006/relationships/slideLayout" Target="../slideLayouts/slideLayout246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54.xml"/><Relationship Id="rId2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53.xml"/><Relationship Id="rId11" Type="http://schemas.openxmlformats.org/officeDocument/2006/relationships/theme" Target="../theme/theme24.xml"/><Relationship Id="rId5" Type="http://schemas.openxmlformats.org/officeDocument/2006/relationships/slideLayout" Target="../slideLayouts/slideLayout252.xml"/><Relationship Id="rId10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1.xml"/><Relationship Id="rId9" Type="http://schemas.openxmlformats.org/officeDocument/2006/relationships/slideLayout" Target="../slideLayouts/slideLayout256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5.xml"/><Relationship Id="rId3" Type="http://schemas.openxmlformats.org/officeDocument/2006/relationships/slideLayout" Target="../slideLayouts/slideLayout260.xml"/><Relationship Id="rId7" Type="http://schemas.openxmlformats.org/officeDocument/2006/relationships/slideLayout" Target="../slideLayouts/slideLayout264.xml"/><Relationship Id="rId12" Type="http://schemas.openxmlformats.org/officeDocument/2006/relationships/theme" Target="../theme/theme25.xml"/><Relationship Id="rId2" Type="http://schemas.openxmlformats.org/officeDocument/2006/relationships/slideLayout" Target="../slideLayouts/slideLayout259.xml"/><Relationship Id="rId1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8.xml"/><Relationship Id="rId5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7.xml"/><Relationship Id="rId4" Type="http://schemas.openxmlformats.org/officeDocument/2006/relationships/slideLayout" Target="../slideLayouts/slideLayout261.xml"/><Relationship Id="rId9" Type="http://schemas.openxmlformats.org/officeDocument/2006/relationships/slideLayout" Target="../slideLayouts/slideLayout266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6.xml"/><Relationship Id="rId3" Type="http://schemas.openxmlformats.org/officeDocument/2006/relationships/slideLayout" Target="../slideLayouts/slideLayout271.xml"/><Relationship Id="rId7" Type="http://schemas.openxmlformats.org/officeDocument/2006/relationships/slideLayout" Target="../slideLayouts/slideLayout275.xml"/><Relationship Id="rId2" Type="http://schemas.openxmlformats.org/officeDocument/2006/relationships/slideLayout" Target="../slideLayouts/slideLayout270.xml"/><Relationship Id="rId1" Type="http://schemas.openxmlformats.org/officeDocument/2006/relationships/slideLayout" Target="../slideLayouts/slideLayout269.xml"/><Relationship Id="rId6" Type="http://schemas.openxmlformats.org/officeDocument/2006/relationships/slideLayout" Target="../slideLayouts/slideLayout274.xml"/><Relationship Id="rId11" Type="http://schemas.openxmlformats.org/officeDocument/2006/relationships/theme" Target="../theme/theme26.xml"/><Relationship Id="rId5" Type="http://schemas.openxmlformats.org/officeDocument/2006/relationships/slideLayout" Target="../slideLayouts/slideLayout273.xml"/><Relationship Id="rId10" Type="http://schemas.openxmlformats.org/officeDocument/2006/relationships/slideLayout" Target="../slideLayouts/slideLayout278.xml"/><Relationship Id="rId4" Type="http://schemas.openxmlformats.org/officeDocument/2006/relationships/slideLayout" Target="../slideLayouts/slideLayout272.xml"/><Relationship Id="rId9" Type="http://schemas.openxmlformats.org/officeDocument/2006/relationships/slideLayout" Target="../slideLayouts/slideLayout277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6.xml"/><Relationship Id="rId3" Type="http://schemas.openxmlformats.org/officeDocument/2006/relationships/slideLayout" Target="../slideLayouts/slideLayout281.xml"/><Relationship Id="rId7" Type="http://schemas.openxmlformats.org/officeDocument/2006/relationships/slideLayout" Target="../slideLayouts/slideLayout285.xml"/><Relationship Id="rId2" Type="http://schemas.openxmlformats.org/officeDocument/2006/relationships/slideLayout" Target="../slideLayouts/slideLayout280.xml"/><Relationship Id="rId1" Type="http://schemas.openxmlformats.org/officeDocument/2006/relationships/slideLayout" Target="../slideLayouts/slideLayout279.xml"/><Relationship Id="rId6" Type="http://schemas.openxmlformats.org/officeDocument/2006/relationships/slideLayout" Target="../slideLayouts/slideLayout284.xml"/><Relationship Id="rId11" Type="http://schemas.openxmlformats.org/officeDocument/2006/relationships/theme" Target="../theme/theme27.xml"/><Relationship Id="rId5" Type="http://schemas.openxmlformats.org/officeDocument/2006/relationships/slideLayout" Target="../slideLayouts/slideLayout283.xml"/><Relationship Id="rId10" Type="http://schemas.openxmlformats.org/officeDocument/2006/relationships/slideLayout" Target="../slideLayouts/slideLayout288.xml"/><Relationship Id="rId4" Type="http://schemas.openxmlformats.org/officeDocument/2006/relationships/slideLayout" Target="../slideLayouts/slideLayout282.xml"/><Relationship Id="rId9" Type="http://schemas.openxmlformats.org/officeDocument/2006/relationships/slideLayout" Target="../slideLayouts/slideLayout287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6.xml"/><Relationship Id="rId3" Type="http://schemas.openxmlformats.org/officeDocument/2006/relationships/slideLayout" Target="../slideLayouts/slideLayout291.xml"/><Relationship Id="rId7" Type="http://schemas.openxmlformats.org/officeDocument/2006/relationships/slideLayout" Target="../slideLayouts/slideLayout295.xml"/><Relationship Id="rId12" Type="http://schemas.openxmlformats.org/officeDocument/2006/relationships/theme" Target="../theme/theme28.xml"/><Relationship Id="rId2" Type="http://schemas.openxmlformats.org/officeDocument/2006/relationships/slideLayout" Target="../slideLayouts/slideLayout290.xml"/><Relationship Id="rId1" Type="http://schemas.openxmlformats.org/officeDocument/2006/relationships/slideLayout" Target="../slideLayouts/slideLayout289.xml"/><Relationship Id="rId6" Type="http://schemas.openxmlformats.org/officeDocument/2006/relationships/slideLayout" Target="../slideLayouts/slideLayout294.xml"/><Relationship Id="rId11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93.xml"/><Relationship Id="rId10" Type="http://schemas.openxmlformats.org/officeDocument/2006/relationships/slideLayout" Target="../slideLayouts/slideLayout298.xml"/><Relationship Id="rId4" Type="http://schemas.openxmlformats.org/officeDocument/2006/relationships/slideLayout" Target="../slideLayouts/slideLayout292.xml"/><Relationship Id="rId9" Type="http://schemas.openxmlformats.org/officeDocument/2006/relationships/slideLayout" Target="../slideLayouts/slideLayout297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7.xml"/><Relationship Id="rId3" Type="http://schemas.openxmlformats.org/officeDocument/2006/relationships/slideLayout" Target="../slideLayouts/slideLayout302.xml"/><Relationship Id="rId7" Type="http://schemas.openxmlformats.org/officeDocument/2006/relationships/slideLayout" Target="../slideLayouts/slideLayout306.xml"/><Relationship Id="rId2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300.xml"/><Relationship Id="rId6" Type="http://schemas.openxmlformats.org/officeDocument/2006/relationships/slideLayout" Target="../slideLayouts/slideLayout305.xml"/><Relationship Id="rId11" Type="http://schemas.openxmlformats.org/officeDocument/2006/relationships/theme" Target="../theme/theme29.xml"/><Relationship Id="rId5" Type="http://schemas.openxmlformats.org/officeDocument/2006/relationships/slideLayout" Target="../slideLayouts/slideLayout304.xml"/><Relationship Id="rId10" Type="http://schemas.openxmlformats.org/officeDocument/2006/relationships/slideLayout" Target="../slideLayouts/slideLayout309.xml"/><Relationship Id="rId4" Type="http://schemas.openxmlformats.org/officeDocument/2006/relationships/slideLayout" Target="../slideLayouts/slideLayout303.xml"/><Relationship Id="rId9" Type="http://schemas.openxmlformats.org/officeDocument/2006/relationships/slideLayout" Target="../slideLayouts/slideLayout308.xml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1.xml"/><Relationship Id="rId1" Type="http://schemas.openxmlformats.org/officeDocument/2006/relationships/slideLayout" Target="../slideLayouts/slideLayout310.xml"/><Relationship Id="rId6" Type="http://schemas.openxmlformats.org/officeDocument/2006/relationships/theme" Target="../theme/theme30.xml"/><Relationship Id="rId5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3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2.xml"/><Relationship Id="rId3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21.xml"/><Relationship Id="rId2" Type="http://schemas.openxmlformats.org/officeDocument/2006/relationships/slideLayout" Target="../slideLayouts/slideLayout316.xml"/><Relationship Id="rId1" Type="http://schemas.openxmlformats.org/officeDocument/2006/relationships/slideLayout" Target="../slideLayouts/slideLayout315.xml"/><Relationship Id="rId6" Type="http://schemas.openxmlformats.org/officeDocument/2006/relationships/slideLayout" Target="../slideLayouts/slideLayout320.xml"/><Relationship Id="rId11" Type="http://schemas.openxmlformats.org/officeDocument/2006/relationships/theme" Target="../theme/theme31.xml"/><Relationship Id="rId5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24.xml"/><Relationship Id="rId4" Type="http://schemas.openxmlformats.org/officeDocument/2006/relationships/slideLayout" Target="../slideLayouts/slideLayout318.xml"/><Relationship Id="rId9" Type="http://schemas.openxmlformats.org/officeDocument/2006/relationships/slideLayout" Target="../slideLayouts/slideLayout323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2.xml"/><Relationship Id="rId3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31.xml"/><Relationship Id="rId2" Type="http://schemas.openxmlformats.org/officeDocument/2006/relationships/slideLayout" Target="../slideLayouts/slideLayout326.xml"/><Relationship Id="rId1" Type="http://schemas.openxmlformats.org/officeDocument/2006/relationships/slideLayout" Target="../slideLayouts/slideLayout325.xml"/><Relationship Id="rId6" Type="http://schemas.openxmlformats.org/officeDocument/2006/relationships/slideLayout" Target="../slideLayouts/slideLayout330.xml"/><Relationship Id="rId11" Type="http://schemas.openxmlformats.org/officeDocument/2006/relationships/theme" Target="../theme/theme32.xml"/><Relationship Id="rId5" Type="http://schemas.openxmlformats.org/officeDocument/2006/relationships/slideLayout" Target="../slideLayouts/slideLayout329.xml"/><Relationship Id="rId10" Type="http://schemas.openxmlformats.org/officeDocument/2006/relationships/slideLayout" Target="../slideLayouts/slideLayout334.xml"/><Relationship Id="rId4" Type="http://schemas.openxmlformats.org/officeDocument/2006/relationships/slideLayout" Target="../slideLayouts/slideLayout328.xml"/><Relationship Id="rId9" Type="http://schemas.openxmlformats.org/officeDocument/2006/relationships/slideLayout" Target="../slideLayouts/slideLayout333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2.xml"/><Relationship Id="rId3" Type="http://schemas.openxmlformats.org/officeDocument/2006/relationships/slideLayout" Target="../slideLayouts/slideLayout337.xml"/><Relationship Id="rId7" Type="http://schemas.openxmlformats.org/officeDocument/2006/relationships/slideLayout" Target="../slideLayouts/slideLayout341.xml"/><Relationship Id="rId2" Type="http://schemas.openxmlformats.org/officeDocument/2006/relationships/slideLayout" Target="../slideLayouts/slideLayout336.xml"/><Relationship Id="rId1" Type="http://schemas.openxmlformats.org/officeDocument/2006/relationships/slideLayout" Target="../slideLayouts/slideLayout335.xml"/><Relationship Id="rId6" Type="http://schemas.openxmlformats.org/officeDocument/2006/relationships/slideLayout" Target="../slideLayouts/slideLayout340.xml"/><Relationship Id="rId11" Type="http://schemas.openxmlformats.org/officeDocument/2006/relationships/theme" Target="../theme/theme33.xml"/><Relationship Id="rId5" Type="http://schemas.openxmlformats.org/officeDocument/2006/relationships/slideLayout" Target="../slideLayouts/slideLayout339.xml"/><Relationship Id="rId10" Type="http://schemas.openxmlformats.org/officeDocument/2006/relationships/slideLayout" Target="../slideLayouts/slideLayout344.xml"/><Relationship Id="rId4" Type="http://schemas.openxmlformats.org/officeDocument/2006/relationships/slideLayout" Target="../slideLayouts/slideLayout338.xml"/><Relationship Id="rId9" Type="http://schemas.openxmlformats.org/officeDocument/2006/relationships/slideLayout" Target="../slideLayouts/slideLayout343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2.xml"/><Relationship Id="rId3" Type="http://schemas.openxmlformats.org/officeDocument/2006/relationships/slideLayout" Target="../slideLayouts/slideLayout347.xml"/><Relationship Id="rId7" Type="http://schemas.openxmlformats.org/officeDocument/2006/relationships/slideLayout" Target="../slideLayouts/slideLayout351.xml"/><Relationship Id="rId12" Type="http://schemas.openxmlformats.org/officeDocument/2006/relationships/theme" Target="../theme/theme34.xml"/><Relationship Id="rId2" Type="http://schemas.openxmlformats.org/officeDocument/2006/relationships/slideLayout" Target="../slideLayouts/slideLayout346.xml"/><Relationship Id="rId1" Type="http://schemas.openxmlformats.org/officeDocument/2006/relationships/slideLayout" Target="../slideLayouts/slideLayout345.xml"/><Relationship Id="rId6" Type="http://schemas.openxmlformats.org/officeDocument/2006/relationships/slideLayout" Target="../slideLayouts/slideLayout350.xml"/><Relationship Id="rId11" Type="http://schemas.openxmlformats.org/officeDocument/2006/relationships/slideLayout" Target="../slideLayouts/slideLayout355.xml"/><Relationship Id="rId5" Type="http://schemas.openxmlformats.org/officeDocument/2006/relationships/slideLayout" Target="../slideLayouts/slideLayout349.xml"/><Relationship Id="rId10" Type="http://schemas.openxmlformats.org/officeDocument/2006/relationships/slideLayout" Target="../slideLayouts/slideLayout354.xml"/><Relationship Id="rId4" Type="http://schemas.openxmlformats.org/officeDocument/2006/relationships/slideLayout" Target="../slideLayouts/slideLayout348.xml"/><Relationship Id="rId9" Type="http://schemas.openxmlformats.org/officeDocument/2006/relationships/slideLayout" Target="../slideLayouts/slideLayout353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3.xml"/><Relationship Id="rId3" Type="http://schemas.openxmlformats.org/officeDocument/2006/relationships/slideLayout" Target="../slideLayouts/slideLayout358.xml"/><Relationship Id="rId7" Type="http://schemas.openxmlformats.org/officeDocument/2006/relationships/slideLayout" Target="../slideLayouts/slideLayout362.xml"/><Relationship Id="rId12" Type="http://schemas.openxmlformats.org/officeDocument/2006/relationships/theme" Target="../theme/theme35.xml"/><Relationship Id="rId2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56.xml"/><Relationship Id="rId6" Type="http://schemas.openxmlformats.org/officeDocument/2006/relationships/slideLayout" Target="../slideLayouts/slideLayout361.xml"/><Relationship Id="rId11" Type="http://schemas.openxmlformats.org/officeDocument/2006/relationships/slideLayout" Target="../slideLayouts/slideLayout366.xml"/><Relationship Id="rId5" Type="http://schemas.openxmlformats.org/officeDocument/2006/relationships/slideLayout" Target="../slideLayouts/slideLayout360.xml"/><Relationship Id="rId10" Type="http://schemas.openxmlformats.org/officeDocument/2006/relationships/slideLayout" Target="../slideLayouts/slideLayout365.xml"/><Relationship Id="rId4" Type="http://schemas.openxmlformats.org/officeDocument/2006/relationships/slideLayout" Target="../slideLayouts/slideLayout359.xml"/><Relationship Id="rId9" Type="http://schemas.openxmlformats.org/officeDocument/2006/relationships/slideLayout" Target="../slideLayouts/slideLayout364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4.xml"/><Relationship Id="rId13" Type="http://schemas.openxmlformats.org/officeDocument/2006/relationships/theme" Target="../theme/theme36.xml"/><Relationship Id="rId3" Type="http://schemas.openxmlformats.org/officeDocument/2006/relationships/slideLayout" Target="../slideLayouts/slideLayout369.xml"/><Relationship Id="rId7" Type="http://schemas.openxmlformats.org/officeDocument/2006/relationships/slideLayout" Target="../slideLayouts/slideLayout373.xml"/><Relationship Id="rId12" Type="http://schemas.openxmlformats.org/officeDocument/2006/relationships/slideLayout" Target="../slideLayouts/slideLayout378.xml"/><Relationship Id="rId2" Type="http://schemas.openxmlformats.org/officeDocument/2006/relationships/slideLayout" Target="../slideLayouts/slideLayout368.xml"/><Relationship Id="rId1" Type="http://schemas.openxmlformats.org/officeDocument/2006/relationships/slideLayout" Target="../slideLayouts/slideLayout367.xml"/><Relationship Id="rId6" Type="http://schemas.openxmlformats.org/officeDocument/2006/relationships/slideLayout" Target="../slideLayouts/slideLayout372.xml"/><Relationship Id="rId11" Type="http://schemas.openxmlformats.org/officeDocument/2006/relationships/slideLayout" Target="../slideLayouts/slideLayout377.xml"/><Relationship Id="rId5" Type="http://schemas.openxmlformats.org/officeDocument/2006/relationships/slideLayout" Target="../slideLayouts/slideLayout371.xml"/><Relationship Id="rId10" Type="http://schemas.openxmlformats.org/officeDocument/2006/relationships/slideLayout" Target="../slideLayouts/slideLayout376.xml"/><Relationship Id="rId4" Type="http://schemas.openxmlformats.org/officeDocument/2006/relationships/slideLayout" Target="../slideLayouts/slideLayout370.xml"/><Relationship Id="rId9" Type="http://schemas.openxmlformats.org/officeDocument/2006/relationships/slideLayout" Target="../slideLayouts/slideLayout3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480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845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826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716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60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036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659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52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082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739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515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33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7" r:id="rId11"/>
    <p:sldLayoutId id="2147484038" r:id="rId12"/>
    <p:sldLayoutId id="2147484039" r:id="rId13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178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114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821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8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877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3488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4" r:id="rId1"/>
    <p:sldLayoutId id="2147484175" r:id="rId2"/>
    <p:sldLayoutId id="2147484176" r:id="rId3"/>
    <p:sldLayoutId id="2147484177" r:id="rId4"/>
    <p:sldLayoutId id="2147484178" r:id="rId5"/>
    <p:sldLayoutId id="2147484179" r:id="rId6"/>
    <p:sldLayoutId id="2147484180" r:id="rId7"/>
    <p:sldLayoutId id="2147484181" r:id="rId8"/>
    <p:sldLayoutId id="2147484182" r:id="rId9"/>
    <p:sldLayoutId id="2147484183" r:id="rId10"/>
    <p:sldLayoutId id="214748418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031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  <p:sldLayoutId id="2147484228" r:id="rId8"/>
    <p:sldLayoutId id="2147484229" r:id="rId9"/>
    <p:sldLayoutId id="2147484230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96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7" r:id="rId1"/>
    <p:sldLayoutId id="2147484508" r:id="rId2"/>
    <p:sldLayoutId id="2147484509" r:id="rId3"/>
    <p:sldLayoutId id="2147484510" r:id="rId4"/>
    <p:sldLayoutId id="2147484511" r:id="rId5"/>
    <p:sldLayoutId id="2147484512" r:id="rId6"/>
    <p:sldLayoutId id="2147484513" r:id="rId7"/>
    <p:sldLayoutId id="2147484514" r:id="rId8"/>
    <p:sldLayoutId id="2147484515" r:id="rId9"/>
    <p:sldLayoutId id="2147484516" r:id="rId10"/>
    <p:sldLayoutId id="2147484517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103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9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61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2" r:id="rId1"/>
    <p:sldLayoutId id="2147484533" r:id="rId2"/>
    <p:sldLayoutId id="2147484534" r:id="rId3"/>
    <p:sldLayoutId id="2147484535" r:id="rId4"/>
    <p:sldLayoutId id="2147484536" r:id="rId5"/>
    <p:sldLayoutId id="2147484537" r:id="rId6"/>
    <p:sldLayoutId id="2147484538" r:id="rId7"/>
    <p:sldLayoutId id="2147484539" r:id="rId8"/>
    <p:sldLayoutId id="2147484540" r:id="rId9"/>
    <p:sldLayoutId id="2147484541" r:id="rId10"/>
    <p:sldLayoutId id="2147484542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26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4" r:id="rId1"/>
    <p:sldLayoutId id="2147484545" r:id="rId2"/>
    <p:sldLayoutId id="2147484546" r:id="rId3"/>
    <p:sldLayoutId id="2147484547" r:id="rId4"/>
    <p:sldLayoutId id="2147484548" r:id="rId5"/>
    <p:sldLayoutId id="2147484549" r:id="rId6"/>
    <p:sldLayoutId id="2147484550" r:id="rId7"/>
    <p:sldLayoutId id="2147484551" r:id="rId8"/>
    <p:sldLayoutId id="2147484552" r:id="rId9"/>
    <p:sldLayoutId id="2147484553" r:id="rId10"/>
    <p:sldLayoutId id="214748455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237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1" r:id="rId1"/>
    <p:sldLayoutId id="2147484572" r:id="rId2"/>
    <p:sldLayoutId id="2147484573" r:id="rId3"/>
    <p:sldLayoutId id="2147484574" r:id="rId4"/>
    <p:sldLayoutId id="2147484575" r:id="rId5"/>
    <p:sldLayoutId id="2147484576" r:id="rId6"/>
    <p:sldLayoutId id="2147484577" r:id="rId7"/>
    <p:sldLayoutId id="2147484578" r:id="rId8"/>
    <p:sldLayoutId id="2147484579" r:id="rId9"/>
    <p:sldLayoutId id="2147484580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467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2" r:id="rId1"/>
    <p:sldLayoutId id="2147484583" r:id="rId2"/>
    <p:sldLayoutId id="2147484584" r:id="rId3"/>
    <p:sldLayoutId id="2147484585" r:id="rId4"/>
    <p:sldLayoutId id="2147484586" r:id="rId5"/>
    <p:sldLayoutId id="2147484587" r:id="rId6"/>
    <p:sldLayoutId id="2147484588" r:id="rId7"/>
    <p:sldLayoutId id="2147484589" r:id="rId8"/>
    <p:sldLayoutId id="2147484590" r:id="rId9"/>
    <p:sldLayoutId id="2147484591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6087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6" r:id="rId1"/>
    <p:sldLayoutId id="2147484607" r:id="rId2"/>
    <p:sldLayoutId id="2147484608" r:id="rId3"/>
    <p:sldLayoutId id="2147484609" r:id="rId4"/>
    <p:sldLayoutId id="2147484610" r:id="rId5"/>
    <p:sldLayoutId id="2147484611" r:id="rId6"/>
    <p:sldLayoutId id="2147484612" r:id="rId7"/>
    <p:sldLayoutId id="2147484613" r:id="rId8"/>
    <p:sldLayoutId id="2147484614" r:id="rId9"/>
    <p:sldLayoutId id="2147484615" r:id="rId10"/>
    <p:sldLayoutId id="214748461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482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8" r:id="rId1"/>
    <p:sldLayoutId id="2147484619" r:id="rId2"/>
    <p:sldLayoutId id="2147484620" r:id="rId3"/>
    <p:sldLayoutId id="2147484621" r:id="rId4"/>
    <p:sldLayoutId id="2147484622" r:id="rId5"/>
    <p:sldLayoutId id="2147484623" r:id="rId6"/>
    <p:sldLayoutId id="2147484624" r:id="rId7"/>
    <p:sldLayoutId id="2147484625" r:id="rId8"/>
    <p:sldLayoutId id="2147484626" r:id="rId9"/>
    <p:sldLayoutId id="2147484627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25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9" r:id="rId1"/>
    <p:sldLayoutId id="2147484630" r:id="rId2"/>
    <p:sldLayoutId id="2147484631" r:id="rId3"/>
    <p:sldLayoutId id="2147484632" r:id="rId4"/>
    <p:sldLayoutId id="2147484633" r:id="rId5"/>
    <p:sldLayoutId id="2147484634" r:id="rId6"/>
    <p:sldLayoutId id="2147484635" r:id="rId7"/>
    <p:sldLayoutId id="2147484636" r:id="rId8"/>
    <p:sldLayoutId id="2147484637" r:id="rId9"/>
    <p:sldLayoutId id="2147484638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200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0" r:id="rId1"/>
    <p:sldLayoutId id="2147484641" r:id="rId2"/>
    <p:sldLayoutId id="2147484642" r:id="rId3"/>
    <p:sldLayoutId id="2147484643" r:id="rId4"/>
    <p:sldLayoutId id="2147484644" r:id="rId5"/>
    <p:sldLayoutId id="2147484645" r:id="rId6"/>
    <p:sldLayoutId id="2147484646" r:id="rId7"/>
    <p:sldLayoutId id="2147484647" r:id="rId8"/>
    <p:sldLayoutId id="2147484648" r:id="rId9"/>
    <p:sldLayoutId id="2147484649" r:id="rId10"/>
    <p:sldLayoutId id="214748465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9378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98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89" r:id="rId1"/>
    <p:sldLayoutId id="2147484690" r:id="rId2"/>
    <p:sldLayoutId id="2147484691" r:id="rId3"/>
    <p:sldLayoutId id="2147484692" r:id="rId4"/>
    <p:sldLayoutId id="2147484693" r:id="rId5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32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5" r:id="rId1"/>
    <p:sldLayoutId id="2147484696" r:id="rId2"/>
    <p:sldLayoutId id="2147484697" r:id="rId3"/>
    <p:sldLayoutId id="2147484698" r:id="rId4"/>
    <p:sldLayoutId id="2147484699" r:id="rId5"/>
    <p:sldLayoutId id="2147484700" r:id="rId6"/>
    <p:sldLayoutId id="2147484701" r:id="rId7"/>
    <p:sldLayoutId id="2147484702" r:id="rId8"/>
    <p:sldLayoutId id="2147484703" r:id="rId9"/>
    <p:sldLayoutId id="2147484704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869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06" r:id="rId1"/>
    <p:sldLayoutId id="2147484707" r:id="rId2"/>
    <p:sldLayoutId id="2147484708" r:id="rId3"/>
    <p:sldLayoutId id="2147484709" r:id="rId4"/>
    <p:sldLayoutId id="2147484710" r:id="rId5"/>
    <p:sldLayoutId id="2147484711" r:id="rId6"/>
    <p:sldLayoutId id="2147484712" r:id="rId7"/>
    <p:sldLayoutId id="2147484713" r:id="rId8"/>
    <p:sldLayoutId id="2147484714" r:id="rId9"/>
    <p:sldLayoutId id="2147484715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169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7" r:id="rId1"/>
    <p:sldLayoutId id="2147484718" r:id="rId2"/>
    <p:sldLayoutId id="2147484719" r:id="rId3"/>
    <p:sldLayoutId id="2147484720" r:id="rId4"/>
    <p:sldLayoutId id="2147484721" r:id="rId5"/>
    <p:sldLayoutId id="2147484722" r:id="rId6"/>
    <p:sldLayoutId id="2147484723" r:id="rId7"/>
    <p:sldLayoutId id="2147484724" r:id="rId8"/>
    <p:sldLayoutId id="2147484725" r:id="rId9"/>
    <p:sldLayoutId id="2147484726" r:id="rId10"/>
  </p:sldLayoutIdLst>
  <p:transition spd="slow">
    <p:push/>
  </p:transition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750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1" r:id="rId1"/>
    <p:sldLayoutId id="2147484812" r:id="rId2"/>
    <p:sldLayoutId id="2147484813" r:id="rId3"/>
    <p:sldLayoutId id="2147484814" r:id="rId4"/>
    <p:sldLayoutId id="2147484815" r:id="rId5"/>
    <p:sldLayoutId id="2147484816" r:id="rId6"/>
    <p:sldLayoutId id="2147484817" r:id="rId7"/>
    <p:sldLayoutId id="2147484818" r:id="rId8"/>
    <p:sldLayoutId id="2147484819" r:id="rId9"/>
    <p:sldLayoutId id="2147484820" r:id="rId10"/>
    <p:sldLayoutId id="2147484821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794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9" r:id="rId1"/>
    <p:sldLayoutId id="2147484850" r:id="rId2"/>
    <p:sldLayoutId id="2147484851" r:id="rId3"/>
    <p:sldLayoutId id="2147484852" r:id="rId4"/>
    <p:sldLayoutId id="2147484853" r:id="rId5"/>
    <p:sldLayoutId id="2147484854" r:id="rId6"/>
    <p:sldLayoutId id="2147484855" r:id="rId7"/>
    <p:sldLayoutId id="2147484856" r:id="rId8"/>
    <p:sldLayoutId id="2147484857" r:id="rId9"/>
    <p:sldLayoutId id="2147484858" r:id="rId10"/>
    <p:sldLayoutId id="2147484859" r:id="rId11"/>
  </p:sldLayoutIdLst>
  <p:hf hdr="0" ftr="0" dt="0"/>
  <p:txStyles>
    <p:titleStyle>
      <a:lvl1pPr algn="l" defTabSz="685783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46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37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6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28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20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12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48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95" r:id="rId1"/>
    <p:sldLayoutId id="2147485296" r:id="rId2"/>
    <p:sldLayoutId id="2147485297" r:id="rId3"/>
    <p:sldLayoutId id="2147485298" r:id="rId4"/>
    <p:sldLayoutId id="2147485299" r:id="rId5"/>
    <p:sldLayoutId id="2147485300" r:id="rId6"/>
    <p:sldLayoutId id="2147485301" r:id="rId7"/>
    <p:sldLayoutId id="2147485302" r:id="rId8"/>
    <p:sldLayoutId id="2147485303" r:id="rId9"/>
    <p:sldLayoutId id="2147485304" r:id="rId10"/>
    <p:sldLayoutId id="2147485305" r:id="rId11"/>
    <p:sldLayoutId id="2147485306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24BDA2-8E62-D326-C87E-D05984387F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5146F9-5F41-D233-A966-5267767A15EB}"/>
              </a:ext>
            </a:extLst>
          </p:cNvPr>
          <p:cNvSpPr txBox="1"/>
          <p:nvPr/>
        </p:nvSpPr>
        <p:spPr>
          <a:xfrm>
            <a:off x="555170" y="794340"/>
            <a:ext cx="7846309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一、 工厂合规管理：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数据完整性和计算机化系统（最高优先级）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9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生产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QC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库房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设备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培训常态化合规审计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二、强化**质量体系闭环运行，杜绝体系“纸面化”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监管现状：大量483缺陷集中于：偏差/OOS/OOT调查不深入、CAPA流于形式、变更控制失控、投诉处理不完善、质量部门缺乏独立决策权。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核心落地举措：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1. 严格执行变更、偏差、OOS、CAPA、投诉、年度产品质量回顾六大质量程序，坚持**根本原因分析**，不只用临时纠正代替长效预防；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2. QA独立履职，拥有物料放行、产品放行否决权；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3. 定期内部模拟FDA体系审计，主动挖掘系统性隐患，避免问题长期积累；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4. 所有质量活动证据完整留存，逻辑自洽、前后无矛盾。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三、保障现场硬件状态、工艺与设施受控（现场直观核查重点）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核心落地举措：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1. 维持设施、设备持续状态，验证文件与现场实际操作保持一致；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2. 设备预防性维护、仪器校准按期执行，状态标识清晰；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3. 洁净区人流物流分离、压差、温湿度、环境监测数据真实连续；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4. 物料分区隔离（待验/合格/不合格/留样），全链条可追溯；清场管理、防止交叉污染。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四、全员合规能力与质量文化建设，并打造SME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核心落地举措：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1. 持续开展FDA-cGMP、数据完整性、飞检应答规范常态化培训，不仅仅是理论，增加情景模拟；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2. 严格持证上岗，转岗、复工重新培训考核；杜绝凭经验操作、擅自偏离SOP；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3. 建立统一迎检规则：只回答提问、不主动延伸、不清楚不猜测、主动查阅SOP；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4. 营造主动上报异常的文化，杜绝隐瞒偏差、掩盖问题。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五、建立常态化飞检就绪机制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我再补充点内容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6F988640-A14C-9BD1-AB8C-59A028C62DBA}"/>
              </a:ext>
            </a:extLst>
          </p:cNvPr>
          <p:cNvSpPr txBox="1"/>
          <p:nvPr/>
        </p:nvSpPr>
        <p:spPr>
          <a:xfrm>
            <a:off x="3703329" y="164592"/>
            <a:ext cx="516408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309563" rtl="0" eaLnBrk="0" fontAlgn="base" latinLnBrk="0" hangingPunct="0">
              <a:lnSpc>
                <a:spcPct val="12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1" i="0" u="none" strike="noStrike" kern="1200" cap="none" spc="0" normalizeH="0" baseline="0" noProof="0" dirty="0">
                <a:ln>
                  <a:noFill/>
                </a:ln>
                <a:solidFill>
                  <a:srgbClr val="132556"/>
                </a:solidFill>
                <a:effectLst/>
                <a:uLnTx/>
                <a:uFillTx/>
                <a:latin typeface="Arial"/>
                <a:ea typeface="微软雅黑"/>
                <a:cs typeface="Arial"/>
                <a:sym typeface="Arial" panose="020B0604020202020204" pitchFamily="34" charset="0"/>
              </a:rPr>
              <a:t>2026年GMP管理重点工作推进</a:t>
            </a:r>
          </a:p>
        </p:txBody>
      </p:sp>
    </p:spTree>
    <p:extLst>
      <p:ext uri="{BB962C8B-B14F-4D97-AF65-F5344CB8AC3E}">
        <p14:creationId xmlns:p14="http://schemas.microsoft.com/office/powerpoint/2010/main" val="3933165287"/>
      </p:ext>
    </p:extLst>
  </p:cSld>
  <p:clrMapOvr>
    <a:masterClrMapping/>
  </p:clrMapOvr>
</p:sld>
</file>

<file path=ppt/theme/theme1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8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9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10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3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27.xml><?xml version="1.0" encoding="utf-8"?>
<a:theme xmlns:a="http://schemas.openxmlformats.org/drawingml/2006/main" name="3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28.xml><?xml version="1.0" encoding="utf-8"?>
<a:theme xmlns:a="http://schemas.openxmlformats.org/drawingml/2006/main" name="2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FF0000"/>
          </a:solidFill>
        </a:ln>
      </a:spPr>
      <a:bodyPr rtlCol="0" anchor="ctr"/>
      <a:lstStyle>
        <a:defPPr algn="ctr" defTabSz="1828800" fontAlgn="ctr">
          <a:spcBef>
            <a:spcPts val="0"/>
          </a:spcBef>
          <a:spcAft>
            <a:spcPts val="0"/>
          </a:spcAft>
          <a:defRPr sz="2400" b="1" dirty="0">
            <a:solidFill>
              <a:schemeClr val="tx1"/>
            </a:solidFill>
            <a:latin typeface="微软雅黑" panose="020B0703020204020201" pitchFamily="34" charset="-122"/>
            <a:ea typeface="微软雅黑" panose="020B0703020204020201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just">
          <a:spcAft>
            <a:spcPts val="0"/>
          </a:spcAft>
          <a:defRPr sz="2400" kern="100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  <a:cs typeface="Times New Roman" panose="02020603050405020304" pitchFamily="18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5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3vdqsxh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1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29056</TotalTime>
  <Words>386</Words>
  <Application>Microsoft Office PowerPoint</Application>
  <PresentationFormat>全屏显示(16:9)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36</vt:i4>
      </vt:variant>
      <vt:variant>
        <vt:lpstr>幻灯片标题</vt:lpstr>
      </vt:variant>
      <vt:variant>
        <vt:i4>1</vt:i4>
      </vt:variant>
    </vt:vector>
  </HeadingPairs>
  <TitlesOfParts>
    <vt:vector size="46" baseType="lpstr">
      <vt:lpstr>Helvetica Light</vt:lpstr>
      <vt:lpstr>Helvetica Neue</vt:lpstr>
      <vt:lpstr>华文楷体</vt:lpstr>
      <vt:lpstr>宋体</vt:lpstr>
      <vt:lpstr>微软雅黑</vt:lpstr>
      <vt:lpstr>Arial</vt:lpstr>
      <vt:lpstr>Arial Black</vt:lpstr>
      <vt:lpstr>Open Sans</vt:lpstr>
      <vt:lpstr>Times New Roman</vt:lpstr>
      <vt:lpstr>4_webwppDefTheme</vt:lpstr>
      <vt:lpstr>5_webwppDefTheme</vt:lpstr>
      <vt:lpstr>9_webwppDefTheme</vt:lpstr>
      <vt:lpstr>6_webwppDefTheme</vt:lpstr>
      <vt:lpstr>webwppDefTheme</vt:lpstr>
      <vt:lpstr>11_webwppDefTheme</vt:lpstr>
      <vt:lpstr>1_webwppDefTheme</vt:lpstr>
      <vt:lpstr>3_webwppDefTheme</vt:lpstr>
      <vt:lpstr>2_webwppDefTheme</vt:lpstr>
      <vt:lpstr>12_webwppDefTheme</vt:lpstr>
      <vt:lpstr>7_webwppDefTheme</vt:lpstr>
      <vt:lpstr>51_webwppDefTheme</vt:lpstr>
      <vt:lpstr>8_webwppDefTheme</vt:lpstr>
      <vt:lpstr>13_webwppDefTheme</vt:lpstr>
      <vt:lpstr>10_webwppDefTheme</vt:lpstr>
      <vt:lpstr>14_webwppDefTheme</vt:lpstr>
      <vt:lpstr>15_webwppDefTheme</vt:lpstr>
      <vt:lpstr>16_webwppDefTheme</vt:lpstr>
      <vt:lpstr>17_webwppDefTheme</vt:lpstr>
      <vt:lpstr>18_webwppDefTheme</vt:lpstr>
      <vt:lpstr>19_webwppDefTheme</vt:lpstr>
      <vt:lpstr>20_webwppDefTheme</vt:lpstr>
      <vt:lpstr>21_webwppDefTheme</vt:lpstr>
      <vt:lpstr>22_webwppDefTheme</vt:lpstr>
      <vt:lpstr>23_webwppDefTheme</vt:lpstr>
      <vt:lpstr>36_webwppDefTheme</vt:lpstr>
      <vt:lpstr>37_webwppDefTheme</vt:lpstr>
      <vt:lpstr>24_webwppDefTheme</vt:lpstr>
      <vt:lpstr>25_webwppDefTheme</vt:lpstr>
      <vt:lpstr>27_webwppDefTheme</vt:lpstr>
      <vt:lpstr>28_webwppDefTheme</vt:lpstr>
      <vt:lpstr>26_webwppDefTheme</vt:lpstr>
      <vt:lpstr>54_webwppDefTheme</vt:lpstr>
      <vt:lpstr>29_webwppDefTheme</vt:lpstr>
      <vt:lpstr>30_webwppDefTheme</vt:lpstr>
      <vt:lpstr>1_White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Jing Chen</cp:lastModifiedBy>
  <cp:revision>2186</cp:revision>
  <cp:lastPrinted>2020-08-24T06:52:00Z</cp:lastPrinted>
  <dcterms:created xsi:type="dcterms:W3CDTF">2020-08-24T06:52:00Z</dcterms:created>
  <dcterms:modified xsi:type="dcterms:W3CDTF">2026-07-30T11:19:59Z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2052-11.1.0.10463</vt:lpwstr>
  </property>
  <property fmtid="{D5CDD505-2E9C-101B-9397-08002B2CF9AE}" pid="3" name="ICV">
    <vt:lpwstr>6CE3AC170A46476F9F966556CB5A9253</vt:lpwstr>
  </property>
</Properties>
</file>