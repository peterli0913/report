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20.xml" ContentType="application/vnd.openxmlformats-officedocument.presentationml.slideLayout+xml"/>
  <Override PartName="/ppt/slideLayouts/slideLayout121.xml" ContentType="application/vnd.openxmlformats-officedocument.presentationml.slideLayout+xml"/>
  <Override PartName="/ppt/slideLayouts/slideLayout122.xml" ContentType="application/vnd.openxmlformats-officedocument.presentationml.slideLayout+xml"/>
  <Override PartName="/ppt/slideLayouts/slideLayout123.xml" ContentType="application/vnd.openxmlformats-officedocument.presentationml.slideLayout+xml"/>
  <Override PartName="/ppt/slideLayouts/slideLayout124.xml" ContentType="application/vnd.openxmlformats-officedocument.presentationml.slideLayout+xml"/>
  <Override PartName="/ppt/slideLayouts/slideLayout125.xml" ContentType="application/vnd.openxmlformats-officedocument.presentationml.slideLayout+xml"/>
  <Override PartName="/ppt/slideLayouts/slideLayout126.xml" ContentType="application/vnd.openxmlformats-officedocument.presentationml.slideLayout+xml"/>
  <Override PartName="/ppt/slideLayouts/slideLayout127.xml" ContentType="application/vnd.openxmlformats-officedocument.presentationml.slideLayout+xml"/>
  <Override PartName="/ppt/slideLayouts/slideLayout128.xml" ContentType="application/vnd.openxmlformats-officedocument.presentationml.slideLayout+xml"/>
  <Override PartName="/ppt/slideLayouts/slideLayout129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30.xml" ContentType="application/vnd.openxmlformats-officedocument.presentationml.slideLayout+xml"/>
  <Override PartName="/ppt/slideLayouts/slideLayout131.xml" ContentType="application/vnd.openxmlformats-officedocument.presentationml.slideLayout+xml"/>
  <Override PartName="/ppt/slideLayouts/slideLayout132.xml" ContentType="application/vnd.openxmlformats-officedocument.presentationml.slideLayout+xml"/>
  <Override PartName="/ppt/slideLayouts/slideLayout133.xml" ContentType="application/vnd.openxmlformats-officedocument.presentationml.slideLayout+xml"/>
  <Override PartName="/ppt/slideLayouts/slideLayout134.xml" ContentType="application/vnd.openxmlformats-officedocument.presentationml.slideLayout+xml"/>
  <Override PartName="/ppt/slideLayouts/slideLayout135.xml" ContentType="application/vnd.openxmlformats-officedocument.presentationml.slideLayout+xml"/>
  <Override PartName="/ppt/slideLayouts/slideLayout136.xml" ContentType="application/vnd.openxmlformats-officedocument.presentationml.slideLayout+xml"/>
  <Override PartName="/ppt/slideLayouts/slideLayout137.xml" ContentType="application/vnd.openxmlformats-officedocument.presentationml.slideLayout+xml"/>
  <Override PartName="/ppt/slideLayouts/slideLayout138.xml" ContentType="application/vnd.openxmlformats-officedocument.presentationml.slideLayout+xml"/>
  <Override PartName="/ppt/slideLayouts/slideLayout139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40.xml" ContentType="application/vnd.openxmlformats-officedocument.presentationml.slideLayout+xml"/>
  <Override PartName="/ppt/slideLayouts/slideLayout141.xml" ContentType="application/vnd.openxmlformats-officedocument.presentationml.slideLayout+xml"/>
  <Override PartName="/ppt/slideLayouts/slideLayout142.xml" ContentType="application/vnd.openxmlformats-officedocument.presentationml.slideLayout+xml"/>
  <Override PartName="/ppt/slideLayouts/slideLayout143.xml" ContentType="application/vnd.openxmlformats-officedocument.presentationml.slideLayout+xml"/>
  <Override PartName="/ppt/slideLayouts/slideLayout144.xml" ContentType="application/vnd.openxmlformats-officedocument.presentationml.slideLayout+xml"/>
  <Override PartName="/ppt/slideLayouts/slideLayout145.xml" ContentType="application/vnd.openxmlformats-officedocument.presentationml.slideLayout+xml"/>
  <Override PartName="/ppt/slideLayouts/slideLayout146.xml" ContentType="application/vnd.openxmlformats-officedocument.presentationml.slideLayout+xml"/>
  <Override PartName="/ppt/slideLayouts/slideLayout147.xml" ContentType="application/vnd.openxmlformats-officedocument.presentationml.slideLayout+xml"/>
  <Override PartName="/ppt/slideLayouts/slideLayout148.xml" ContentType="application/vnd.openxmlformats-officedocument.presentationml.slideLayout+xml"/>
  <Override PartName="/ppt/slideLayouts/slideLayout149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50.xml" ContentType="application/vnd.openxmlformats-officedocument.presentationml.slideLayout+xml"/>
  <Override PartName="/ppt/slideLayouts/slideLayout151.xml" ContentType="application/vnd.openxmlformats-officedocument.presentationml.slideLayout+xml"/>
  <Override PartName="/ppt/slideLayouts/slideLayout152.xml" ContentType="application/vnd.openxmlformats-officedocument.presentationml.slideLayout+xml"/>
  <Override PartName="/ppt/slideLayouts/slideLayout153.xml" ContentType="application/vnd.openxmlformats-officedocument.presentationml.slideLayout+xml"/>
  <Override PartName="/ppt/slideLayouts/slideLayout154.xml" ContentType="application/vnd.openxmlformats-officedocument.presentationml.slideLayout+xml"/>
  <Override PartName="/ppt/slideLayouts/slideLayout155.xml" ContentType="application/vnd.openxmlformats-officedocument.presentationml.slideLayout+xml"/>
  <Override PartName="/ppt/slideLayouts/slideLayout156.xml" ContentType="application/vnd.openxmlformats-officedocument.presentationml.slideLayout+xml"/>
  <Override PartName="/ppt/slideLayouts/slideLayout157.xml" ContentType="application/vnd.openxmlformats-officedocument.presentationml.slideLayout+xml"/>
  <Override PartName="/ppt/slideLayouts/slideLayout158.xml" ContentType="application/vnd.openxmlformats-officedocument.presentationml.slideLayout+xml"/>
  <Override PartName="/ppt/slideLayouts/slideLayout159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60.xml" ContentType="application/vnd.openxmlformats-officedocument.presentationml.slideLayout+xml"/>
  <Override PartName="/ppt/slideLayouts/slideLayout161.xml" ContentType="application/vnd.openxmlformats-officedocument.presentationml.slideLayout+xml"/>
  <Override PartName="/ppt/slideLayouts/slideLayout162.xml" ContentType="application/vnd.openxmlformats-officedocument.presentationml.slideLayout+xml"/>
  <Override PartName="/ppt/slideLayouts/slideLayout163.xml" ContentType="application/vnd.openxmlformats-officedocument.presentationml.slideLayout+xml"/>
  <Override PartName="/ppt/slideLayouts/slideLayout164.xml" ContentType="application/vnd.openxmlformats-officedocument.presentationml.slideLayout+xml"/>
  <Override PartName="/ppt/slideLayouts/slideLayout165.xml" ContentType="application/vnd.openxmlformats-officedocument.presentationml.slideLayout+xml"/>
  <Override PartName="/ppt/slideLayouts/slideLayout166.xml" ContentType="application/vnd.openxmlformats-officedocument.presentationml.slideLayout+xml"/>
  <Override PartName="/ppt/slideLayouts/slideLayout167.xml" ContentType="application/vnd.openxmlformats-officedocument.presentationml.slideLayout+xml"/>
  <Override PartName="/ppt/slideLayouts/slideLayout168.xml" ContentType="application/vnd.openxmlformats-officedocument.presentationml.slideLayout+xml"/>
  <Override PartName="/ppt/slideLayouts/slideLayout169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70.xml" ContentType="application/vnd.openxmlformats-officedocument.presentationml.slideLayout+xml"/>
  <Override PartName="/ppt/slideLayouts/slideLayout171.xml" ContentType="application/vnd.openxmlformats-officedocument.presentationml.slideLayout+xml"/>
  <Override PartName="/ppt/slideLayouts/slideLayout172.xml" ContentType="application/vnd.openxmlformats-officedocument.presentationml.slideLayout+xml"/>
  <Override PartName="/ppt/slideLayouts/slideLayout173.xml" ContentType="application/vnd.openxmlformats-officedocument.presentationml.slideLayout+xml"/>
  <Override PartName="/ppt/slideLayouts/slideLayout174.xml" ContentType="application/vnd.openxmlformats-officedocument.presentationml.slideLayout+xml"/>
  <Override PartName="/ppt/slideLayouts/slideLayout175.xml" ContentType="application/vnd.openxmlformats-officedocument.presentationml.slideLayout+xml"/>
  <Override PartName="/ppt/slideLayouts/slideLayout176.xml" ContentType="application/vnd.openxmlformats-officedocument.presentationml.slideLayout+xml"/>
  <Override PartName="/ppt/slideLayouts/slideLayout177.xml" ContentType="application/vnd.openxmlformats-officedocument.presentationml.slideLayout+xml"/>
  <Override PartName="/ppt/slideLayouts/slideLayout178.xml" ContentType="application/vnd.openxmlformats-officedocument.presentationml.slideLayout+xml"/>
  <Override PartName="/ppt/slideLayouts/slideLayout179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80.xml" ContentType="application/vnd.openxmlformats-officedocument.presentationml.slideLayout+xml"/>
  <Override PartName="/ppt/slideLayouts/slideLayout181.xml" ContentType="application/vnd.openxmlformats-officedocument.presentationml.slideLayout+xml"/>
  <Override PartName="/ppt/slideLayouts/slideLayout182.xml" ContentType="application/vnd.openxmlformats-officedocument.presentationml.slideLayout+xml"/>
  <Override PartName="/ppt/slideLayouts/slideLayout183.xml" ContentType="application/vnd.openxmlformats-officedocument.presentationml.slideLayout+xml"/>
  <Override PartName="/ppt/slideLayouts/slideLayout184.xml" ContentType="application/vnd.openxmlformats-officedocument.presentationml.slideLayout+xml"/>
  <Override PartName="/ppt/slideLayouts/slideLayout185.xml" ContentType="application/vnd.openxmlformats-officedocument.presentationml.slideLayout+xml"/>
  <Override PartName="/ppt/slideLayouts/slideLayout186.xml" ContentType="application/vnd.openxmlformats-officedocument.presentationml.slideLayout+xml"/>
  <Override PartName="/ppt/slideLayouts/slideLayout187.xml" ContentType="application/vnd.openxmlformats-officedocument.presentationml.slideLayout+xml"/>
  <Override PartName="/ppt/slideLayouts/slideLayout188.xml" ContentType="application/vnd.openxmlformats-officedocument.presentationml.slideLayout+xml"/>
  <Override PartName="/ppt/slideLayouts/slideLayout189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190.xml" ContentType="application/vnd.openxmlformats-officedocument.presentationml.slideLayout+xml"/>
  <Override PartName="/ppt/slideLayouts/slideLayout191.xml" ContentType="application/vnd.openxmlformats-officedocument.presentationml.slideLayout+xml"/>
  <Override PartName="/ppt/slideLayouts/slideLayout192.xml" ContentType="application/vnd.openxmlformats-officedocument.presentationml.slideLayout+xml"/>
  <Override PartName="/ppt/slideLayouts/slideLayout193.xml" ContentType="application/vnd.openxmlformats-officedocument.presentationml.slideLayout+xml"/>
  <Override PartName="/ppt/slideLayouts/slideLayout194.xml" ContentType="application/vnd.openxmlformats-officedocument.presentationml.slideLayout+xml"/>
  <Override PartName="/ppt/slideLayouts/slideLayout195.xml" ContentType="application/vnd.openxmlformats-officedocument.presentationml.slideLayout+xml"/>
  <Override PartName="/ppt/slideLayouts/slideLayout196.xml" ContentType="application/vnd.openxmlformats-officedocument.presentationml.slideLayout+xml"/>
  <Override PartName="/ppt/slideLayouts/slideLayout197.xml" ContentType="application/vnd.openxmlformats-officedocument.presentationml.slideLayout+xml"/>
  <Override PartName="/ppt/slideLayouts/slideLayout198.xml" ContentType="application/vnd.openxmlformats-officedocument.presentationml.slideLayout+xml"/>
  <Override PartName="/ppt/slideLayouts/slideLayout19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00.xml" ContentType="application/vnd.openxmlformats-officedocument.presentationml.slideLayout+xml"/>
  <Override PartName="/ppt/slideLayouts/slideLayout201.xml" ContentType="application/vnd.openxmlformats-officedocument.presentationml.slideLayout+xml"/>
  <Override PartName="/ppt/slideLayouts/slideLayout202.xml" ContentType="application/vnd.openxmlformats-officedocument.presentationml.slideLayout+xml"/>
  <Override PartName="/ppt/slideLayouts/slideLayout203.xml" ContentType="application/vnd.openxmlformats-officedocument.presentationml.slideLayout+xml"/>
  <Override PartName="/ppt/slideLayouts/slideLayout204.xml" ContentType="application/vnd.openxmlformats-officedocument.presentationml.slideLayout+xml"/>
  <Override PartName="/ppt/slideLayouts/slideLayout205.xml" ContentType="application/vnd.openxmlformats-officedocument.presentationml.slideLayout+xml"/>
  <Override PartName="/ppt/slideLayouts/slideLayout206.xml" ContentType="application/vnd.openxmlformats-officedocument.presentationml.slideLayout+xml"/>
  <Override PartName="/ppt/slideLayouts/slideLayout207.xml" ContentType="application/vnd.openxmlformats-officedocument.presentationml.slideLayout+xml"/>
  <Override PartName="/ppt/slideLayouts/slideLayout208.xml" ContentType="application/vnd.openxmlformats-officedocument.presentationml.slideLayout+xml"/>
  <Override PartName="/ppt/slideLayouts/slideLayout209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10.xml" ContentType="application/vnd.openxmlformats-officedocument.presentationml.slideLayout+xml"/>
  <Override PartName="/ppt/slideLayouts/slideLayout211.xml" ContentType="application/vnd.openxmlformats-officedocument.presentationml.slideLayout+xml"/>
  <Override PartName="/ppt/slideLayouts/slideLayout212.xml" ContentType="application/vnd.openxmlformats-officedocument.presentationml.slideLayout+xml"/>
  <Override PartName="/ppt/slideLayouts/slideLayout213.xml" ContentType="application/vnd.openxmlformats-officedocument.presentationml.slideLayout+xml"/>
  <Override PartName="/ppt/slideLayouts/slideLayout214.xml" ContentType="application/vnd.openxmlformats-officedocument.presentationml.slideLayout+xml"/>
  <Override PartName="/ppt/slideLayouts/slideLayout215.xml" ContentType="application/vnd.openxmlformats-officedocument.presentationml.slideLayout+xml"/>
  <Override PartName="/ppt/slideLayouts/slideLayout216.xml" ContentType="application/vnd.openxmlformats-officedocument.presentationml.slideLayout+xml"/>
  <Override PartName="/ppt/slideLayouts/slideLayout217.xml" ContentType="application/vnd.openxmlformats-officedocument.presentationml.slideLayout+xml"/>
  <Override PartName="/ppt/slideLayouts/slideLayout218.xml" ContentType="application/vnd.openxmlformats-officedocument.presentationml.slideLayout+xml"/>
  <Override PartName="/ppt/slideLayouts/slideLayout219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20.xml" ContentType="application/vnd.openxmlformats-officedocument.presentationml.slideLayout+xml"/>
  <Override PartName="/ppt/slideLayouts/slideLayout221.xml" ContentType="application/vnd.openxmlformats-officedocument.presentationml.slideLayout+xml"/>
  <Override PartName="/ppt/slideLayouts/slideLayout222.xml" ContentType="application/vnd.openxmlformats-officedocument.presentationml.slideLayout+xml"/>
  <Override PartName="/ppt/slideLayouts/slideLayout223.xml" ContentType="application/vnd.openxmlformats-officedocument.presentationml.slideLayout+xml"/>
  <Override PartName="/ppt/slideLayouts/slideLayout224.xml" ContentType="application/vnd.openxmlformats-officedocument.presentationml.slideLayout+xml"/>
  <Override PartName="/ppt/slideLayouts/slideLayout225.xml" ContentType="application/vnd.openxmlformats-officedocument.presentationml.slideLayout+xml"/>
  <Override PartName="/ppt/slideLayouts/slideLayout226.xml" ContentType="application/vnd.openxmlformats-officedocument.presentationml.slideLayout+xml"/>
  <Override PartName="/ppt/slideLayouts/slideLayout227.xml" ContentType="application/vnd.openxmlformats-officedocument.presentationml.slideLayout+xml"/>
  <Override PartName="/ppt/slideLayouts/slideLayout228.xml" ContentType="application/vnd.openxmlformats-officedocument.presentationml.slideLayout+xml"/>
  <Override PartName="/ppt/slideLayouts/slideLayout229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30.xml" ContentType="application/vnd.openxmlformats-officedocument.presentationml.slideLayout+xml"/>
  <Override PartName="/ppt/slideLayouts/slideLayout231.xml" ContentType="application/vnd.openxmlformats-officedocument.presentationml.slideLayout+xml"/>
  <Override PartName="/ppt/slideLayouts/slideLayout232.xml" ContentType="application/vnd.openxmlformats-officedocument.presentationml.slideLayout+xml"/>
  <Override PartName="/ppt/slideLayouts/slideLayout233.xml" ContentType="application/vnd.openxmlformats-officedocument.presentationml.slideLayout+xml"/>
  <Override PartName="/ppt/slideLayouts/slideLayout234.xml" ContentType="application/vnd.openxmlformats-officedocument.presentationml.slideLayout+xml"/>
  <Override PartName="/ppt/slideLayouts/slideLayout235.xml" ContentType="application/vnd.openxmlformats-officedocument.presentationml.slideLayout+xml"/>
  <Override PartName="/ppt/slideLayouts/slideLayout236.xml" ContentType="application/vnd.openxmlformats-officedocument.presentationml.slideLayout+xml"/>
  <Override PartName="/ppt/slideLayouts/slideLayout237.xml" ContentType="application/vnd.openxmlformats-officedocument.presentationml.slideLayout+xml"/>
  <Override PartName="/ppt/slideLayouts/slideLayout238.xml" ContentType="application/vnd.openxmlformats-officedocument.presentationml.slideLayout+xml"/>
  <Override PartName="/ppt/slideLayouts/slideLayout239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40.xml" ContentType="application/vnd.openxmlformats-officedocument.presentationml.slideLayout+xml"/>
  <Override PartName="/ppt/slideLayouts/slideLayout241.xml" ContentType="application/vnd.openxmlformats-officedocument.presentationml.slideLayout+xml"/>
  <Override PartName="/ppt/slideLayouts/slideLayout242.xml" ContentType="application/vnd.openxmlformats-officedocument.presentationml.slideLayout+xml"/>
  <Override PartName="/ppt/slideLayouts/slideLayout243.xml" ContentType="application/vnd.openxmlformats-officedocument.presentationml.slideLayout+xml"/>
  <Override PartName="/ppt/slideLayouts/slideLayout244.xml" ContentType="application/vnd.openxmlformats-officedocument.presentationml.slideLayout+xml"/>
  <Override PartName="/ppt/slideLayouts/slideLayout245.xml" ContentType="application/vnd.openxmlformats-officedocument.presentationml.slideLayout+xml"/>
  <Override PartName="/ppt/slideLayouts/slideLayout246.xml" ContentType="application/vnd.openxmlformats-officedocument.presentationml.slideLayout+xml"/>
  <Override PartName="/ppt/slideLayouts/slideLayout247.xml" ContentType="application/vnd.openxmlformats-officedocument.presentationml.slideLayout+xml"/>
  <Override PartName="/ppt/slideLayouts/slideLayout248.xml" ContentType="application/vnd.openxmlformats-officedocument.presentationml.slideLayout+xml"/>
  <Override PartName="/ppt/slideLayouts/slideLayout249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50.xml" ContentType="application/vnd.openxmlformats-officedocument.presentationml.slideLayout+xml"/>
  <Override PartName="/ppt/slideLayouts/slideLayout251.xml" ContentType="application/vnd.openxmlformats-officedocument.presentationml.slideLayout+xml"/>
  <Override PartName="/ppt/slideLayouts/slideLayout252.xml" ContentType="application/vnd.openxmlformats-officedocument.presentationml.slideLayout+xml"/>
  <Override PartName="/ppt/slideLayouts/slideLayout253.xml" ContentType="application/vnd.openxmlformats-officedocument.presentationml.slideLayout+xml"/>
  <Override PartName="/ppt/slideLayouts/slideLayout254.xml" ContentType="application/vnd.openxmlformats-officedocument.presentationml.slideLayout+xml"/>
  <Override PartName="/ppt/slideLayouts/slideLayout255.xml" ContentType="application/vnd.openxmlformats-officedocument.presentationml.slideLayout+xml"/>
  <Override PartName="/ppt/slideLayouts/slideLayout256.xml" ContentType="application/vnd.openxmlformats-officedocument.presentationml.slideLayout+xml"/>
  <Override PartName="/ppt/slideLayouts/slideLayout257.xml" ContentType="application/vnd.openxmlformats-officedocument.presentationml.slideLayout+xml"/>
  <Override PartName="/ppt/slideLayouts/slideLayout258.xml" ContentType="application/vnd.openxmlformats-officedocument.presentationml.slideLayout+xml"/>
  <Override PartName="/ppt/slideLayouts/slideLayout259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60.xml" ContentType="application/vnd.openxmlformats-officedocument.presentationml.slideLayout+xml"/>
  <Override PartName="/ppt/slideLayouts/slideLayout261.xml" ContentType="application/vnd.openxmlformats-officedocument.presentationml.slideLayout+xml"/>
  <Override PartName="/ppt/slideLayouts/slideLayout262.xml" ContentType="application/vnd.openxmlformats-officedocument.presentationml.slideLayout+xml"/>
  <Override PartName="/ppt/slideLayouts/slideLayout263.xml" ContentType="application/vnd.openxmlformats-officedocument.presentationml.slideLayout+xml"/>
  <Override PartName="/ppt/slideLayouts/slideLayout264.xml" ContentType="application/vnd.openxmlformats-officedocument.presentationml.slideLayout+xml"/>
  <Override PartName="/ppt/slideLayouts/slideLayout265.xml" ContentType="application/vnd.openxmlformats-officedocument.presentationml.slideLayout+xml"/>
  <Override PartName="/ppt/slideLayouts/slideLayout266.xml" ContentType="application/vnd.openxmlformats-officedocument.presentationml.slideLayout+xml"/>
  <Override PartName="/ppt/slideLayouts/slideLayout267.xml" ContentType="application/vnd.openxmlformats-officedocument.presentationml.slideLayout+xml"/>
  <Override PartName="/ppt/slideLayouts/slideLayout268.xml" ContentType="application/vnd.openxmlformats-officedocument.presentationml.slideLayout+xml"/>
  <Override PartName="/ppt/slideLayouts/slideLayout269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70.xml" ContentType="application/vnd.openxmlformats-officedocument.presentationml.slideLayout+xml"/>
  <Override PartName="/ppt/slideLayouts/slideLayout271.xml" ContentType="application/vnd.openxmlformats-officedocument.presentationml.slideLayout+xml"/>
  <Override PartName="/ppt/slideLayouts/slideLayout272.xml" ContentType="application/vnd.openxmlformats-officedocument.presentationml.slideLayout+xml"/>
  <Override PartName="/ppt/slideLayouts/slideLayout273.xml" ContentType="application/vnd.openxmlformats-officedocument.presentationml.slideLayout+xml"/>
  <Override PartName="/ppt/slideLayouts/slideLayout274.xml" ContentType="application/vnd.openxmlformats-officedocument.presentationml.slideLayout+xml"/>
  <Override PartName="/ppt/slideLayouts/slideLayout275.xml" ContentType="application/vnd.openxmlformats-officedocument.presentationml.slideLayout+xml"/>
  <Override PartName="/ppt/slideLayouts/slideLayout276.xml" ContentType="application/vnd.openxmlformats-officedocument.presentationml.slideLayout+xml"/>
  <Override PartName="/ppt/slideLayouts/slideLayout277.xml" ContentType="application/vnd.openxmlformats-officedocument.presentationml.slideLayout+xml"/>
  <Override PartName="/ppt/slideLayouts/slideLayout278.xml" ContentType="application/vnd.openxmlformats-officedocument.presentationml.slideLayout+xml"/>
  <Override PartName="/ppt/slideLayouts/slideLayout27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80.xml" ContentType="application/vnd.openxmlformats-officedocument.presentationml.slideLayout+xml"/>
  <Override PartName="/ppt/slideLayouts/slideLayout281.xml" ContentType="application/vnd.openxmlformats-officedocument.presentationml.slideLayout+xml"/>
  <Override PartName="/ppt/slideLayouts/slideLayout282.xml" ContentType="application/vnd.openxmlformats-officedocument.presentationml.slideLayout+xml"/>
  <Override PartName="/ppt/slideLayouts/slideLayout283.xml" ContentType="application/vnd.openxmlformats-officedocument.presentationml.slideLayout+xml"/>
  <Override PartName="/ppt/slideLayouts/slideLayout284.xml" ContentType="application/vnd.openxmlformats-officedocument.presentationml.slideLayout+xml"/>
  <Override PartName="/ppt/slideLayouts/slideLayout285.xml" ContentType="application/vnd.openxmlformats-officedocument.presentationml.slideLayout+xml"/>
  <Override PartName="/ppt/slideLayouts/slideLayout286.xml" ContentType="application/vnd.openxmlformats-officedocument.presentationml.slideLayout+xml"/>
  <Override PartName="/ppt/slideLayouts/slideLayout287.xml" ContentType="application/vnd.openxmlformats-officedocument.presentationml.slideLayout+xml"/>
  <Override PartName="/ppt/slideLayouts/slideLayout288.xml" ContentType="application/vnd.openxmlformats-officedocument.presentationml.slideLayout+xml"/>
  <Override PartName="/ppt/slideLayouts/slideLayout289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90.xml" ContentType="application/vnd.openxmlformats-officedocument.presentationml.slideLayout+xml"/>
  <Override PartName="/ppt/slideLayouts/slideLayout291.xml" ContentType="application/vnd.openxmlformats-officedocument.presentationml.slideLayout+xml"/>
  <Override PartName="/ppt/slideLayouts/slideLayout292.xml" ContentType="application/vnd.openxmlformats-officedocument.presentationml.slideLayout+xml"/>
  <Override PartName="/ppt/slideLayouts/slideLayout293.xml" ContentType="application/vnd.openxmlformats-officedocument.presentationml.slideLayout+xml"/>
  <Override PartName="/ppt/slideLayouts/slideLayout294.xml" ContentType="application/vnd.openxmlformats-officedocument.presentationml.slideLayout+xml"/>
  <Override PartName="/ppt/slideLayouts/slideLayout295.xml" ContentType="application/vnd.openxmlformats-officedocument.presentationml.slideLayout+xml"/>
  <Override PartName="/ppt/slideLayouts/slideLayout296.xml" ContentType="application/vnd.openxmlformats-officedocument.presentationml.slideLayout+xml"/>
  <Override PartName="/ppt/slideLayouts/slideLayout297.xml" ContentType="application/vnd.openxmlformats-officedocument.presentationml.slideLayout+xml"/>
  <Override PartName="/ppt/slideLayouts/slideLayout298.xml" ContentType="application/vnd.openxmlformats-officedocument.presentationml.slideLayout+xml"/>
  <Override PartName="/ppt/slideLayouts/slideLayout29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00.xml" ContentType="application/vnd.openxmlformats-officedocument.presentationml.slideLayout+xml"/>
  <Override PartName="/ppt/slideLayouts/slideLayout301.xml" ContentType="application/vnd.openxmlformats-officedocument.presentationml.slideLayout+xml"/>
  <Override PartName="/ppt/slideLayouts/slideLayout302.xml" ContentType="application/vnd.openxmlformats-officedocument.presentationml.slideLayout+xml"/>
  <Override PartName="/ppt/slideLayouts/slideLayout303.xml" ContentType="application/vnd.openxmlformats-officedocument.presentationml.slideLayout+xml"/>
  <Override PartName="/ppt/slideLayouts/slideLayout304.xml" ContentType="application/vnd.openxmlformats-officedocument.presentationml.slideLayout+xml"/>
  <Override PartName="/ppt/slideLayouts/slideLayout305.xml" ContentType="application/vnd.openxmlformats-officedocument.presentationml.slideLayout+xml"/>
  <Override PartName="/ppt/slideLayouts/slideLayout306.xml" ContentType="application/vnd.openxmlformats-officedocument.presentationml.slideLayout+xml"/>
  <Override PartName="/ppt/slideLayouts/slideLayout307.xml" ContentType="application/vnd.openxmlformats-officedocument.presentationml.slideLayout+xml"/>
  <Override PartName="/ppt/slideLayouts/slideLayout308.xml" ContentType="application/vnd.openxmlformats-officedocument.presentationml.slideLayout+xml"/>
  <Override PartName="/ppt/slideLayouts/slideLayout309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10.xml" ContentType="application/vnd.openxmlformats-officedocument.presentationml.slideLayout+xml"/>
  <Override PartName="/ppt/slideLayouts/slideLayout311.xml" ContentType="application/vnd.openxmlformats-officedocument.presentationml.slideLayout+xml"/>
  <Override PartName="/ppt/slideLayouts/slideLayout312.xml" ContentType="application/vnd.openxmlformats-officedocument.presentationml.slideLayout+xml"/>
  <Override PartName="/ppt/slideLayouts/slideLayout313.xml" ContentType="application/vnd.openxmlformats-officedocument.presentationml.slideLayout+xml"/>
  <Override PartName="/ppt/slideLayouts/slideLayout314.xml" ContentType="application/vnd.openxmlformats-officedocument.presentationml.slideLayout+xml"/>
  <Override PartName="/ppt/slideLayouts/slideLayout315.xml" ContentType="application/vnd.openxmlformats-officedocument.presentationml.slideLayout+xml"/>
  <Override PartName="/ppt/slideLayouts/slideLayout316.xml" ContentType="application/vnd.openxmlformats-officedocument.presentationml.slideLayout+xml"/>
  <Override PartName="/ppt/slideLayouts/slideLayout317.xml" ContentType="application/vnd.openxmlformats-officedocument.presentationml.slideLayout+xml"/>
  <Override PartName="/ppt/slideLayouts/slideLayout318.xml" ContentType="application/vnd.openxmlformats-officedocument.presentationml.slideLayout+xml"/>
  <Override PartName="/ppt/slideLayouts/slideLayout319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20.xml" ContentType="application/vnd.openxmlformats-officedocument.presentationml.slideLayout+xml"/>
  <Override PartName="/ppt/slideLayouts/slideLayout321.xml" ContentType="application/vnd.openxmlformats-officedocument.presentationml.slideLayout+xml"/>
  <Override PartName="/ppt/slideLayouts/slideLayout322.xml" ContentType="application/vnd.openxmlformats-officedocument.presentationml.slideLayout+xml"/>
  <Override PartName="/ppt/slideLayouts/slideLayout323.xml" ContentType="application/vnd.openxmlformats-officedocument.presentationml.slideLayout+xml"/>
  <Override PartName="/ppt/slideLayouts/slideLayout324.xml" ContentType="application/vnd.openxmlformats-officedocument.presentationml.slideLayout+xml"/>
  <Override PartName="/ppt/slideLayouts/slideLayout325.xml" ContentType="application/vnd.openxmlformats-officedocument.presentationml.slideLayout+xml"/>
  <Override PartName="/ppt/slideLayouts/slideLayout326.xml" ContentType="application/vnd.openxmlformats-officedocument.presentationml.slideLayout+xml"/>
  <Override PartName="/ppt/slideLayouts/slideLayout327.xml" ContentType="application/vnd.openxmlformats-officedocument.presentationml.slideLayout+xml"/>
  <Override PartName="/ppt/slideLayouts/slideLayout328.xml" ContentType="application/vnd.openxmlformats-officedocument.presentationml.slideLayout+xml"/>
  <Override PartName="/ppt/slideLayouts/slideLayout329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30.xml" ContentType="application/vnd.openxmlformats-officedocument.presentationml.slideLayout+xml"/>
  <Override PartName="/ppt/slideLayouts/slideLayout331.xml" ContentType="application/vnd.openxmlformats-officedocument.presentationml.slideLayout+xml"/>
  <Override PartName="/ppt/slideLayouts/slideLayout332.xml" ContentType="application/vnd.openxmlformats-officedocument.presentationml.slideLayout+xml"/>
  <Override PartName="/ppt/slideLayouts/slideLayout333.xml" ContentType="application/vnd.openxmlformats-officedocument.presentationml.slideLayout+xml"/>
  <Override PartName="/ppt/slideLayouts/slideLayout334.xml" ContentType="application/vnd.openxmlformats-officedocument.presentationml.slideLayout+xml"/>
  <Override PartName="/ppt/slideLayouts/slideLayout335.xml" ContentType="application/vnd.openxmlformats-officedocument.presentationml.slideLayout+xml"/>
  <Override PartName="/ppt/slideLayouts/slideLayout336.xml" ContentType="application/vnd.openxmlformats-officedocument.presentationml.slideLayout+xml"/>
  <Override PartName="/ppt/slideLayouts/slideLayout337.xml" ContentType="application/vnd.openxmlformats-officedocument.presentationml.slideLayout+xml"/>
  <Override PartName="/ppt/slideLayouts/slideLayout338.xml" ContentType="application/vnd.openxmlformats-officedocument.presentationml.slideLayout+xml"/>
  <Override PartName="/ppt/slideLayouts/slideLayout339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40.xml" ContentType="application/vnd.openxmlformats-officedocument.presentationml.slideLayout+xml"/>
  <Override PartName="/ppt/slideLayouts/slideLayout341.xml" ContentType="application/vnd.openxmlformats-officedocument.presentationml.slideLayout+xml"/>
  <Override PartName="/ppt/slideLayouts/slideLayout342.xml" ContentType="application/vnd.openxmlformats-officedocument.presentationml.slideLayout+xml"/>
  <Override PartName="/ppt/slideLayouts/slideLayout343.xml" ContentType="application/vnd.openxmlformats-officedocument.presentationml.slideLayout+xml"/>
  <Override PartName="/ppt/slideLayouts/slideLayout344.xml" ContentType="application/vnd.openxmlformats-officedocument.presentationml.slideLayout+xml"/>
  <Override PartName="/ppt/slideLayouts/slideLayout345.xml" ContentType="application/vnd.openxmlformats-officedocument.presentationml.slideLayout+xml"/>
  <Override PartName="/ppt/slideLayouts/slideLayout346.xml" ContentType="application/vnd.openxmlformats-officedocument.presentationml.slideLayout+xml"/>
  <Override PartName="/ppt/slideLayouts/slideLayout347.xml" ContentType="application/vnd.openxmlformats-officedocument.presentationml.slideLayout+xml"/>
  <Override PartName="/ppt/slideLayouts/slideLayout348.xml" ContentType="application/vnd.openxmlformats-officedocument.presentationml.slideLayout+xml"/>
  <Override PartName="/ppt/slideLayouts/slideLayout349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50.xml" ContentType="application/vnd.openxmlformats-officedocument.presentationml.slideLayout+xml"/>
  <Override PartName="/ppt/slideLayouts/slideLayout351.xml" ContentType="application/vnd.openxmlformats-officedocument.presentationml.slideLayout+xml"/>
  <Override PartName="/ppt/slideLayouts/slideLayout352.xml" ContentType="application/vnd.openxmlformats-officedocument.presentationml.slideLayout+xml"/>
  <Override PartName="/ppt/slideLayouts/slideLayout353.xml" ContentType="application/vnd.openxmlformats-officedocument.presentationml.slideLayout+xml"/>
  <Override PartName="/ppt/slideLayouts/slideLayout354.xml" ContentType="application/vnd.openxmlformats-officedocument.presentationml.slideLayout+xml"/>
  <Override PartName="/ppt/slideLayouts/slideLayout355.xml" ContentType="application/vnd.openxmlformats-officedocument.presentationml.slideLayout+xml"/>
  <Override PartName="/ppt/slideLayouts/slideLayout356.xml" ContentType="application/vnd.openxmlformats-officedocument.presentationml.slideLayout+xml"/>
  <Override PartName="/ppt/slideLayouts/slideLayout357.xml" ContentType="application/vnd.openxmlformats-officedocument.presentationml.slideLayout+xml"/>
  <Override PartName="/ppt/slideLayouts/slideLayout358.xml" ContentType="application/vnd.openxmlformats-officedocument.presentationml.slideLayout+xml"/>
  <Override PartName="/ppt/slideLayouts/slideLayout359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60.xml" ContentType="application/vnd.openxmlformats-officedocument.presentationml.slideLayout+xml"/>
  <Override PartName="/ppt/slideLayouts/slideLayout361.xml" ContentType="application/vnd.openxmlformats-officedocument.presentationml.slideLayout+xml"/>
  <Override PartName="/ppt/slideLayouts/slideLayout362.xml" ContentType="application/vnd.openxmlformats-officedocument.presentationml.slideLayout+xml"/>
  <Override PartName="/ppt/slideLayouts/slideLayout363.xml" ContentType="application/vnd.openxmlformats-officedocument.presentationml.slideLayout+xml"/>
  <Override PartName="/ppt/slideLayouts/slideLayout364.xml" ContentType="application/vnd.openxmlformats-officedocument.presentationml.slideLayout+xml"/>
  <Override PartName="/ppt/slideLayouts/slideLayout365.xml" ContentType="application/vnd.openxmlformats-officedocument.presentationml.slideLayout+xml"/>
  <Override PartName="/ppt/slideLayouts/slideLayout366.xml" ContentType="application/vnd.openxmlformats-officedocument.presentationml.slideLayout+xml"/>
  <Override PartName="/ppt/slideLayouts/slideLayout367.xml" ContentType="application/vnd.openxmlformats-officedocument.presentationml.slideLayout+xml"/>
  <Override PartName="/ppt/slideLayouts/slideLayout368.xml" ContentType="application/vnd.openxmlformats-officedocument.presentationml.slideLayout+xml"/>
  <Override PartName="/ppt/slideLayouts/slideLayout369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70.xml" ContentType="application/vnd.openxmlformats-officedocument.presentationml.slideLayout+xml"/>
  <Override PartName="/ppt/slideLayouts/slideLayout371.xml" ContentType="application/vnd.openxmlformats-officedocument.presentationml.slideLayout+xml"/>
  <Override PartName="/ppt/slideLayouts/slideLayout372.xml" ContentType="application/vnd.openxmlformats-officedocument.presentationml.slideLayout+xml"/>
  <Override PartName="/ppt/slideLayouts/slideLayout373.xml" ContentType="application/vnd.openxmlformats-officedocument.presentationml.slideLayout+xml"/>
  <Override PartName="/ppt/slideLayouts/slideLayout374.xml" ContentType="application/vnd.openxmlformats-officedocument.presentationml.slideLayout+xml"/>
  <Override PartName="/ppt/slideLayouts/slideLayout375.xml" ContentType="application/vnd.openxmlformats-officedocument.presentationml.slideLayout+xml"/>
  <Override PartName="/ppt/slideLayouts/slideLayout376.xml" ContentType="application/vnd.openxmlformats-officedocument.presentationml.slideLayout+xml"/>
  <Override PartName="/ppt/slideLayouts/slideLayout377.xml" ContentType="application/vnd.openxmlformats-officedocument.presentationml.slideLayout+xml"/>
  <Override PartName="/ppt/slideLayouts/slideLayout378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4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Masters/slideMaster16.xml" ContentType="application/vnd.openxmlformats-officedocument.presentationml.slideMaster+xml"/>
  <Override PartName="/ppt/slideMasters/slideMaster17.xml" ContentType="application/vnd.openxmlformats-officedocument.presentationml.slideMaster+xml"/>
  <Override PartName="/ppt/slideMasters/slideMaster18.xml" ContentType="application/vnd.openxmlformats-officedocument.presentationml.slideMaster+xml"/>
  <Override PartName="/ppt/slideMasters/slideMaster19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20.xml" ContentType="application/vnd.openxmlformats-officedocument.presentationml.slideMaster+xml"/>
  <Override PartName="/ppt/slideMasters/slideMaster21.xml" ContentType="application/vnd.openxmlformats-officedocument.presentationml.slideMaster+xml"/>
  <Override PartName="/ppt/slideMasters/slideMaster22.xml" ContentType="application/vnd.openxmlformats-officedocument.presentationml.slideMaster+xml"/>
  <Override PartName="/ppt/slideMasters/slideMaster23.xml" ContentType="application/vnd.openxmlformats-officedocument.presentationml.slideMaster+xml"/>
  <Override PartName="/ppt/slideMasters/slideMaster24.xml" ContentType="application/vnd.openxmlformats-officedocument.presentationml.slideMaster+xml"/>
  <Override PartName="/ppt/slideMasters/slideMaster25.xml" ContentType="application/vnd.openxmlformats-officedocument.presentationml.slideMaster+xml"/>
  <Override PartName="/ppt/slideMasters/slideMaster26.xml" ContentType="application/vnd.openxmlformats-officedocument.presentationml.slideMaster+xml"/>
  <Override PartName="/ppt/slideMasters/slideMaster27.xml" ContentType="application/vnd.openxmlformats-officedocument.presentationml.slideMaster+xml"/>
  <Override PartName="/ppt/slideMasters/slideMaster28.xml" ContentType="application/vnd.openxmlformats-officedocument.presentationml.slideMaster+xml"/>
  <Override PartName="/ppt/slideMasters/slideMaster29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30.xml" ContentType="application/vnd.openxmlformats-officedocument.presentationml.slideMaster+xml"/>
  <Override PartName="/ppt/slideMasters/slideMaster31.xml" ContentType="application/vnd.openxmlformats-officedocument.presentationml.slideMaster+xml"/>
  <Override PartName="/ppt/slideMasters/slideMaster32.xml" ContentType="application/vnd.openxmlformats-officedocument.presentationml.slideMaster+xml"/>
  <Override PartName="/ppt/slideMasters/slideMaster33.xml" ContentType="application/vnd.openxmlformats-officedocument.presentationml.slideMaster+xml"/>
  <Override PartName="/ppt/slideMasters/slideMaster34.xml" ContentType="application/vnd.openxmlformats-officedocument.presentationml.slideMaster+xml"/>
  <Override PartName="/ppt/slideMasters/slideMaster35.xml" ContentType="application/vnd.openxmlformats-officedocument.presentationml.slideMaster+xml"/>
  <Override PartName="/ppt/slideMasters/slideMaster36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10.xml" ContentType="application/vnd.openxmlformats-officedocument.theme+xml"/>
  <Override PartName="/ppt/theme/theme11.xml" ContentType="application/vnd.openxmlformats-officedocument.theme+xml"/>
  <Override PartName="/ppt/theme/theme12.xml" ContentType="application/vnd.openxmlformats-officedocument.theme+xml"/>
  <Override PartName="/ppt/theme/theme13.xml" ContentType="application/vnd.openxmlformats-officedocument.theme+xml"/>
  <Override PartName="/ppt/theme/theme14.xml" ContentType="application/vnd.openxmlformats-officedocument.theme+xml"/>
  <Override PartName="/ppt/theme/theme15.xml" ContentType="application/vnd.openxmlformats-officedocument.theme+xml"/>
  <Override PartName="/ppt/theme/theme16.xml" ContentType="application/vnd.openxmlformats-officedocument.theme+xml"/>
  <Override PartName="/ppt/theme/theme17.xml" ContentType="application/vnd.openxmlformats-officedocument.theme+xml"/>
  <Override PartName="/ppt/theme/theme18.xml" ContentType="application/vnd.openxmlformats-officedocument.theme+xml"/>
  <Override PartName="/ppt/theme/theme19.xml" ContentType="application/vnd.openxmlformats-officedocument.theme+xml"/>
  <Override PartName="/ppt/theme/theme2.xml" ContentType="application/vnd.openxmlformats-officedocument.theme+xml"/>
  <Override PartName="/ppt/theme/theme20.xml" ContentType="application/vnd.openxmlformats-officedocument.theme+xml"/>
  <Override PartName="/ppt/theme/theme21.xml" ContentType="application/vnd.openxmlformats-officedocument.theme+xml"/>
  <Override PartName="/ppt/theme/theme22.xml" ContentType="application/vnd.openxmlformats-officedocument.theme+xml"/>
  <Override PartName="/ppt/theme/theme23.xml" ContentType="application/vnd.openxmlformats-officedocument.theme+xml"/>
  <Override PartName="/ppt/theme/theme24.xml" ContentType="application/vnd.openxmlformats-officedocument.theme+xml"/>
  <Override PartName="/ppt/theme/theme25.xml" ContentType="application/vnd.openxmlformats-officedocument.theme+xml"/>
  <Override PartName="/ppt/theme/theme26.xml" ContentType="application/vnd.openxmlformats-officedocument.theme+xml"/>
  <Override PartName="/ppt/theme/theme27.xml" ContentType="application/vnd.openxmlformats-officedocument.theme+xml"/>
  <Override PartName="/ppt/theme/theme28.xml" ContentType="application/vnd.openxmlformats-officedocument.theme+xml"/>
  <Override PartName="/ppt/theme/theme29.xml" ContentType="application/vnd.openxmlformats-officedocument.theme+xml"/>
  <Override PartName="/ppt/theme/theme3.xml" ContentType="application/vnd.openxmlformats-officedocument.theme+xml"/>
  <Override PartName="/ppt/theme/theme30.xml" ContentType="application/vnd.openxmlformats-officedocument.theme+xml"/>
  <Override PartName="/ppt/theme/theme31.xml" ContentType="application/vnd.openxmlformats-officedocument.theme+xml"/>
  <Override PartName="/ppt/theme/theme32.xml" ContentType="application/vnd.openxmlformats-officedocument.theme+xml"/>
  <Override PartName="/ppt/theme/theme33.xml" ContentType="application/vnd.openxmlformats-officedocument.theme+xml"/>
  <Override PartName="/ppt/theme/theme34.xml" ContentType="application/vnd.openxmlformats-officedocument.theme+xml"/>
  <Override PartName="/ppt/theme/theme35.xml" ContentType="application/vnd.openxmlformats-officedocument.theme+xml"/>
  <Override PartName="/ppt/theme/theme36.xml" ContentType="application/vnd.openxmlformats-officedocument.theme+xml"/>
  <Override PartName="/ppt/theme/theme37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>
  <p:sldMasterIdLst>
    <p:sldMasterId id="2147483648" r:id="rId1"/>
    <p:sldMasterId id="2147483660" r:id="rId3"/>
    <p:sldMasterId id="2147483672" r:id="rId4"/>
    <p:sldMasterId id="2147483683" r:id="rId5"/>
    <p:sldMasterId id="2147483695" r:id="rId6"/>
    <p:sldMasterId id="2147483706" r:id="rId7"/>
    <p:sldMasterId id="2147483718" r:id="rId8"/>
    <p:sldMasterId id="2147483729" r:id="rId9"/>
    <p:sldMasterId id="2147483740" r:id="rId10"/>
    <p:sldMasterId id="2147483751" r:id="rId11"/>
    <p:sldMasterId id="2147483763" r:id="rId12"/>
    <p:sldMasterId id="2147483775" r:id="rId13"/>
    <p:sldMasterId id="2147483789" r:id="rId14"/>
    <p:sldMasterId id="2147483801" r:id="rId15"/>
    <p:sldMasterId id="2147483813" r:id="rId16"/>
    <p:sldMasterId id="2147483824" r:id="rId17"/>
    <p:sldMasterId id="2147483836" r:id="rId18"/>
    <p:sldMasterId id="2147483848" r:id="rId19"/>
    <p:sldMasterId id="2147483859" r:id="rId20"/>
    <p:sldMasterId id="2147483871" r:id="rId21"/>
    <p:sldMasterId id="2147483883" r:id="rId22"/>
    <p:sldMasterId id="2147483895" r:id="rId23"/>
    <p:sldMasterId id="2147483907" r:id="rId24"/>
    <p:sldMasterId id="2147483918" r:id="rId25"/>
    <p:sldMasterId id="2147483929" r:id="rId26"/>
    <p:sldMasterId id="2147483941" r:id="rId27"/>
    <p:sldMasterId id="2147483952" r:id="rId28"/>
    <p:sldMasterId id="2147483963" r:id="rId29"/>
    <p:sldMasterId id="2147483975" r:id="rId30"/>
    <p:sldMasterId id="2147483986" r:id="rId31"/>
    <p:sldMasterId id="2147483992" r:id="rId32"/>
    <p:sldMasterId id="2147484003" r:id="rId33"/>
    <p:sldMasterId id="2147484014" r:id="rId34"/>
    <p:sldMasterId id="2147484025" r:id="rId35"/>
    <p:sldMasterId id="2147484037" r:id="rId36"/>
    <p:sldMasterId id="2147484049" r:id="rId37"/>
  </p:sldMasterIdLst>
  <p:notesMasterIdLst>
    <p:notesMasterId r:id="rId39"/>
  </p:notesMasterIdLst>
  <p:sldIdLst>
    <p:sldId id="4786" r:id="rId38"/>
  </p:sldIdLst>
  <p:sldSz cx="9144000" cy="5143500" type="screen16x9"/>
  <p:notesSz cx="6858000" cy="9144000"/>
  <p:defaultTextStyle>
    <a:defPPr>
      <a:defRPr lang="en-US"/>
    </a:defPPr>
    <a:lvl1pPr algn="l" defTabSz="309880" rtl="0" eaLnBrk="0" fontAlgn="base" hangingPunct="0">
      <a:spcBef>
        <a:spcPct val="0"/>
      </a:spcBef>
      <a:spcAft>
        <a:spcPct val="0"/>
      </a:spcAft>
      <a:defRPr sz="750" kern="1200">
        <a:solidFill>
          <a:srgbClr val="252D30"/>
        </a:solidFill>
        <a:latin typeface="Arial" panose="020B0604020202020204" pitchFamily="34" charset="0"/>
        <a:ea typeface="Helvetica Neue" pitchFamily="2" charset="0"/>
        <a:cs typeface="Helvetica Neue" pitchFamily="2" charset="0"/>
        <a:sym typeface="Arial" panose="020B0604020202020204" pitchFamily="34" charset="0"/>
      </a:defRPr>
    </a:lvl1pPr>
    <a:lvl2pPr marL="171450" indent="-85725" algn="l" defTabSz="309880" rtl="0" eaLnBrk="0" fontAlgn="base" hangingPunct="0">
      <a:spcBef>
        <a:spcPct val="0"/>
      </a:spcBef>
      <a:spcAft>
        <a:spcPct val="0"/>
      </a:spcAft>
      <a:defRPr sz="750" kern="1200">
        <a:solidFill>
          <a:srgbClr val="252D30"/>
        </a:solidFill>
        <a:latin typeface="Arial" panose="020B0604020202020204" pitchFamily="34" charset="0"/>
        <a:ea typeface="Helvetica Neue" pitchFamily="2" charset="0"/>
        <a:cs typeface="Helvetica Neue" pitchFamily="2" charset="0"/>
        <a:sym typeface="Arial" panose="020B0604020202020204" pitchFamily="34" charset="0"/>
      </a:defRPr>
    </a:lvl2pPr>
    <a:lvl3pPr marL="342900" indent="-171450" algn="l" defTabSz="309880" rtl="0" eaLnBrk="0" fontAlgn="base" hangingPunct="0">
      <a:spcBef>
        <a:spcPct val="0"/>
      </a:spcBef>
      <a:spcAft>
        <a:spcPct val="0"/>
      </a:spcAft>
      <a:defRPr sz="750" kern="1200">
        <a:solidFill>
          <a:srgbClr val="252D30"/>
        </a:solidFill>
        <a:latin typeface="Arial" panose="020B0604020202020204" pitchFamily="34" charset="0"/>
        <a:ea typeface="Helvetica Neue" pitchFamily="2" charset="0"/>
        <a:cs typeface="Helvetica Neue" pitchFamily="2" charset="0"/>
        <a:sym typeface="Arial" panose="020B0604020202020204" pitchFamily="34" charset="0"/>
      </a:defRPr>
    </a:lvl3pPr>
    <a:lvl4pPr marL="514350" indent="-257175" algn="l" defTabSz="309880" rtl="0" eaLnBrk="0" fontAlgn="base" hangingPunct="0">
      <a:spcBef>
        <a:spcPct val="0"/>
      </a:spcBef>
      <a:spcAft>
        <a:spcPct val="0"/>
      </a:spcAft>
      <a:defRPr sz="750" kern="1200">
        <a:solidFill>
          <a:srgbClr val="252D30"/>
        </a:solidFill>
        <a:latin typeface="Arial" panose="020B0604020202020204" pitchFamily="34" charset="0"/>
        <a:ea typeface="Helvetica Neue" pitchFamily="2" charset="0"/>
        <a:cs typeface="Helvetica Neue" pitchFamily="2" charset="0"/>
        <a:sym typeface="Arial" panose="020B0604020202020204" pitchFamily="34" charset="0"/>
      </a:defRPr>
    </a:lvl4pPr>
    <a:lvl5pPr marL="685800" indent="-342900" algn="l" defTabSz="309880" rtl="0" eaLnBrk="0" fontAlgn="base" hangingPunct="0">
      <a:spcBef>
        <a:spcPct val="0"/>
      </a:spcBef>
      <a:spcAft>
        <a:spcPct val="0"/>
      </a:spcAft>
      <a:defRPr sz="750" kern="1200">
        <a:solidFill>
          <a:srgbClr val="252D30"/>
        </a:solidFill>
        <a:latin typeface="Arial" panose="020B0604020202020204" pitchFamily="34" charset="0"/>
        <a:ea typeface="Helvetica Neue" pitchFamily="2" charset="0"/>
        <a:cs typeface="Helvetica Neue" pitchFamily="2" charset="0"/>
        <a:sym typeface="Arial" panose="020B0604020202020204" pitchFamily="34" charset="0"/>
      </a:defRPr>
    </a:lvl5pPr>
    <a:lvl6pPr marL="857250" algn="l" defTabSz="342900" rtl="0" eaLnBrk="1" latinLnBrk="0" hangingPunct="1">
      <a:defRPr sz="750" kern="1200">
        <a:solidFill>
          <a:srgbClr val="252D30"/>
        </a:solidFill>
        <a:latin typeface="Arial" panose="020B0604020202020204" pitchFamily="34" charset="0"/>
        <a:ea typeface="Helvetica Neue" pitchFamily="2" charset="0"/>
        <a:cs typeface="Helvetica Neue" pitchFamily="2" charset="0"/>
        <a:sym typeface="Arial" panose="020B0604020202020204" pitchFamily="34" charset="0"/>
      </a:defRPr>
    </a:lvl6pPr>
    <a:lvl7pPr marL="1028700" algn="l" defTabSz="342900" rtl="0" eaLnBrk="1" latinLnBrk="0" hangingPunct="1">
      <a:defRPr sz="750" kern="1200">
        <a:solidFill>
          <a:srgbClr val="252D30"/>
        </a:solidFill>
        <a:latin typeface="Arial" panose="020B0604020202020204" pitchFamily="34" charset="0"/>
        <a:ea typeface="Helvetica Neue" pitchFamily="2" charset="0"/>
        <a:cs typeface="Helvetica Neue" pitchFamily="2" charset="0"/>
        <a:sym typeface="Arial" panose="020B0604020202020204" pitchFamily="34" charset="0"/>
      </a:defRPr>
    </a:lvl7pPr>
    <a:lvl8pPr marL="1200150" algn="l" defTabSz="342900" rtl="0" eaLnBrk="1" latinLnBrk="0" hangingPunct="1">
      <a:defRPr sz="750" kern="1200">
        <a:solidFill>
          <a:srgbClr val="252D30"/>
        </a:solidFill>
        <a:latin typeface="Arial" panose="020B0604020202020204" pitchFamily="34" charset="0"/>
        <a:ea typeface="Helvetica Neue" pitchFamily="2" charset="0"/>
        <a:cs typeface="Helvetica Neue" pitchFamily="2" charset="0"/>
        <a:sym typeface="Arial" panose="020B0604020202020204" pitchFamily="34" charset="0"/>
      </a:defRPr>
    </a:lvl8pPr>
    <a:lvl9pPr marL="1371600" algn="l" defTabSz="342900" rtl="0" eaLnBrk="1" latinLnBrk="0" hangingPunct="1">
      <a:defRPr sz="750" kern="1200">
        <a:solidFill>
          <a:srgbClr val="252D30"/>
        </a:solidFill>
        <a:latin typeface="Arial" panose="020B0604020202020204" pitchFamily="34" charset="0"/>
        <a:ea typeface="Helvetica Neue" pitchFamily="2" charset="0"/>
        <a:cs typeface="Helvetica Neue" pitchFamily="2" charset="0"/>
        <a:sym typeface="Arial" panose="020B0604020202020204" pitchFamily="34" charset="0"/>
      </a:defRPr>
    </a:lvl9pPr>
  </p:defaultTextStyle>
  <p:extLst>
    <p:ext uri="{521415D9-36F7-43E2-AB2F-B90AF26B5E84}">
      <p14:sectionLst xmlns:p14="http://schemas.microsoft.com/office/powerpoint/2010/main">
        <p14:section name="默认节" id="{E986B130-2AFF-4B6C-ACE2-764B932D0865}">
          <p14:sldIdLst>
            <p14:sldId id="4786"/>
          </p14:sldIdLst>
        </p14:section>
      </p14:sectionLst>
    </p:ext>
    <p:ext uri="{EFAFB233-063F-42B5-8137-9DF3F51BA10A}">
      <p15:sldGuideLst xmlns:p15="http://schemas.microsoft.com/office/powerpoint/2012/main">
        <p15:guide id="1" pos="5610" userDrawn="1">
          <p15:clr>
            <a:srgbClr val="A4A3A4"/>
          </p15:clr>
        </p15:guide>
        <p15:guide id="2" orient="horz" pos="3023" userDrawn="1">
          <p15:clr>
            <a:srgbClr val="A4A3A4"/>
          </p15:clr>
        </p15:guide>
        <p15:guide id="3" orient="horz" pos="259" userDrawn="1">
          <p15:clr>
            <a:srgbClr val="A4A3A4"/>
          </p15:clr>
        </p15:guide>
        <p15:guide id="4" orient="horz" pos="145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Zhaoyang Meng" initials="ZM" lastIdx="1" clrIdx="0"/>
  <p:cmAuthor id="4" name="Mengxuan Li" initials="ML" lastIdx="357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C23E3E"/>
    <a:srgbClr val="D9FC04"/>
    <a:srgbClr val="B64AB1"/>
    <a:srgbClr val="E67A4A"/>
    <a:srgbClr val="1B2764"/>
    <a:srgbClr val="1B2662"/>
    <a:srgbClr val="1D2D68"/>
    <a:srgbClr val="1C2A68"/>
    <a:srgbClr val="1A2560"/>
    <a:srgbClr val="191E5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0554" autoAdjust="0"/>
    <p:restoredTop sz="94587" autoAdjust="0"/>
  </p:normalViewPr>
  <p:slideViewPr>
    <p:cSldViewPr snapToGrid="0" snapToObjects="1" showGuides="1">
      <p:cViewPr varScale="1">
        <p:scale>
          <a:sx n="93" d="100"/>
          <a:sy n="93" d="100"/>
        </p:scale>
        <p:origin x="712" y="68"/>
      </p:cViewPr>
      <p:guideLst>
        <p:guide pos="5610"/>
        <p:guide orient="horz" pos="3023"/>
        <p:guide orient="horz" pos="259"/>
        <p:guide orient="horz" pos="145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42" d="100"/>
        <a:sy n="42" d="100"/>
      </p:scale>
      <p:origin x="0" y="-5588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Master" Target="slideMasters/slideMaster8.xml"/><Relationship Id="rId8" Type="http://schemas.openxmlformats.org/officeDocument/2006/relationships/slideMaster" Target="slideMasters/slideMaster7.xml"/><Relationship Id="rId7" Type="http://schemas.openxmlformats.org/officeDocument/2006/relationships/slideMaster" Target="slideMasters/slideMaster6.xml"/><Relationship Id="rId6" Type="http://schemas.openxmlformats.org/officeDocument/2006/relationships/slideMaster" Target="slideMasters/slideMaster5.xml"/><Relationship Id="rId5" Type="http://schemas.openxmlformats.org/officeDocument/2006/relationships/slideMaster" Target="slideMasters/slideMaster4.xml"/><Relationship Id="rId43" Type="http://schemas.openxmlformats.org/officeDocument/2006/relationships/commentAuthors" Target="commentAuthors.xml"/><Relationship Id="rId42" Type="http://schemas.openxmlformats.org/officeDocument/2006/relationships/tableStyles" Target="tableStyles.xml"/><Relationship Id="rId41" Type="http://schemas.openxmlformats.org/officeDocument/2006/relationships/viewProps" Target="viewProps.xml"/><Relationship Id="rId40" Type="http://schemas.openxmlformats.org/officeDocument/2006/relationships/presProps" Target="presProps.xml"/><Relationship Id="rId4" Type="http://schemas.openxmlformats.org/officeDocument/2006/relationships/slideMaster" Target="slideMasters/slideMaster3.xml"/><Relationship Id="rId39" Type="http://schemas.openxmlformats.org/officeDocument/2006/relationships/notesMaster" Target="notesMasters/notesMaster1.xml"/><Relationship Id="rId38" Type="http://schemas.openxmlformats.org/officeDocument/2006/relationships/slide" Target="slides/slide1.xml"/><Relationship Id="rId37" Type="http://schemas.openxmlformats.org/officeDocument/2006/relationships/slideMaster" Target="slideMasters/slideMaster36.xml"/><Relationship Id="rId36" Type="http://schemas.openxmlformats.org/officeDocument/2006/relationships/slideMaster" Target="slideMasters/slideMaster35.xml"/><Relationship Id="rId35" Type="http://schemas.openxmlformats.org/officeDocument/2006/relationships/slideMaster" Target="slideMasters/slideMaster34.xml"/><Relationship Id="rId34" Type="http://schemas.openxmlformats.org/officeDocument/2006/relationships/slideMaster" Target="slideMasters/slideMaster33.xml"/><Relationship Id="rId33" Type="http://schemas.openxmlformats.org/officeDocument/2006/relationships/slideMaster" Target="slideMasters/slideMaster32.xml"/><Relationship Id="rId32" Type="http://schemas.openxmlformats.org/officeDocument/2006/relationships/slideMaster" Target="slideMasters/slideMaster31.xml"/><Relationship Id="rId31" Type="http://schemas.openxmlformats.org/officeDocument/2006/relationships/slideMaster" Target="slideMasters/slideMaster30.xml"/><Relationship Id="rId30" Type="http://schemas.openxmlformats.org/officeDocument/2006/relationships/slideMaster" Target="slideMasters/slideMaster29.xml"/><Relationship Id="rId3" Type="http://schemas.openxmlformats.org/officeDocument/2006/relationships/slideMaster" Target="slideMasters/slideMaster2.xml"/><Relationship Id="rId29" Type="http://schemas.openxmlformats.org/officeDocument/2006/relationships/slideMaster" Target="slideMasters/slideMaster28.xml"/><Relationship Id="rId28" Type="http://schemas.openxmlformats.org/officeDocument/2006/relationships/slideMaster" Target="slideMasters/slideMaster27.xml"/><Relationship Id="rId27" Type="http://schemas.openxmlformats.org/officeDocument/2006/relationships/slideMaster" Target="slideMasters/slideMaster26.xml"/><Relationship Id="rId26" Type="http://schemas.openxmlformats.org/officeDocument/2006/relationships/slideMaster" Target="slideMasters/slideMaster25.xml"/><Relationship Id="rId25" Type="http://schemas.openxmlformats.org/officeDocument/2006/relationships/slideMaster" Target="slideMasters/slideMaster24.xml"/><Relationship Id="rId24" Type="http://schemas.openxmlformats.org/officeDocument/2006/relationships/slideMaster" Target="slideMasters/slideMaster23.xml"/><Relationship Id="rId23" Type="http://schemas.openxmlformats.org/officeDocument/2006/relationships/slideMaster" Target="slideMasters/slideMaster22.xml"/><Relationship Id="rId22" Type="http://schemas.openxmlformats.org/officeDocument/2006/relationships/slideMaster" Target="slideMasters/slideMaster21.xml"/><Relationship Id="rId21" Type="http://schemas.openxmlformats.org/officeDocument/2006/relationships/slideMaster" Target="slideMasters/slideMaster20.xml"/><Relationship Id="rId20" Type="http://schemas.openxmlformats.org/officeDocument/2006/relationships/slideMaster" Target="slideMasters/slideMaster19.xml"/><Relationship Id="rId2" Type="http://schemas.openxmlformats.org/officeDocument/2006/relationships/theme" Target="theme/theme1.xml"/><Relationship Id="rId19" Type="http://schemas.openxmlformats.org/officeDocument/2006/relationships/slideMaster" Target="slideMasters/slideMaster18.xml"/><Relationship Id="rId18" Type="http://schemas.openxmlformats.org/officeDocument/2006/relationships/slideMaster" Target="slideMasters/slideMaster17.xml"/><Relationship Id="rId17" Type="http://schemas.openxmlformats.org/officeDocument/2006/relationships/slideMaster" Target="slideMasters/slideMaster16.xml"/><Relationship Id="rId16" Type="http://schemas.openxmlformats.org/officeDocument/2006/relationships/slideMaster" Target="slideMasters/slideMaster15.xml"/><Relationship Id="rId15" Type="http://schemas.openxmlformats.org/officeDocument/2006/relationships/slideMaster" Target="slideMasters/slideMaster14.xml"/><Relationship Id="rId14" Type="http://schemas.openxmlformats.org/officeDocument/2006/relationships/slideMaster" Target="slideMasters/slideMaster13.xml"/><Relationship Id="rId13" Type="http://schemas.openxmlformats.org/officeDocument/2006/relationships/slideMaster" Target="slideMasters/slideMaster12.xml"/><Relationship Id="rId12" Type="http://schemas.openxmlformats.org/officeDocument/2006/relationships/slideMaster" Target="slideMasters/slideMaster11.xml"/><Relationship Id="rId11" Type="http://schemas.openxmlformats.org/officeDocument/2006/relationships/slideMaster" Target="slideMasters/slideMaster10.xml"/><Relationship Id="rId10" Type="http://schemas.openxmlformats.org/officeDocument/2006/relationships/slideMaster" Target="slideMasters/slideMaster9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7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 bwMode="auto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Shape 66"/>
          <p:cNvSpPr>
            <a:spLocks noGrp="1" noRot="1" noChangeAspect="1" noChangeArrowheads="1"/>
          </p:cNvSpPr>
          <p:nvPr>
            <p:ph type="sldImg" idx="4294967295"/>
          </p:nvPr>
        </p:nvSpPr>
        <p:spPr bwMode="auto">
          <a:xfrm>
            <a:off x="381000" y="685800"/>
            <a:ext cx="6096000" cy="3429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sp>
      <p:sp>
        <p:nvSpPr>
          <p:cNvPr id="5123" name="Shape 67"/>
          <p:cNvSpPr>
            <a:spLocks noGrp="1" noChangeArrowheads="1"/>
          </p:cNvSpPr>
          <p:nvPr>
            <p:ph type="body" sz="quarter" idx="9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lvl="0"/>
            <a:endParaRPr lang="zh-CN" altLang="zh-CN">
              <a:sym typeface="Helvetica Neue" pitchFamily="2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defTabSz="171450" rtl="0" eaLnBrk="0" fontAlgn="base" hangingPunct="0">
      <a:lnSpc>
        <a:spcPct val="117000"/>
      </a:lnSpc>
      <a:spcBef>
        <a:spcPct val="0"/>
      </a:spcBef>
      <a:spcAft>
        <a:spcPct val="0"/>
      </a:spcAft>
      <a:defRPr sz="825">
        <a:solidFill>
          <a:schemeClr val="tx1"/>
        </a:solidFill>
        <a:latin typeface="+mn-lt"/>
        <a:ea typeface="+mn-ea"/>
        <a:cs typeface="+mn-cs"/>
        <a:sym typeface="Helvetica Neue" pitchFamily="2" charset="0"/>
      </a:defRPr>
    </a:lvl1pPr>
    <a:lvl2pPr marL="278765" indent="-107315" algn="l" defTabSz="171450" rtl="0" eaLnBrk="0" fontAlgn="base" hangingPunct="0">
      <a:lnSpc>
        <a:spcPct val="117000"/>
      </a:lnSpc>
      <a:spcBef>
        <a:spcPct val="0"/>
      </a:spcBef>
      <a:spcAft>
        <a:spcPct val="0"/>
      </a:spcAft>
      <a:defRPr sz="825">
        <a:solidFill>
          <a:schemeClr val="tx1"/>
        </a:solidFill>
        <a:latin typeface="+mn-lt"/>
        <a:ea typeface="+mn-ea"/>
        <a:cs typeface="+mn-cs"/>
        <a:sym typeface="Helvetica Neue" pitchFamily="2" charset="0"/>
      </a:defRPr>
    </a:lvl2pPr>
    <a:lvl3pPr marL="428625" indent="-85725" algn="l" defTabSz="171450" rtl="0" eaLnBrk="0" fontAlgn="base" hangingPunct="0">
      <a:lnSpc>
        <a:spcPct val="117000"/>
      </a:lnSpc>
      <a:spcBef>
        <a:spcPct val="0"/>
      </a:spcBef>
      <a:spcAft>
        <a:spcPct val="0"/>
      </a:spcAft>
      <a:defRPr sz="825">
        <a:solidFill>
          <a:schemeClr val="tx1"/>
        </a:solidFill>
        <a:latin typeface="+mn-lt"/>
        <a:ea typeface="+mn-ea"/>
        <a:cs typeface="+mn-cs"/>
        <a:sym typeface="Helvetica Neue" pitchFamily="2" charset="0"/>
      </a:defRPr>
    </a:lvl3pPr>
    <a:lvl4pPr marL="600075" indent="-85725" algn="l" defTabSz="171450" rtl="0" eaLnBrk="0" fontAlgn="base" hangingPunct="0">
      <a:lnSpc>
        <a:spcPct val="117000"/>
      </a:lnSpc>
      <a:spcBef>
        <a:spcPct val="0"/>
      </a:spcBef>
      <a:spcAft>
        <a:spcPct val="0"/>
      </a:spcAft>
      <a:defRPr sz="825">
        <a:solidFill>
          <a:schemeClr val="tx1"/>
        </a:solidFill>
        <a:latin typeface="+mn-lt"/>
        <a:ea typeface="+mn-ea"/>
        <a:cs typeface="+mn-cs"/>
        <a:sym typeface="Helvetica Neue" pitchFamily="2" charset="0"/>
      </a:defRPr>
    </a:lvl4pPr>
    <a:lvl5pPr marL="771525" indent="-85725" algn="l" defTabSz="171450" rtl="0" eaLnBrk="0" fontAlgn="base" hangingPunct="0">
      <a:lnSpc>
        <a:spcPct val="117000"/>
      </a:lnSpc>
      <a:spcBef>
        <a:spcPct val="0"/>
      </a:spcBef>
      <a:spcAft>
        <a:spcPct val="0"/>
      </a:spcAft>
      <a:defRPr sz="825">
        <a:solidFill>
          <a:schemeClr val="tx1"/>
        </a:solidFill>
        <a:latin typeface="+mn-lt"/>
        <a:ea typeface="+mn-ea"/>
        <a:cs typeface="+mn-cs"/>
        <a:sym typeface="Helvetica Neue" pitchFamily="2" charset="0"/>
      </a:defRPr>
    </a:lvl5pPr>
    <a:lvl6pPr indent="428625" defTabSz="171450" latinLnBrk="0">
      <a:lnSpc>
        <a:spcPct val="117000"/>
      </a:lnSpc>
      <a:defRPr sz="825">
        <a:latin typeface="+mn-lt"/>
        <a:ea typeface="+mn-ea"/>
        <a:cs typeface="+mn-cs"/>
        <a:sym typeface="Helvetica Neue" panose="02000503000000020004"/>
      </a:defRPr>
    </a:lvl6pPr>
    <a:lvl7pPr indent="514350" defTabSz="171450" latinLnBrk="0">
      <a:lnSpc>
        <a:spcPct val="117000"/>
      </a:lnSpc>
      <a:defRPr sz="825">
        <a:latin typeface="+mn-lt"/>
        <a:ea typeface="+mn-ea"/>
        <a:cs typeface="+mn-cs"/>
        <a:sym typeface="Helvetica Neue" panose="02000503000000020004"/>
      </a:defRPr>
    </a:lvl7pPr>
    <a:lvl8pPr indent="600075" defTabSz="171450" latinLnBrk="0">
      <a:lnSpc>
        <a:spcPct val="117000"/>
      </a:lnSpc>
      <a:defRPr sz="825">
        <a:latin typeface="+mn-lt"/>
        <a:ea typeface="+mn-ea"/>
        <a:cs typeface="+mn-cs"/>
        <a:sym typeface="Helvetica Neue" panose="02000503000000020004"/>
      </a:defRPr>
    </a:lvl8pPr>
    <a:lvl9pPr indent="685800" defTabSz="171450" latinLnBrk="0">
      <a:lnSpc>
        <a:spcPct val="117000"/>
      </a:lnSpc>
      <a:defRPr sz="825">
        <a:latin typeface="+mn-lt"/>
        <a:ea typeface="+mn-ea"/>
        <a:cs typeface="+mn-cs"/>
        <a:sym typeface="Helvetica Neue" panose="02000503000000020004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4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4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5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6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6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6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7.xml"/></Relationships>
</file>

<file path=ppt/slideLayouts/_rels/slideLayout7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7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7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7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7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8.xml"/></Relationships>
</file>

<file path=ppt/slideLayouts/_rels/slideLayout8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8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8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8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8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9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9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9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9.xml"/></Relationships>
</file>

<file path=ppt/slideLayouts/_rels/slideLayout9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9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9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9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9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9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0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0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0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0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0.xml"/></Relationships>
</file>

<file path=ppt/slideLayouts/_rels/slideLayout10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0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0.xml"/></Relationships>
</file>

<file path=ppt/slideLayouts/_rels/slideLayout10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0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0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0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1.xml"/></Relationships>
</file>

<file path=ppt/slideLayouts/_rels/slideLayout1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1.xml"/></Relationships>
</file>

<file path=ppt/slideLayouts/_rels/slideLayout1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2.xml"/></Relationships>
</file>

<file path=ppt/slideLayouts/_rels/slideLayout1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2.xml"/></Relationships>
</file>

<file path=ppt/slideLayouts/_rels/slideLayout1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2.xml"/></Relationships>
</file>

<file path=ppt/slideLayouts/_rels/slideLayout1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2.xml"/></Relationships>
</file>

<file path=ppt/slideLayouts/_rels/slideLayout1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3.xml"/></Relationships>
</file>

<file path=ppt/slideLayouts/_rels/slideLayout1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3.xml"/></Relationships>
</file>

<file path=ppt/slideLayouts/_rels/slideLayout1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4.xml"/></Relationships>
</file>

<file path=ppt/slideLayouts/_rels/slideLayout1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4.xml"/></Relationships>
</file>

<file path=ppt/slideLayouts/_rels/slideLayout1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5.xml"/></Relationships>
</file>

<file path=ppt/slideLayouts/_rels/slideLayout1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6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6.xml"/></Relationships>
</file>

<file path=ppt/slideLayouts/_rels/slideLayout17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6.xml"/></Relationships>
</file>

<file path=ppt/slideLayouts/_rels/slideLayout17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17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17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17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17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17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17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18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1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7.xml"/></Relationships>
</file>

<file path=ppt/slideLayouts/_rels/slideLayout18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1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7.xml"/></Relationships>
</file>

<file path=ppt/slideLayouts/_rels/slideLayout18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18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18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18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18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18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19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19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1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8.xml"/></Relationships>
</file>

<file path=ppt/slideLayouts/_rels/slideLayout19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19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19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19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19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19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19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20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20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20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9.xml"/></Relationships>
</file>

<file path=ppt/slideLayouts/_rels/slideLayout20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20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9.xml"/></Relationships>
</file>

<file path=ppt/slideLayouts/_rels/slideLayout20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20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20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20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20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2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2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2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2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20.xml"/></Relationships>
</file>

<file path=ppt/slideLayouts/_rels/slideLayout2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2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0.xml"/></Relationships>
</file>

<file path=ppt/slideLayouts/_rels/slideLayout2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1.xml"/></Relationships>
</file>

<file path=ppt/slideLayouts/_rels/slideLayout2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1.xml"/></Relationships>
</file>

<file path=ppt/slideLayouts/_rels/slideLayout2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1.xml"/></Relationships>
</file>

<file path=ppt/slideLayouts/_rels/slideLayout2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1.xml"/></Relationships>
</file>

<file path=ppt/slideLayouts/_rels/slideLayout2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1.xml"/></Relationships>
</file>

<file path=ppt/slideLayouts/_rels/slideLayout2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1.xml"/></Relationships>
</file>

<file path=ppt/slideLayouts/_rels/slideLayout2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1.xml"/></Relationships>
</file>

<file path=ppt/slideLayouts/_rels/slideLayout2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1.xml"/></Relationships>
</file>

<file path=ppt/slideLayouts/_rels/slideLayout2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21.xml"/></Relationships>
</file>

<file path=ppt/slideLayouts/_rels/slideLayout2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1.xml"/></Relationships>
</file>

<file path=ppt/slideLayouts/_rels/slideLayout2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1.xml"/></Relationships>
</file>

<file path=ppt/slideLayouts/_rels/slideLayout2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2.xml"/></Relationships>
</file>

<file path=ppt/slideLayouts/_rels/slideLayout2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2.xml"/></Relationships>
</file>

<file path=ppt/slideLayouts/_rels/slideLayout2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2.xml"/></Relationships>
</file>

<file path=ppt/slideLayouts/_rels/slideLayout2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2.xml"/></Relationships>
</file>

<file path=ppt/slideLayouts/_rels/slideLayout2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2.xml"/></Relationships>
</file>

<file path=ppt/slideLayouts/_rels/slideLayout2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2.xml"/></Relationships>
</file>

<file path=ppt/slideLayouts/_rels/slideLayout2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2.xml"/></Relationships>
</file>

<file path=ppt/slideLayouts/_rels/slideLayout2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2.xml"/></Relationships>
</file>

<file path=ppt/slideLayouts/_rels/slideLayout2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22.xml"/></Relationships>
</file>

<file path=ppt/slideLayouts/_rels/slideLayout2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2.xml"/></Relationships>
</file>

<file path=ppt/slideLayouts/_rels/slideLayout2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2.xml"/></Relationships>
</file>

<file path=ppt/slideLayouts/_rels/slideLayout2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3.xml"/></Relationships>
</file>

<file path=ppt/slideLayouts/_rels/slideLayout2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3.xml"/></Relationships>
</file>

<file path=ppt/slideLayouts/_rels/slideLayout2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3.xml"/></Relationships>
</file>

<file path=ppt/slideLayouts/_rels/slideLayout2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3.xml"/></Relationships>
</file>

<file path=ppt/slideLayouts/_rels/slideLayout2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3.xml"/></Relationships>
</file>

<file path=ppt/slideLayouts/_rels/slideLayout2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3.xml"/></Relationships>
</file>

<file path=ppt/slideLayouts/_rels/slideLayout2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3.xml"/></Relationships>
</file>

<file path=ppt/slideLayouts/_rels/slideLayout2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3.xml"/></Relationships>
</file>

<file path=ppt/slideLayouts/_rels/slideLayout2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23.xml"/></Relationships>
</file>

<file path=ppt/slideLayouts/_rels/slideLayout2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3.xml"/></Relationships>
</file>

<file path=ppt/slideLayouts/_rels/slideLayout2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4.xml"/></Relationships>
</file>

<file path=ppt/slideLayouts/_rels/slideLayout2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4.xml"/></Relationships>
</file>

<file path=ppt/slideLayouts/_rels/slideLayout2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4.xml"/></Relationships>
</file>

<file path=ppt/slideLayouts/_rels/slideLayout2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4.xml"/></Relationships>
</file>

<file path=ppt/slideLayouts/_rels/slideLayout2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4.xml"/></Relationships>
</file>

<file path=ppt/slideLayouts/_rels/slideLayout2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4.xml"/></Relationships>
</file>

<file path=ppt/slideLayouts/_rels/slideLayout2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4.xml"/></Relationships>
</file>

<file path=ppt/slideLayouts/_rels/slideLayout2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4.xml"/></Relationships>
</file>

<file path=ppt/slideLayouts/_rels/slideLayout2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24.xml"/></Relationships>
</file>

<file path=ppt/slideLayouts/_rels/slideLayout2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4.xml"/></Relationships>
</file>

<file path=ppt/slideLayouts/_rels/slideLayout2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5.xml"/></Relationships>
</file>

<file path=ppt/slideLayouts/_rels/slideLayout2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5.xml"/></Relationships>
</file>

<file path=ppt/slideLayouts/_rels/slideLayout2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5.xml"/></Relationships>
</file>

<file path=ppt/slideLayouts/_rels/slideLayout2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5.xml"/></Relationships>
</file>

<file path=ppt/slideLayouts/_rels/slideLayout2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5.xml"/></Relationships>
</file>

<file path=ppt/slideLayouts/_rels/slideLayout2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5.xml"/></Relationships>
</file>

<file path=ppt/slideLayouts/_rels/slideLayout2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5.xml"/></Relationships>
</file>

<file path=ppt/slideLayouts/_rels/slideLayout2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5.xml"/></Relationships>
</file>

<file path=ppt/slideLayouts/_rels/slideLayout2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25.xml"/></Relationships>
</file>

<file path=ppt/slideLayouts/_rels/slideLayout2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5.xml"/></Relationships>
</file>

<file path=ppt/slideLayouts/_rels/slideLayout2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5.xml"/></Relationships>
</file>

<file path=ppt/slideLayouts/_rels/slideLayout26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6.xml"/></Relationships>
</file>

<file path=ppt/slideLayouts/_rels/slideLayout27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6.xml"/></Relationships>
</file>

<file path=ppt/slideLayouts/_rels/slideLayout27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6.xml"/></Relationships>
</file>

<file path=ppt/slideLayouts/_rels/slideLayout27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6.xml"/></Relationships>
</file>

<file path=ppt/slideLayouts/_rels/slideLayout27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6.xml"/></Relationships>
</file>

<file path=ppt/slideLayouts/_rels/slideLayout27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6.xml"/></Relationships>
</file>

<file path=ppt/slideLayouts/_rels/slideLayout27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6.xml"/></Relationships>
</file>

<file path=ppt/slideLayouts/_rels/slideLayout27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6.xml"/></Relationships>
</file>

<file path=ppt/slideLayouts/_rels/slideLayout2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26.xml"/></Relationships>
</file>

<file path=ppt/slideLayouts/_rels/slideLayout27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6.xml"/></Relationships>
</file>

<file path=ppt/slideLayouts/_rels/slideLayout27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7.xml"/></Relationships>
</file>

<file path=ppt/slideLayouts/_rels/slideLayout28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7.xml"/></Relationships>
</file>

<file path=ppt/slideLayouts/_rels/slideLayout28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7.xml"/></Relationships>
</file>

<file path=ppt/slideLayouts/_rels/slideLayout28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7.xml"/></Relationships>
</file>

<file path=ppt/slideLayouts/_rels/slideLayout28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7.xml"/></Relationships>
</file>

<file path=ppt/slideLayouts/_rels/slideLayout28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7.xml"/></Relationships>
</file>

<file path=ppt/slideLayouts/_rels/slideLayout28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7.xml"/></Relationships>
</file>

<file path=ppt/slideLayouts/_rels/slideLayout28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7.xml"/></Relationships>
</file>

<file path=ppt/slideLayouts/_rels/slideLayout2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27.xml"/></Relationships>
</file>

<file path=ppt/slideLayouts/_rels/slideLayout28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7.xml"/></Relationships>
</file>

<file path=ppt/slideLayouts/_rels/slideLayout28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8.xml"/></Relationships>
</file>

<file path=ppt/slideLayouts/_rels/slideLayout29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8.xml"/></Relationships>
</file>

<file path=ppt/slideLayouts/_rels/slideLayout29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8.xml"/></Relationships>
</file>

<file path=ppt/slideLayouts/_rels/slideLayout29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8.xml"/></Relationships>
</file>

<file path=ppt/slideLayouts/_rels/slideLayout29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8.xml"/></Relationships>
</file>

<file path=ppt/slideLayouts/_rels/slideLayout29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8.xml"/></Relationships>
</file>

<file path=ppt/slideLayouts/_rels/slideLayout29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8.xml"/></Relationships>
</file>

<file path=ppt/slideLayouts/_rels/slideLayout29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8.xml"/></Relationships>
</file>

<file path=ppt/slideLayouts/_rels/slideLayout29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28.xml"/></Relationships>
</file>

<file path=ppt/slideLayouts/_rels/slideLayout29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8.xml"/></Relationships>
</file>

<file path=ppt/slideLayouts/_rels/slideLayout29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8.xml"/></Relationships>
</file>

<file path=ppt/slideLayouts/_rels/slideLayout30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9.xml"/></Relationships>
</file>

<file path=ppt/slideLayouts/_rels/slideLayout30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9.xml"/></Relationships>
</file>

<file path=ppt/slideLayouts/_rels/slideLayout30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9.xml"/></Relationships>
</file>

<file path=ppt/slideLayouts/_rels/slideLayout30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9.xml"/></Relationships>
</file>

<file path=ppt/slideLayouts/_rels/slideLayout30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9.xml"/></Relationships>
</file>

<file path=ppt/slideLayouts/_rels/slideLayout30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9.xml"/></Relationships>
</file>

<file path=ppt/slideLayouts/_rels/slideLayout30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9.xml"/></Relationships>
</file>

<file path=ppt/slideLayouts/_rels/slideLayout30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9.xml"/></Relationships>
</file>

<file path=ppt/slideLayouts/_rels/slideLayout30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29.xml"/></Relationships>
</file>

<file path=ppt/slideLayouts/_rels/slideLayout30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9.xml"/></Relationships>
</file>

<file path=ppt/slideLayouts/_rels/slideLayout3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0.xml"/></Relationships>
</file>

<file path=ppt/slideLayouts/_rels/slideLayout3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30.xml"/></Relationships>
</file>

<file path=ppt/slideLayouts/_rels/slideLayout3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30.xml"/></Relationships>
</file>

<file path=ppt/slideLayouts/_rels/slideLayout3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0.xml"/></Relationships>
</file>

<file path=ppt/slideLayouts/_rels/slideLayout3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30.xml"/></Relationships>
</file>

<file path=ppt/slideLayouts/_rels/slideLayout3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1.xml"/></Relationships>
</file>

<file path=ppt/slideLayouts/_rels/slideLayout3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1.xml"/></Relationships>
</file>

<file path=ppt/slideLayouts/_rels/slideLayout3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1.xml"/></Relationships>
</file>

<file path=ppt/slideLayouts/_rels/slideLayout3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1.xml"/></Relationships>
</file>

<file path=ppt/slideLayouts/_rels/slideLayout3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1.xml"/></Relationships>
</file>

<file path=ppt/slideLayouts/_rels/slideLayout3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1.xml"/></Relationships>
</file>

<file path=ppt/slideLayouts/_rels/slideLayout3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1.xml"/></Relationships>
</file>

<file path=ppt/slideLayouts/_rels/slideLayout3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1.xml"/></Relationships>
</file>

<file path=ppt/slideLayouts/_rels/slideLayout3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31.xml"/></Relationships>
</file>

<file path=ppt/slideLayouts/_rels/slideLayout3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1.xml"/></Relationships>
</file>

<file path=ppt/slideLayouts/_rels/slideLayout3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2.xml"/></Relationships>
</file>

<file path=ppt/slideLayouts/_rels/slideLayout3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2.xml"/></Relationships>
</file>

<file path=ppt/slideLayouts/_rels/slideLayout3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2.xml"/></Relationships>
</file>

<file path=ppt/slideLayouts/_rels/slideLayout3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2.xml"/></Relationships>
</file>

<file path=ppt/slideLayouts/_rels/slideLayout3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2.xml"/></Relationships>
</file>

<file path=ppt/slideLayouts/_rels/slideLayout3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2.xml"/></Relationships>
</file>

<file path=ppt/slideLayouts/_rels/slideLayout3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2.xml"/></Relationships>
</file>

<file path=ppt/slideLayouts/_rels/slideLayout3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2.xml"/></Relationships>
</file>

<file path=ppt/slideLayouts/_rels/slideLayout3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32.xml"/></Relationships>
</file>

<file path=ppt/slideLayouts/_rels/slideLayout3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2.xml"/></Relationships>
</file>

<file path=ppt/slideLayouts/_rels/slideLayout3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3.xml"/></Relationships>
</file>

<file path=ppt/slideLayouts/_rels/slideLayout3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3.xml"/></Relationships>
</file>

<file path=ppt/slideLayouts/_rels/slideLayout3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3.xml"/></Relationships>
</file>

<file path=ppt/slideLayouts/_rels/slideLayout3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3.xml"/></Relationships>
</file>

<file path=ppt/slideLayouts/_rels/slideLayout3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3.xml"/></Relationships>
</file>

<file path=ppt/slideLayouts/_rels/slideLayout3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3.xml"/></Relationships>
</file>

<file path=ppt/slideLayouts/_rels/slideLayout3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3.xml"/></Relationships>
</file>

<file path=ppt/slideLayouts/_rels/slideLayout3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3.xml"/></Relationships>
</file>

<file path=ppt/slideLayouts/_rels/slideLayout3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33.xml"/></Relationships>
</file>

<file path=ppt/slideLayouts/_rels/slideLayout3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3.xml"/></Relationships>
</file>

<file path=ppt/slideLayouts/_rels/slideLayout3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4.xml"/></Relationships>
</file>

<file path=ppt/slideLayouts/_rels/slideLayout3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4.xml"/></Relationships>
</file>

<file path=ppt/slideLayouts/_rels/slideLayout3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4.xml"/></Relationships>
</file>

<file path=ppt/slideLayouts/_rels/slideLayout3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4.xml"/></Relationships>
</file>

<file path=ppt/slideLayouts/_rels/slideLayout3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4.xml"/></Relationships>
</file>

<file path=ppt/slideLayouts/_rels/slideLayout3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4.xml"/></Relationships>
</file>

<file path=ppt/slideLayouts/_rels/slideLayout3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4.xml"/></Relationships>
</file>

<file path=ppt/slideLayouts/_rels/slideLayout3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4.xml"/></Relationships>
</file>

<file path=ppt/slideLayouts/_rels/slideLayout3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34.xml"/></Relationships>
</file>

<file path=ppt/slideLayouts/_rels/slideLayout3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4.xml"/></Relationships>
</file>

<file path=ppt/slideLayouts/_rels/slideLayout3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34.xml"/></Relationships>
</file>

<file path=ppt/slideLayouts/_rels/slideLayout3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5.xml"/></Relationships>
</file>

<file path=ppt/slideLayouts/_rels/slideLayout3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5.xml"/></Relationships>
</file>

<file path=ppt/slideLayouts/_rels/slideLayout3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5.xml"/></Relationships>
</file>

<file path=ppt/slideLayouts/_rels/slideLayout3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5.xml"/></Relationships>
</file>

<file path=ppt/slideLayouts/_rels/slideLayout3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5.xml"/></Relationships>
</file>

<file path=ppt/slideLayouts/_rels/slideLayout3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5.xml"/></Relationships>
</file>

<file path=ppt/slideLayouts/_rels/slideLayout3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5.xml"/></Relationships>
</file>

<file path=ppt/slideLayouts/_rels/slideLayout3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5.xml"/></Relationships>
</file>

<file path=ppt/slideLayouts/_rels/slideLayout3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35.xml"/></Relationships>
</file>

<file path=ppt/slideLayouts/_rels/slideLayout3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5.xml"/></Relationships>
</file>

<file path=ppt/slideLayouts/_rels/slideLayout3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35.xml"/></Relationships>
</file>

<file path=ppt/slideLayouts/_rels/slideLayout3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6.xml"/></Relationships>
</file>

<file path=ppt/slideLayouts/_rels/slideLayout3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6.xml"/></Relationships>
</file>

<file path=ppt/slideLayouts/_rels/slideLayout36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6.xml"/></Relationships>
</file>

<file path=ppt/slideLayouts/_rels/slideLayout37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6.xml"/></Relationships>
</file>

<file path=ppt/slideLayouts/_rels/slideLayout37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6.xml"/></Relationships>
</file>

<file path=ppt/slideLayouts/_rels/slideLayout37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6.xml"/></Relationships>
</file>

<file path=ppt/slideLayouts/_rels/slideLayout37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6.xml"/></Relationships>
</file>

<file path=ppt/slideLayouts/_rels/slideLayout374.xml.rels><?xml version="1.0" encoding="UTF-8" standalone="yes"?>
<Relationships xmlns="http://schemas.openxmlformats.org/package/2006/relationships"><Relationship Id="rId4" Type="http://schemas.openxmlformats.org/officeDocument/2006/relationships/image" Target="../media/image8.png"/><Relationship Id="rId3" Type="http://schemas.openxmlformats.org/officeDocument/2006/relationships/image" Target="../media/image2.png"/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36.xml"/></Relationships>
</file>

<file path=ppt/slideLayouts/_rels/slideLayout3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36.xml"/></Relationships>
</file>

<file path=ppt/slideLayouts/_rels/slideLayout3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36.xml"/></Relationships>
</file>

<file path=ppt/slideLayouts/_rels/slideLayout3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36.xml"/></Relationships>
</file>

<file path=ppt/slideLayouts/_rels/slideLayout3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Master" Target="../slideMasters/slideMaster36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502411" y="1731661"/>
            <a:ext cx="8139178" cy="674375"/>
          </a:xfrm>
        </p:spPr>
        <p:txBody>
          <a:bodyPr lIns="101600" tIns="38100" rIns="25400" bIns="38100" anchor="t" anchorCtr="0">
            <a:noAutofit/>
          </a:bodyPr>
          <a:lstStyle>
            <a:lvl1pPr algn="ctr">
              <a:defRPr sz="4050" b="0" spc="225">
                <a:effectLst/>
                <a:latin typeface="+mn-ea"/>
                <a:ea typeface="+mn-ea"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502444" y="2674144"/>
            <a:ext cx="8139113" cy="601028"/>
          </a:xfrm>
        </p:spPr>
        <p:txBody>
          <a:bodyPr lIns="101600"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1800" u="none" strike="noStrike" kern="1200" cap="none" spc="75" normalizeH="0" baseline="0">
                <a:solidFill>
                  <a:schemeClr val="tx1"/>
                </a:solidFill>
                <a:uFillTx/>
                <a:latin typeface="+mn-ea"/>
                <a:ea typeface="+mn-ea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zh-CN" altLang="en-US" dirty="0"/>
              <a:t>单击此处编辑副标题</a:t>
            </a:r>
            <a:endParaRPr lang="zh-CN" altLang="en-US" dirty="0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 dirty="0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 panose="020B0503020204020204" pitchFamily="34" charset="-122"/>
                <a:cs typeface="+mn-cs"/>
              </a:rPr>
            </a:fld>
            <a:endParaRPr lang="zh-CN" altLang="en-US" dirty="0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 panose="020B0503020204020204" pitchFamily="34" charset="-122"/>
                <a:cs typeface="+mn-cs"/>
              </a:rPr>
            </a:fld>
            <a:endParaRPr lang="zh-CN" altLang="en-US" dirty="0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502411" y="435919"/>
            <a:ext cx="8139178" cy="48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1" i="0" u="none" strike="noStrike" kern="1200" cap="none" spc="75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  <a:endParaRPr dirty="0">
              <a:sym typeface="+mn-ea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 panose="020B0503020204020204" pitchFamily="34" charset="-122"/>
                <a:cs typeface="+mn-cs"/>
              </a:rPr>
            </a:fld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502444" y="1131094"/>
            <a:ext cx="8139113" cy="3561874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zh-CN" altLang="en-US" dirty="0"/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 panose="020B0503020204020204" pitchFamily="34" charset="-122"/>
                <a:cs typeface="+mn-cs"/>
              </a:rPr>
            </a:fld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630079" y="545783"/>
            <a:ext cx="2948940" cy="836295"/>
          </a:xfrm>
        </p:spPr>
        <p:txBody>
          <a:bodyPr anchor="ctr" anchorCtr="0"/>
          <a:lstStyle>
            <a:lvl1pPr>
              <a:defRPr sz="240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3853815" y="545783"/>
            <a:ext cx="4629150" cy="4052411"/>
          </a:xfrm>
        </p:spPr>
        <p:txBody>
          <a:bodyPr/>
          <a:lstStyle>
            <a:lvl1pPr>
              <a:defRPr sz="1800">
                <a:latin typeface="+mn-ea"/>
                <a:ea typeface="+mn-ea"/>
              </a:defRPr>
            </a:lvl1pPr>
            <a:lvl2pPr marL="342900" indent="0">
              <a:buNone/>
              <a:defRPr sz="1800">
                <a:latin typeface="+mn-ea"/>
                <a:ea typeface="+mn-ea"/>
              </a:defRPr>
            </a:lvl2pPr>
            <a:lvl3pPr>
              <a:defRPr sz="1800">
                <a:latin typeface="+mn-ea"/>
                <a:ea typeface="+mn-ea"/>
              </a:defRPr>
            </a:lvl3pPr>
            <a:lvl4pPr>
              <a:defRPr sz="1800">
                <a:latin typeface="+mn-ea"/>
                <a:ea typeface="+mn-ea"/>
              </a:defRPr>
            </a:lvl4pPr>
            <a:lvl5pPr>
              <a:defRPr sz="1800">
                <a:latin typeface="+mn-ea"/>
                <a:ea typeface="+mn-ea"/>
              </a:defRPr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zh-CN" altLang="en-US"/>
              <a:t>单击此处编辑正文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630079" y="1679734"/>
            <a:ext cx="2948940" cy="2918936"/>
          </a:xfrm>
        </p:spPr>
        <p:txBody>
          <a:bodyPr/>
          <a:lstStyle>
            <a:lvl1pPr marL="257175" indent="-257175">
              <a:buFont typeface="Arial" panose="020B0604020202020204" pitchFamily="34" charset="0"/>
              <a:buChar char="•"/>
              <a:defRPr sz="1800">
                <a:latin typeface="+mn-ea"/>
                <a:ea typeface="+mn-ea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CN" altLang="en-US"/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>
              <a:sym typeface="+mn-ea"/>
            </a:endParaRP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 dirty="0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FABC47A4-756D-490B-A52F-7D9E2C9FC05F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 panose="020B0503020204020204" pitchFamily="34" charset="-122"/>
                <a:cs typeface="+mn-cs"/>
              </a:rPr>
            </a:fld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9" name="标题 8"/>
          <p:cNvSpPr>
            <a:spLocks noGrp="1"/>
          </p:cNvSpPr>
          <p:nvPr>
            <p:ph type="title" hasCustomPrompt="1"/>
          </p:nvPr>
        </p:nvSpPr>
        <p:spPr>
          <a:xfrm>
            <a:off x="502444" y="4203859"/>
            <a:ext cx="8139113" cy="418624"/>
          </a:xfrm>
        </p:spPr>
        <p:txBody>
          <a:bodyPr/>
          <a:lstStyle>
            <a:lvl1pPr>
              <a:defRPr b="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单击此处编辑正文</a:t>
            </a:r>
            <a:endParaRPr lang="zh-CN" altLang="en-US"/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502444" y="481012"/>
            <a:ext cx="8139113" cy="3417094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250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  <a:endParaRPr dirty="0">
              <a:sym typeface="+mn-ea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 panose="020B0503020204020204" pitchFamily="34" charset="-122"/>
                <a:cs typeface="+mn-cs"/>
              </a:rPr>
            </a:fld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0" y="0"/>
            <a:ext cx="9147334" cy="5151120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250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  <a:endParaRPr dirty="0">
              <a:sym typeface="+mn-ea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 panose="020B0503020204020204" pitchFamily="34" charset="-122"/>
                <a:cs typeface="+mn-cs"/>
              </a:rPr>
            </a:fld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350996" y="423863"/>
            <a:ext cx="4050030" cy="4295775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250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  <a:endParaRPr dirty="0">
              <a:sym typeface="+mn-ea"/>
            </a:endParaRP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4715828" y="423863"/>
            <a:ext cx="4050030" cy="4295775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250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</a:t>
            </a:r>
            <a:r>
              <a:rPr>
                <a:sym typeface="+mn-ea"/>
              </a:rPr>
              <a:t>正文</a:t>
            </a:r>
            <a:endParaRPr dirty="0">
              <a:sym typeface="+mn-ea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 panose="020B0503020204020204" pitchFamily="34" charset="-122"/>
                <a:cs typeface="+mn-cs"/>
              </a:rPr>
            </a:fld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502411" y="467693"/>
            <a:ext cx="8139178" cy="674375"/>
          </a:xfrm>
        </p:spPr>
        <p:txBody>
          <a:bodyPr vert="horz" lIns="101600" tIns="38100" rIns="25400" bIns="38100" rtlCol="0" anchor="ctr" anchorCtr="0">
            <a:noAutofit/>
          </a:bodyPr>
          <a:lstStyle>
            <a:lvl1pPr marL="0" marR="0" algn="ctr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0" i="0" u="none" strike="noStrike" kern="1200" cap="none" spc="225" normalizeH="0" baseline="0" noProof="1" dirty="0">
                <a:solidFill>
                  <a:schemeClr val="tx1"/>
                </a:solidFill>
                <a:effectLst/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  <a:endParaRPr>
              <a:sym typeface="+mn-ea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4173617" y="4947088"/>
            <a:ext cx="549354" cy="121187"/>
          </a:xfrm>
        </p:spPr>
        <p:txBody>
          <a:bodyPr wrap="square">
            <a:noAutofit/>
          </a:bodyPr>
          <a:lstStyle>
            <a:lvl1pPr algn="ctr">
              <a:defRPr sz="9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altLang="zh-CN">
                <a:solidFill>
                  <a:prstClr val="white"/>
                </a:solidFill>
                <a:ea typeface="微软雅黑" panose="020B0503020204020204" pitchFamily="34" charset="-122"/>
              </a:rPr>
              <a:t>-</a:t>
            </a:r>
            <a:fld id="{FAEDECE0-B3E3-4E93-9B91-9F10B30F5B07}" type="slidenum">
              <a:rPr lang="en-US" altLang="zh-CN" smtClean="0">
                <a:solidFill>
                  <a:prstClr val="white"/>
                </a:solidFill>
                <a:ea typeface="微软雅黑" panose="020B0503020204020204" pitchFamily="34" charset="-122"/>
              </a:rPr>
            </a:fld>
            <a:r>
              <a:rPr lang="en-US" altLang="zh-CN">
                <a:solidFill>
                  <a:prstClr val="white"/>
                </a:solidFill>
                <a:ea typeface="微软雅黑" panose="020B0503020204020204" pitchFamily="34" charset="-122"/>
              </a:rPr>
              <a:t>-</a:t>
            </a:r>
            <a:endParaRPr lang="zh-CN" altLang="en-US" dirty="0">
              <a:solidFill>
                <a:prstClr val="white"/>
              </a:solidFill>
              <a:ea typeface="微软雅黑" panose="020B0503020204020204" pitchFamily="34" charset="-122"/>
            </a:endParaRPr>
          </a:p>
        </p:txBody>
      </p:sp>
      <p:sp>
        <p:nvSpPr>
          <p:cNvPr id="7" name="文本框 6"/>
          <p:cNvSpPr txBox="1"/>
          <p:nvPr userDrawn="1"/>
        </p:nvSpPr>
        <p:spPr>
          <a:xfrm>
            <a:off x="7440782" y="4932661"/>
            <a:ext cx="1900646" cy="150041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7145" tIns="17145" rIns="17145" bIns="17145" numCol="1" spcCol="38100" rtlCol="0" anchor="t">
            <a:spAutoFit/>
          </a:bodyPr>
          <a:lstStyle/>
          <a:p>
            <a:pPr marL="0" marR="0" lvl="0" indent="0" algn="ctr" defTabSz="30988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75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75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  <a:endParaRPr kumimoji="0" lang="zh-CN" altLang="en-US" sz="75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Arial" panose="020B0604020202020204" pitchFamily="34" charset="0"/>
              <a:sym typeface="Arial" panose="020B0604020202020204"/>
            </a:endParaRPr>
          </a:p>
        </p:txBody>
      </p:sp>
      <p:cxnSp>
        <p:nvCxnSpPr>
          <p:cNvPr id="9" name="直线连接符 3"/>
          <p:cNvCxnSpPr/>
          <p:nvPr userDrawn="1"/>
        </p:nvCxnSpPr>
        <p:spPr>
          <a:xfrm>
            <a:off x="2452523" y="686268"/>
            <a:ext cx="6423841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 dirty="0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 panose="020B0503020204020204" pitchFamily="34" charset="-122"/>
                <a:cs typeface="+mn-cs"/>
              </a:rPr>
            </a:fld>
            <a:endParaRPr lang="zh-CN" altLang="en-US" dirty="0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_Slide with photo">
    <p:bg>
      <p:bgPr>
        <a:solidFill>
          <a:srgbClr val="335C9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01" name="图片 8" descr="2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891314" y="988219"/>
            <a:ext cx="3216116" cy="641271"/>
          </a:xfrm>
          <a:prstGeom prst="rect">
            <a:avLst/>
          </a:prstGeom>
          <a:noFill/>
          <a:ln w="9525">
            <a:noFill/>
          </a:ln>
        </p:spPr>
      </p:pic>
    </p:spTree>
  </p:cSld>
  <p:clrMapOvr>
    <a:masterClrMapping/>
  </p:clrMapOvr>
  <p:transition spd="med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502411" y="1731661"/>
            <a:ext cx="8139178" cy="674375"/>
          </a:xfrm>
        </p:spPr>
        <p:txBody>
          <a:bodyPr lIns="101600" tIns="38100" rIns="25400" bIns="38100" anchor="t" anchorCtr="0">
            <a:noAutofit/>
          </a:bodyPr>
          <a:lstStyle>
            <a:lvl1pPr algn="ctr">
              <a:defRPr sz="4050" b="0" spc="225">
                <a:effectLst/>
                <a:latin typeface="+mn-ea"/>
                <a:ea typeface="+mn-ea"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502444" y="2674144"/>
            <a:ext cx="8139113" cy="601028"/>
          </a:xfrm>
        </p:spPr>
        <p:txBody>
          <a:bodyPr lIns="101600"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1800" u="none" strike="noStrike" kern="1200" cap="none" spc="75" normalizeH="0" baseline="0">
                <a:solidFill>
                  <a:schemeClr val="tx1"/>
                </a:solidFill>
                <a:uFillTx/>
                <a:latin typeface="+mn-ea"/>
                <a:ea typeface="+mn-ea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zh-CN" altLang="en-US" dirty="0"/>
              <a:t>单击此处编辑副标题</a:t>
            </a:r>
            <a:endParaRPr lang="zh-CN" altLang="en-US" dirty="0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 dirty="0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 panose="020B0503020204020204" pitchFamily="34" charset="-122"/>
                <a:cs typeface="+mn-cs"/>
              </a:rPr>
            </a:fld>
            <a:endParaRPr lang="zh-CN" altLang="en-US" dirty="0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 panose="020B0503020204020204" pitchFamily="34" charset="-122"/>
                <a:cs typeface="+mn-cs"/>
              </a:rPr>
            </a:fld>
            <a:endParaRPr lang="zh-CN" altLang="en-US" dirty="0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502411" y="435919"/>
            <a:ext cx="8139178" cy="48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1" i="0" u="none" strike="noStrike" kern="1200" cap="none" spc="75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  <a:endParaRPr dirty="0">
              <a:sym typeface="+mn-ea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 panose="020B0503020204020204" pitchFamily="34" charset="-122"/>
                <a:cs typeface="+mn-cs"/>
              </a:rPr>
            </a:fld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502444" y="1131094"/>
            <a:ext cx="8139113" cy="3561874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zh-CN" altLang="en-US" dirty="0"/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 panose="020B0503020204020204" pitchFamily="34" charset="-122"/>
                <a:cs typeface="+mn-cs"/>
              </a:rPr>
            </a:fld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630079" y="545783"/>
            <a:ext cx="2948940" cy="836295"/>
          </a:xfrm>
        </p:spPr>
        <p:txBody>
          <a:bodyPr anchor="ctr" anchorCtr="0"/>
          <a:lstStyle>
            <a:lvl1pPr>
              <a:defRPr sz="240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3853815" y="545783"/>
            <a:ext cx="4629150" cy="4052411"/>
          </a:xfrm>
        </p:spPr>
        <p:txBody>
          <a:bodyPr/>
          <a:lstStyle>
            <a:lvl1pPr>
              <a:defRPr sz="1800">
                <a:latin typeface="+mn-ea"/>
                <a:ea typeface="+mn-ea"/>
              </a:defRPr>
            </a:lvl1pPr>
            <a:lvl2pPr marL="342900" indent="0">
              <a:buNone/>
              <a:defRPr sz="1800">
                <a:latin typeface="+mn-ea"/>
                <a:ea typeface="+mn-ea"/>
              </a:defRPr>
            </a:lvl2pPr>
            <a:lvl3pPr>
              <a:defRPr sz="1800">
                <a:latin typeface="+mn-ea"/>
                <a:ea typeface="+mn-ea"/>
              </a:defRPr>
            </a:lvl3pPr>
            <a:lvl4pPr>
              <a:defRPr sz="1800">
                <a:latin typeface="+mn-ea"/>
                <a:ea typeface="+mn-ea"/>
              </a:defRPr>
            </a:lvl4pPr>
            <a:lvl5pPr>
              <a:defRPr sz="1800">
                <a:latin typeface="+mn-ea"/>
                <a:ea typeface="+mn-ea"/>
              </a:defRPr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zh-CN" altLang="en-US"/>
              <a:t>单击此处编辑正文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630079" y="1679734"/>
            <a:ext cx="2948940" cy="2918936"/>
          </a:xfrm>
        </p:spPr>
        <p:txBody>
          <a:bodyPr/>
          <a:lstStyle>
            <a:lvl1pPr marL="257175" indent="-257175">
              <a:buFont typeface="Arial" panose="020B0604020202020204" pitchFamily="34" charset="0"/>
              <a:buChar char="•"/>
              <a:defRPr sz="1800">
                <a:latin typeface="+mn-ea"/>
                <a:ea typeface="+mn-ea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CN" altLang="en-US"/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>
              <a:sym typeface="+mn-ea"/>
            </a:endParaRP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 dirty="0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FABC47A4-756D-490B-A52F-7D9E2C9FC05F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 panose="020B0503020204020204" pitchFamily="34" charset="-122"/>
                <a:cs typeface="+mn-cs"/>
              </a:rPr>
            </a:fld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9" name="标题 8"/>
          <p:cNvSpPr>
            <a:spLocks noGrp="1"/>
          </p:cNvSpPr>
          <p:nvPr>
            <p:ph type="title" hasCustomPrompt="1"/>
          </p:nvPr>
        </p:nvSpPr>
        <p:spPr>
          <a:xfrm>
            <a:off x="502444" y="4203859"/>
            <a:ext cx="8139113" cy="418624"/>
          </a:xfrm>
        </p:spPr>
        <p:txBody>
          <a:bodyPr/>
          <a:lstStyle>
            <a:lvl1pPr>
              <a:defRPr b="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单击此处编辑正文</a:t>
            </a:r>
            <a:endParaRPr lang="zh-CN" altLang="en-US"/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502444" y="481012"/>
            <a:ext cx="8139113" cy="3417094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250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  <a:endParaRPr dirty="0">
              <a:sym typeface="+mn-ea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 panose="020B0503020204020204" pitchFamily="34" charset="-122"/>
                <a:cs typeface="+mn-cs"/>
              </a:rPr>
            </a:fld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0" y="0"/>
            <a:ext cx="9147334" cy="5151120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250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  <a:endParaRPr dirty="0">
              <a:sym typeface="+mn-ea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 panose="020B0503020204020204" pitchFamily="34" charset="-122"/>
                <a:cs typeface="+mn-cs"/>
              </a:rPr>
            </a:fld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350996" y="423863"/>
            <a:ext cx="4050030" cy="4295775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250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  <a:endParaRPr dirty="0">
              <a:sym typeface="+mn-ea"/>
            </a:endParaRP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4715828" y="423863"/>
            <a:ext cx="4050030" cy="4295775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250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</a:t>
            </a:r>
            <a:r>
              <a:rPr>
                <a:sym typeface="+mn-ea"/>
              </a:rPr>
              <a:t>正文</a:t>
            </a:r>
            <a:endParaRPr dirty="0">
              <a:sym typeface="+mn-ea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 panose="020B0503020204020204" pitchFamily="34" charset="-122"/>
                <a:cs typeface="+mn-cs"/>
              </a:rPr>
            </a:fld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502411" y="467693"/>
            <a:ext cx="8139178" cy="674375"/>
          </a:xfrm>
        </p:spPr>
        <p:txBody>
          <a:bodyPr vert="horz" lIns="101600" tIns="38100" rIns="25400" bIns="38100" rtlCol="0" anchor="ctr" anchorCtr="0">
            <a:noAutofit/>
          </a:bodyPr>
          <a:lstStyle>
            <a:lvl1pPr marL="0" marR="0" algn="ctr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0" i="0" u="none" strike="noStrike" kern="1200" cap="none" spc="225" normalizeH="0" baseline="0" noProof="1" dirty="0">
                <a:solidFill>
                  <a:schemeClr val="tx1"/>
                </a:solidFill>
                <a:effectLst/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  <a:endParaRPr>
              <a:sym typeface="+mn-ea"/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4173617" y="4947088"/>
            <a:ext cx="549354" cy="121187"/>
          </a:xfrm>
        </p:spPr>
        <p:txBody>
          <a:bodyPr wrap="square">
            <a:noAutofit/>
          </a:bodyPr>
          <a:lstStyle>
            <a:lvl1pPr algn="ctr">
              <a:defRPr sz="9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altLang="zh-CN">
                <a:solidFill>
                  <a:prstClr val="white"/>
                </a:solidFill>
                <a:ea typeface="微软雅黑" panose="020B0503020204020204" pitchFamily="34" charset="-122"/>
              </a:rPr>
              <a:t>-</a:t>
            </a:r>
            <a:fld id="{FAEDECE0-B3E3-4E93-9B91-9F10B30F5B07}" type="slidenum">
              <a:rPr lang="en-US" altLang="zh-CN" smtClean="0">
                <a:solidFill>
                  <a:prstClr val="white"/>
                </a:solidFill>
                <a:ea typeface="微软雅黑" panose="020B0503020204020204" pitchFamily="34" charset="-122"/>
              </a:rPr>
            </a:fld>
            <a:r>
              <a:rPr lang="en-US" altLang="zh-CN">
                <a:solidFill>
                  <a:prstClr val="white"/>
                </a:solidFill>
                <a:ea typeface="微软雅黑" panose="020B0503020204020204" pitchFamily="34" charset="-122"/>
              </a:rPr>
              <a:t>-</a:t>
            </a:r>
            <a:endParaRPr lang="zh-CN" altLang="en-US" dirty="0">
              <a:solidFill>
                <a:prstClr val="white"/>
              </a:solidFill>
              <a:ea typeface="微软雅黑" panose="020B0503020204020204" pitchFamily="34" charset="-122"/>
            </a:endParaRPr>
          </a:p>
        </p:txBody>
      </p:sp>
      <p:sp>
        <p:nvSpPr>
          <p:cNvPr id="7" name="文本框 6"/>
          <p:cNvSpPr txBox="1"/>
          <p:nvPr userDrawn="1"/>
        </p:nvSpPr>
        <p:spPr>
          <a:xfrm>
            <a:off x="7440782" y="4932661"/>
            <a:ext cx="1900646" cy="150041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7145" tIns="17145" rIns="17145" bIns="17145" numCol="1" spcCol="38100" rtlCol="0" anchor="t">
            <a:spAutoFit/>
          </a:bodyPr>
          <a:lstStyle/>
          <a:p>
            <a:pPr marL="0" marR="0" lvl="0" indent="0" algn="ctr" defTabSz="30988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75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75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  <a:endParaRPr kumimoji="0" lang="zh-CN" altLang="en-US" sz="75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Arial" panose="020B0604020202020204" pitchFamily="34" charset="0"/>
              <a:sym typeface="Arial" panose="020B0604020202020204"/>
            </a:endParaRPr>
          </a:p>
        </p:txBody>
      </p:sp>
      <p:cxnSp>
        <p:nvCxnSpPr>
          <p:cNvPr id="9" name="直线连接符 3"/>
          <p:cNvCxnSpPr/>
          <p:nvPr userDrawn="1"/>
        </p:nvCxnSpPr>
        <p:spPr>
          <a:xfrm>
            <a:off x="2452523" y="686268"/>
            <a:ext cx="6423841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 dirty="0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 panose="020B0503020204020204" pitchFamily="34" charset="-122"/>
                <a:cs typeface="+mn-cs"/>
              </a:rPr>
            </a:fld>
            <a:endParaRPr lang="zh-CN" altLang="en-US" dirty="0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_Slide with photo">
    <p:bg>
      <p:bgPr>
        <a:solidFill>
          <a:srgbClr val="335C9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01" name="图片 8" descr="2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891314" y="988219"/>
            <a:ext cx="3216116" cy="641271"/>
          </a:xfrm>
          <a:prstGeom prst="rect">
            <a:avLst/>
          </a:prstGeom>
          <a:noFill/>
          <a:ln w="9525">
            <a:noFill/>
          </a:ln>
        </p:spPr>
      </p:pic>
    </p:spTree>
  </p:cSld>
  <p:clrMapOvr>
    <a:masterClrMapping/>
  </p:clrMapOvr>
  <p:transition spd="med"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502411" y="1731661"/>
            <a:ext cx="8139178" cy="674375"/>
          </a:xfrm>
        </p:spPr>
        <p:txBody>
          <a:bodyPr lIns="101600" tIns="38100" rIns="25400" bIns="38100" anchor="t" anchorCtr="0">
            <a:noAutofit/>
          </a:bodyPr>
          <a:lstStyle>
            <a:lvl1pPr algn="ctr">
              <a:defRPr sz="4050" b="0" spc="225">
                <a:effectLst/>
                <a:latin typeface="+mn-ea"/>
                <a:ea typeface="+mn-ea"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502444" y="2674144"/>
            <a:ext cx="8139113" cy="601028"/>
          </a:xfrm>
        </p:spPr>
        <p:txBody>
          <a:bodyPr lIns="101600"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1800" u="none" strike="noStrike" kern="1200" cap="none" spc="75" normalizeH="0" baseline="0">
                <a:solidFill>
                  <a:schemeClr val="tx1"/>
                </a:solidFill>
                <a:uFillTx/>
                <a:latin typeface="+mn-ea"/>
                <a:ea typeface="+mn-ea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zh-CN" altLang="en-US" dirty="0"/>
              <a:t>单击此处编辑副标题</a:t>
            </a:r>
            <a:endParaRPr lang="zh-CN" altLang="en-US" dirty="0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eaLnBrk="1" hangingPunct="1">
              <a:defRPr/>
            </a:pPr>
            <a:endParaRPr lang="zh-CN" altLang="en-US" dirty="0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eaLnBrk="1" hangingPunct="1"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 panose="020B0503020204020204" pitchFamily="34" charset="-122"/>
                <a:cs typeface="+mn-cs"/>
                <a:sym typeface="Arial" panose="020B0604020202020204" pitchFamily="34" charset="0"/>
              </a:rPr>
            </a:fld>
            <a:endParaRPr lang="zh-CN" altLang="en-US" dirty="0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  <a:sym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hangingPunct="1">
              <a:defRPr/>
            </a:pPr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eaLnBrk="1" hangingPunct="1">
              <a:defRPr/>
            </a:pPr>
            <a:endParaRPr lang="zh-CN" altLang="en-US" dirty="0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eaLnBrk="1" hangingPunct="1"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 panose="020B0503020204020204" pitchFamily="34" charset="-122"/>
                <a:cs typeface="+mn-cs"/>
                <a:sym typeface="Arial" panose="020B0604020202020204" pitchFamily="34" charset="0"/>
              </a:rPr>
            </a:fld>
            <a:endParaRPr lang="zh-CN" altLang="en-US" dirty="0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  <a:sym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502411" y="435919"/>
            <a:ext cx="8139178" cy="48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1" i="0" u="none" strike="noStrike" kern="1200" cap="none" spc="75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  <a:endParaRPr dirty="0">
              <a:sym typeface="+mn-ea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eaLnBrk="1" hangingPunct="1">
              <a:defRPr/>
            </a:pPr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eaLnBrk="1" hangingPunct="1"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 panose="020B0503020204020204" pitchFamily="34" charset="-122"/>
                <a:cs typeface="+mn-cs"/>
                <a:sym typeface="Arial" panose="020B0604020202020204" pitchFamily="34" charset="0"/>
              </a:rPr>
            </a:fld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502444" y="1131094"/>
            <a:ext cx="8139113" cy="3561874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zh-CN" altLang="en-US" dirty="0"/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eaLnBrk="1" hangingPunct="1">
              <a:defRPr/>
            </a:pPr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eaLnBrk="1" hangingPunct="1"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 panose="020B0503020204020204" pitchFamily="34" charset="-122"/>
                <a:cs typeface="+mn-cs"/>
                <a:sym typeface="Arial" panose="020B0604020202020204" pitchFamily="34" charset="0"/>
              </a:rPr>
            </a:fld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630079" y="545783"/>
            <a:ext cx="2948940" cy="836295"/>
          </a:xfrm>
        </p:spPr>
        <p:txBody>
          <a:bodyPr anchor="ctr" anchorCtr="0"/>
          <a:lstStyle>
            <a:lvl1pPr>
              <a:defRPr sz="240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3853815" y="545783"/>
            <a:ext cx="4629150" cy="4052411"/>
          </a:xfrm>
        </p:spPr>
        <p:txBody>
          <a:bodyPr/>
          <a:lstStyle>
            <a:lvl1pPr>
              <a:defRPr sz="1800">
                <a:latin typeface="+mn-ea"/>
                <a:ea typeface="+mn-ea"/>
              </a:defRPr>
            </a:lvl1pPr>
            <a:lvl2pPr marL="342900" indent="0">
              <a:buNone/>
              <a:defRPr sz="1800">
                <a:latin typeface="+mn-ea"/>
                <a:ea typeface="+mn-ea"/>
              </a:defRPr>
            </a:lvl2pPr>
            <a:lvl3pPr>
              <a:defRPr sz="1800">
                <a:latin typeface="+mn-ea"/>
                <a:ea typeface="+mn-ea"/>
              </a:defRPr>
            </a:lvl3pPr>
            <a:lvl4pPr>
              <a:defRPr sz="1800">
                <a:latin typeface="+mn-ea"/>
                <a:ea typeface="+mn-ea"/>
              </a:defRPr>
            </a:lvl4pPr>
            <a:lvl5pPr>
              <a:defRPr sz="1800">
                <a:latin typeface="+mn-ea"/>
                <a:ea typeface="+mn-ea"/>
              </a:defRPr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zh-CN" altLang="en-US"/>
              <a:t>单击此处编辑正文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630079" y="1679734"/>
            <a:ext cx="2948940" cy="2918936"/>
          </a:xfrm>
        </p:spPr>
        <p:txBody>
          <a:bodyPr/>
          <a:lstStyle>
            <a:lvl1pPr marL="257175" indent="-257175">
              <a:buFont typeface="Arial" panose="020B0604020202020204" pitchFamily="34" charset="0"/>
              <a:buChar char="•"/>
              <a:defRPr sz="1800">
                <a:latin typeface="+mn-ea"/>
                <a:ea typeface="+mn-ea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CN" altLang="en-US"/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>
              <a:sym typeface="+mn-ea"/>
            </a:endParaRP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eaLnBrk="1" hangingPunct="1">
              <a:defRPr/>
            </a:pPr>
            <a:endParaRPr lang="zh-CN" altLang="en-US" dirty="0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eaLnBrk="1" hangingPunct="1">
              <a:defRPr/>
            </a:pPr>
            <a:fld id="{FABC47A4-756D-490B-A52F-7D9E2C9FC05F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 panose="020B0503020204020204" pitchFamily="34" charset="-122"/>
                <a:cs typeface="+mn-cs"/>
                <a:sym typeface="Arial" panose="020B0604020202020204" pitchFamily="34" charset="0"/>
              </a:rPr>
            </a:fld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9" name="标题 8"/>
          <p:cNvSpPr>
            <a:spLocks noGrp="1"/>
          </p:cNvSpPr>
          <p:nvPr>
            <p:ph type="title" hasCustomPrompt="1"/>
          </p:nvPr>
        </p:nvSpPr>
        <p:spPr>
          <a:xfrm>
            <a:off x="502444" y="4203859"/>
            <a:ext cx="8139113" cy="418624"/>
          </a:xfrm>
        </p:spPr>
        <p:txBody>
          <a:bodyPr/>
          <a:lstStyle>
            <a:lvl1pPr>
              <a:defRPr b="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单击此处编辑正文</a:t>
            </a:r>
            <a:endParaRPr lang="zh-CN" altLang="en-US"/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502444" y="481012"/>
            <a:ext cx="8139113" cy="3417094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250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  <a:endParaRPr dirty="0">
              <a:sym typeface="+mn-ea"/>
            </a:endParaRPr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eaLnBrk="1" hangingPunct="1">
              <a:defRPr/>
            </a:pPr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eaLnBrk="1" hangingPunct="1"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 panose="020B0503020204020204" pitchFamily="34" charset="-122"/>
                <a:cs typeface="+mn-cs"/>
                <a:sym typeface="Arial" panose="020B0604020202020204" pitchFamily="34" charset="0"/>
              </a:rPr>
            </a:fld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0" y="0"/>
            <a:ext cx="9147334" cy="5151120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250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  <a:endParaRPr dirty="0">
              <a:sym typeface="+mn-ea"/>
            </a:endParaRP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eaLnBrk="1" hangingPunct="1">
              <a:defRPr/>
            </a:pPr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eaLnBrk="1" hangingPunct="1"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 panose="020B0503020204020204" pitchFamily="34" charset="-122"/>
                <a:cs typeface="+mn-cs"/>
                <a:sym typeface="Arial" panose="020B0604020202020204" pitchFamily="34" charset="0"/>
              </a:rPr>
            </a:fld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350996" y="423863"/>
            <a:ext cx="4050030" cy="4295775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250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  <a:endParaRPr dirty="0">
              <a:sym typeface="+mn-ea"/>
            </a:endParaRP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4715828" y="423863"/>
            <a:ext cx="4050030" cy="4295775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250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</a:t>
            </a:r>
            <a:r>
              <a:rPr>
                <a:sym typeface="+mn-ea"/>
              </a:rPr>
              <a:t>正文</a:t>
            </a:r>
            <a:endParaRPr dirty="0">
              <a:sym typeface="+mn-ea"/>
            </a:endParaRPr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eaLnBrk="1" hangingPunct="1">
              <a:defRPr/>
            </a:pPr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eaLnBrk="1" hangingPunct="1"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 panose="020B0503020204020204" pitchFamily="34" charset="-122"/>
                <a:cs typeface="+mn-cs"/>
                <a:sym typeface="Arial" panose="020B0604020202020204" pitchFamily="34" charset="0"/>
              </a:rPr>
            </a:fld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502411" y="467693"/>
            <a:ext cx="8139178" cy="674375"/>
          </a:xfrm>
        </p:spPr>
        <p:txBody>
          <a:bodyPr vert="horz" lIns="101600" tIns="38100" rIns="25400" bIns="38100" rtlCol="0" anchor="ctr" anchorCtr="0">
            <a:noAutofit/>
          </a:bodyPr>
          <a:lstStyle>
            <a:lvl1pPr marL="0" marR="0" algn="ctr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0" i="0" u="none" strike="noStrike" kern="1200" cap="none" spc="225" normalizeH="0" baseline="0" noProof="1" dirty="0">
                <a:solidFill>
                  <a:schemeClr val="tx1"/>
                </a:solidFill>
                <a:effectLst/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  <a:endParaRPr>
              <a:sym typeface="+mn-ea"/>
            </a:endParaRPr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4173617" y="4947088"/>
            <a:ext cx="549354" cy="121187"/>
          </a:xfrm>
        </p:spPr>
        <p:txBody>
          <a:bodyPr wrap="square">
            <a:noAutofit/>
          </a:bodyPr>
          <a:lstStyle>
            <a:lvl1pPr algn="ctr">
              <a:defRPr sz="9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eaLnBrk="1" hangingPunct="1">
              <a:defRPr/>
            </a:pPr>
            <a:r>
              <a:rPr lang="en-US" altLang="zh-CN">
                <a:solidFill>
                  <a:prstClr val="white"/>
                </a:solidFill>
                <a:ea typeface="微软雅黑" panose="020B0503020204020204" pitchFamily="34" charset="-122"/>
                <a:sym typeface="Arial" panose="020B0604020202020204" pitchFamily="34" charset="0"/>
              </a:rPr>
              <a:t>-</a:t>
            </a:r>
            <a:fld id="{FAEDECE0-B3E3-4E93-9B91-9F10B30F5B07}" type="slidenum">
              <a:rPr lang="en-US" altLang="zh-CN" smtClean="0">
                <a:solidFill>
                  <a:prstClr val="white"/>
                </a:solidFill>
                <a:ea typeface="微软雅黑" panose="020B0503020204020204" pitchFamily="34" charset="-122"/>
                <a:sym typeface="Arial" panose="020B0604020202020204" pitchFamily="34" charset="0"/>
              </a:rPr>
            </a:fld>
            <a:r>
              <a:rPr lang="en-US" altLang="zh-CN">
                <a:solidFill>
                  <a:prstClr val="white"/>
                </a:solidFill>
                <a:ea typeface="微软雅黑" panose="020B0503020204020204" pitchFamily="34" charset="-122"/>
                <a:sym typeface="Arial" panose="020B0604020202020204" pitchFamily="34" charset="0"/>
              </a:rPr>
              <a:t>-</a:t>
            </a:r>
            <a:endParaRPr lang="zh-CN" altLang="en-US" dirty="0">
              <a:solidFill>
                <a:prstClr val="white"/>
              </a:solidFill>
              <a:ea typeface="微软雅黑" panose="020B0503020204020204" pitchFamily="34" charset="-122"/>
              <a:sym typeface="Arial" panose="020B0604020202020204" pitchFamily="34" charset="0"/>
            </a:endParaRPr>
          </a:p>
        </p:txBody>
      </p:sp>
      <p:sp>
        <p:nvSpPr>
          <p:cNvPr id="7" name="文本框 6"/>
          <p:cNvSpPr txBox="1"/>
          <p:nvPr userDrawn="1"/>
        </p:nvSpPr>
        <p:spPr>
          <a:xfrm>
            <a:off x="7440782" y="4932661"/>
            <a:ext cx="1900646" cy="150041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7145" tIns="17145" rIns="17145" bIns="17145" numCol="1" spcCol="38100" rtlCol="0" anchor="t">
            <a:spAutoFit/>
          </a:bodyPr>
          <a:lstStyle/>
          <a:p>
            <a:pPr marL="0" marR="0" lvl="0" indent="0" algn="ctr" defTabSz="30988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75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75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  <a:endParaRPr kumimoji="0" lang="zh-CN" altLang="en-US" sz="75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Arial" panose="020B0604020202020204" pitchFamily="34" charset="0"/>
              <a:sym typeface="Arial" panose="020B0604020202020204"/>
            </a:endParaRPr>
          </a:p>
        </p:txBody>
      </p:sp>
      <p:cxnSp>
        <p:nvCxnSpPr>
          <p:cNvPr id="9" name="直线连接符 3"/>
          <p:cNvCxnSpPr/>
          <p:nvPr userDrawn="1"/>
        </p:nvCxnSpPr>
        <p:spPr>
          <a:xfrm>
            <a:off x="2452523" y="686268"/>
            <a:ext cx="6423841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eaLnBrk="1" hangingPunct="1">
              <a:defRPr/>
            </a:pPr>
            <a:endParaRPr lang="zh-CN" altLang="en-US" dirty="0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eaLnBrk="1" hangingPunct="1"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 panose="020B0503020204020204" pitchFamily="34" charset="-122"/>
                <a:cs typeface="+mn-cs"/>
                <a:sym typeface="Arial" panose="020B0604020202020204" pitchFamily="34" charset="0"/>
              </a:rPr>
            </a:fld>
            <a:endParaRPr lang="zh-CN" altLang="en-US" dirty="0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  <a:sym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502411" y="1731661"/>
            <a:ext cx="8139178" cy="674375"/>
          </a:xfrm>
        </p:spPr>
        <p:txBody>
          <a:bodyPr lIns="101600" tIns="38100" rIns="25400" bIns="38100" anchor="t" anchorCtr="0">
            <a:noAutofit/>
          </a:bodyPr>
          <a:lstStyle>
            <a:lvl1pPr algn="ctr">
              <a:defRPr sz="4050" b="0" spc="225">
                <a:effectLst/>
                <a:latin typeface="+mn-ea"/>
                <a:ea typeface="+mn-ea"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502444" y="2674144"/>
            <a:ext cx="8139113" cy="601028"/>
          </a:xfrm>
        </p:spPr>
        <p:txBody>
          <a:bodyPr lIns="101600"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1800" u="none" strike="noStrike" kern="1200" cap="none" spc="75" normalizeH="0" baseline="0">
                <a:solidFill>
                  <a:schemeClr val="tx1"/>
                </a:solidFill>
                <a:uFillTx/>
                <a:latin typeface="+mn-ea"/>
                <a:ea typeface="+mn-ea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zh-CN" altLang="en-US" dirty="0"/>
              <a:t>单击此处编辑副标题</a:t>
            </a:r>
            <a:endParaRPr lang="zh-CN" altLang="en-US" dirty="0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 dirty="0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 panose="020B0503020204020204" pitchFamily="34" charset="-122"/>
                <a:cs typeface="+mn-cs"/>
              </a:rPr>
            </a:fld>
            <a:endParaRPr lang="zh-CN" altLang="en-US" dirty="0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 panose="020B0503020204020204" pitchFamily="34" charset="-122"/>
                <a:cs typeface="+mn-cs"/>
              </a:rPr>
            </a:fld>
            <a:endParaRPr lang="zh-CN" altLang="en-US" dirty="0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502411" y="435919"/>
            <a:ext cx="8139178" cy="48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1" i="0" u="none" strike="noStrike" kern="1200" cap="none" spc="75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  <a:endParaRPr dirty="0">
              <a:sym typeface="+mn-ea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 panose="020B0503020204020204" pitchFamily="34" charset="-122"/>
                <a:cs typeface="+mn-cs"/>
              </a:rPr>
            </a:fld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502444" y="1131094"/>
            <a:ext cx="8139113" cy="3561874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zh-CN" altLang="en-US" dirty="0"/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 panose="020B0503020204020204" pitchFamily="34" charset="-122"/>
                <a:cs typeface="+mn-cs"/>
              </a:rPr>
            </a:fld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630079" y="545783"/>
            <a:ext cx="2948940" cy="836295"/>
          </a:xfrm>
        </p:spPr>
        <p:txBody>
          <a:bodyPr anchor="ctr" anchorCtr="0"/>
          <a:lstStyle>
            <a:lvl1pPr>
              <a:defRPr sz="240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3853815" y="545783"/>
            <a:ext cx="4629150" cy="4052411"/>
          </a:xfrm>
        </p:spPr>
        <p:txBody>
          <a:bodyPr/>
          <a:lstStyle>
            <a:lvl1pPr>
              <a:defRPr sz="1800">
                <a:latin typeface="+mn-ea"/>
                <a:ea typeface="+mn-ea"/>
              </a:defRPr>
            </a:lvl1pPr>
            <a:lvl2pPr marL="342900" indent="0">
              <a:buNone/>
              <a:defRPr sz="1800">
                <a:latin typeface="+mn-ea"/>
                <a:ea typeface="+mn-ea"/>
              </a:defRPr>
            </a:lvl2pPr>
            <a:lvl3pPr>
              <a:defRPr sz="1800">
                <a:latin typeface="+mn-ea"/>
                <a:ea typeface="+mn-ea"/>
              </a:defRPr>
            </a:lvl3pPr>
            <a:lvl4pPr>
              <a:defRPr sz="1800">
                <a:latin typeface="+mn-ea"/>
                <a:ea typeface="+mn-ea"/>
              </a:defRPr>
            </a:lvl4pPr>
            <a:lvl5pPr>
              <a:defRPr sz="1800">
                <a:latin typeface="+mn-ea"/>
                <a:ea typeface="+mn-ea"/>
              </a:defRPr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zh-CN" altLang="en-US"/>
              <a:t>单击此处编辑正文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630079" y="1679734"/>
            <a:ext cx="2948940" cy="2918936"/>
          </a:xfrm>
        </p:spPr>
        <p:txBody>
          <a:bodyPr/>
          <a:lstStyle>
            <a:lvl1pPr marL="257175" indent="-257175">
              <a:buFont typeface="Arial" panose="020B0604020202020204" pitchFamily="34" charset="0"/>
              <a:buChar char="•"/>
              <a:defRPr sz="1800">
                <a:latin typeface="+mn-ea"/>
                <a:ea typeface="+mn-ea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CN" altLang="en-US"/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>
              <a:sym typeface="+mn-ea"/>
            </a:endParaRP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 dirty="0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FABC47A4-756D-490B-A52F-7D9E2C9FC05F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 panose="020B0503020204020204" pitchFamily="34" charset="-122"/>
                <a:cs typeface="+mn-cs"/>
              </a:rPr>
            </a:fld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9" name="标题 8"/>
          <p:cNvSpPr>
            <a:spLocks noGrp="1"/>
          </p:cNvSpPr>
          <p:nvPr>
            <p:ph type="title" hasCustomPrompt="1"/>
          </p:nvPr>
        </p:nvSpPr>
        <p:spPr>
          <a:xfrm>
            <a:off x="502444" y="4203859"/>
            <a:ext cx="8139113" cy="418624"/>
          </a:xfrm>
        </p:spPr>
        <p:txBody>
          <a:bodyPr/>
          <a:lstStyle>
            <a:lvl1pPr>
              <a:defRPr b="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单击此处编辑正文</a:t>
            </a:r>
            <a:endParaRPr lang="zh-CN" altLang="en-US"/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502444" y="481012"/>
            <a:ext cx="8139113" cy="3417094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250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  <a:endParaRPr dirty="0">
              <a:sym typeface="+mn-ea"/>
            </a:endParaRPr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 panose="020B0503020204020204" pitchFamily="34" charset="-122"/>
                <a:cs typeface="+mn-cs"/>
              </a:rPr>
            </a:fld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0" y="0"/>
            <a:ext cx="9147334" cy="5151120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250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  <a:endParaRPr dirty="0">
              <a:sym typeface="+mn-ea"/>
            </a:endParaRPr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 panose="020B0503020204020204" pitchFamily="34" charset="-122"/>
                <a:cs typeface="+mn-cs"/>
              </a:rPr>
            </a:fld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350996" y="423863"/>
            <a:ext cx="4050030" cy="4295775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250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  <a:endParaRPr dirty="0">
              <a:sym typeface="+mn-ea"/>
            </a:endParaRP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4715828" y="423863"/>
            <a:ext cx="4050030" cy="4295775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250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</a:t>
            </a:r>
            <a:r>
              <a:rPr>
                <a:sym typeface="+mn-ea"/>
              </a:rPr>
              <a:t>正文</a:t>
            </a:r>
            <a:endParaRPr dirty="0">
              <a:sym typeface="+mn-ea"/>
            </a:endParaRPr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 panose="020B0503020204020204" pitchFamily="34" charset="-122"/>
                <a:cs typeface="+mn-cs"/>
              </a:rPr>
            </a:fld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502411" y="467693"/>
            <a:ext cx="8139178" cy="674375"/>
          </a:xfrm>
        </p:spPr>
        <p:txBody>
          <a:bodyPr vert="horz" lIns="101600" tIns="38100" rIns="25400" bIns="38100" rtlCol="0" anchor="ctr" anchorCtr="0">
            <a:noAutofit/>
          </a:bodyPr>
          <a:lstStyle>
            <a:lvl1pPr marL="0" marR="0" algn="ctr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0" i="0" u="none" strike="noStrike" kern="1200" cap="none" spc="225" normalizeH="0" baseline="0" noProof="1" dirty="0">
                <a:solidFill>
                  <a:schemeClr val="tx1"/>
                </a:solidFill>
                <a:effectLst/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  <a:endParaRPr>
              <a:sym typeface="+mn-ea"/>
            </a:endParaRPr>
          </a:p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4173617" y="4947088"/>
            <a:ext cx="549354" cy="121187"/>
          </a:xfrm>
        </p:spPr>
        <p:txBody>
          <a:bodyPr wrap="square">
            <a:noAutofit/>
          </a:bodyPr>
          <a:lstStyle>
            <a:lvl1pPr algn="ctr">
              <a:defRPr sz="9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altLang="zh-CN">
                <a:solidFill>
                  <a:prstClr val="white"/>
                </a:solidFill>
                <a:ea typeface="微软雅黑" panose="020B0503020204020204" pitchFamily="34" charset="-122"/>
              </a:rPr>
              <a:t>-</a:t>
            </a:r>
            <a:fld id="{FAEDECE0-B3E3-4E93-9B91-9F10B30F5B07}" type="slidenum">
              <a:rPr lang="en-US" altLang="zh-CN" smtClean="0">
                <a:solidFill>
                  <a:prstClr val="white"/>
                </a:solidFill>
                <a:ea typeface="微软雅黑" panose="020B0503020204020204" pitchFamily="34" charset="-122"/>
              </a:rPr>
            </a:fld>
            <a:r>
              <a:rPr lang="en-US" altLang="zh-CN">
                <a:solidFill>
                  <a:prstClr val="white"/>
                </a:solidFill>
                <a:ea typeface="微软雅黑" panose="020B0503020204020204" pitchFamily="34" charset="-122"/>
              </a:rPr>
              <a:t>-</a:t>
            </a:r>
            <a:endParaRPr lang="zh-CN" altLang="en-US" dirty="0">
              <a:solidFill>
                <a:prstClr val="white"/>
              </a:solidFill>
              <a:ea typeface="微软雅黑" panose="020B0503020204020204" pitchFamily="34" charset="-122"/>
            </a:endParaRPr>
          </a:p>
        </p:txBody>
      </p:sp>
      <p:sp>
        <p:nvSpPr>
          <p:cNvPr id="7" name="文本框 6"/>
          <p:cNvSpPr txBox="1"/>
          <p:nvPr userDrawn="1"/>
        </p:nvSpPr>
        <p:spPr>
          <a:xfrm>
            <a:off x="7440782" y="4932661"/>
            <a:ext cx="1900646" cy="150041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7145" tIns="17145" rIns="17145" bIns="17145" numCol="1" spcCol="38100" rtlCol="0" anchor="t">
            <a:spAutoFit/>
          </a:bodyPr>
          <a:lstStyle/>
          <a:p>
            <a:pPr marL="0" marR="0" lvl="0" indent="0" algn="ctr" defTabSz="30988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75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75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  <a:endParaRPr kumimoji="0" lang="zh-CN" altLang="en-US" sz="75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Arial" panose="020B0604020202020204" pitchFamily="34" charset="0"/>
              <a:sym typeface="Arial" panose="020B0604020202020204"/>
            </a:endParaRPr>
          </a:p>
        </p:txBody>
      </p:sp>
      <p:cxnSp>
        <p:nvCxnSpPr>
          <p:cNvPr id="9" name="直线连接符 3"/>
          <p:cNvCxnSpPr/>
          <p:nvPr userDrawn="1"/>
        </p:nvCxnSpPr>
        <p:spPr>
          <a:xfrm>
            <a:off x="2452523" y="686268"/>
            <a:ext cx="6423841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 dirty="0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 panose="020B0503020204020204" pitchFamily="34" charset="-122"/>
                <a:cs typeface="+mn-cs"/>
              </a:rPr>
            </a:fld>
            <a:endParaRPr lang="zh-CN" altLang="en-US" dirty="0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_Slide with photo">
    <p:bg>
      <p:bgPr>
        <a:solidFill>
          <a:srgbClr val="335C9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01" name="图片 8" descr="2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891314" y="988219"/>
            <a:ext cx="3216116" cy="641271"/>
          </a:xfrm>
          <a:prstGeom prst="rect">
            <a:avLst/>
          </a:prstGeom>
          <a:noFill/>
          <a:ln w="9525">
            <a:noFill/>
          </a:ln>
        </p:spPr>
      </p:pic>
    </p:spTree>
  </p:cSld>
  <p:clrMapOvr>
    <a:masterClrMapping/>
  </p:clrMapOvr>
  <p:transition spd="med"/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502411" y="1731661"/>
            <a:ext cx="8139178" cy="674375"/>
          </a:xfrm>
        </p:spPr>
        <p:txBody>
          <a:bodyPr lIns="101600" tIns="38100" rIns="25400" bIns="38100" anchor="t" anchorCtr="0">
            <a:noAutofit/>
          </a:bodyPr>
          <a:lstStyle>
            <a:lvl1pPr algn="ctr">
              <a:defRPr sz="4050" b="0" spc="225">
                <a:effectLst/>
                <a:latin typeface="+mn-ea"/>
                <a:ea typeface="+mn-ea"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502444" y="2674144"/>
            <a:ext cx="8139113" cy="601028"/>
          </a:xfrm>
        </p:spPr>
        <p:txBody>
          <a:bodyPr lIns="101600"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1800" u="none" strike="noStrike" kern="1200" cap="none" spc="75" normalizeH="0" baseline="0">
                <a:solidFill>
                  <a:schemeClr val="tx1"/>
                </a:solidFill>
                <a:uFillTx/>
                <a:latin typeface="+mn-ea"/>
                <a:ea typeface="+mn-ea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zh-CN" altLang="en-US" dirty="0"/>
              <a:t>单击此处编辑副标题</a:t>
            </a:r>
            <a:endParaRPr lang="zh-CN" altLang="en-US" dirty="0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</a:fld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</a:fld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502411" y="435919"/>
            <a:ext cx="8139178" cy="48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1" i="0" u="none" strike="noStrike" kern="1200" cap="none" spc="75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  <a:endParaRPr dirty="0">
              <a:sym typeface="+mn-ea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502444" y="1131094"/>
            <a:ext cx="8139113" cy="3561874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zh-CN" altLang="en-US" dirty="0"/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630079" y="545783"/>
            <a:ext cx="2948940" cy="836295"/>
          </a:xfrm>
        </p:spPr>
        <p:txBody>
          <a:bodyPr anchor="ctr" anchorCtr="0"/>
          <a:lstStyle>
            <a:lvl1pPr>
              <a:defRPr sz="240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3853815" y="545783"/>
            <a:ext cx="4629150" cy="4052411"/>
          </a:xfrm>
        </p:spPr>
        <p:txBody>
          <a:bodyPr/>
          <a:lstStyle>
            <a:lvl1pPr>
              <a:defRPr sz="1800">
                <a:latin typeface="+mn-ea"/>
                <a:ea typeface="+mn-ea"/>
              </a:defRPr>
            </a:lvl1pPr>
            <a:lvl2pPr marL="342900" indent="0">
              <a:buNone/>
              <a:defRPr sz="1800">
                <a:latin typeface="+mn-ea"/>
                <a:ea typeface="+mn-ea"/>
              </a:defRPr>
            </a:lvl2pPr>
            <a:lvl3pPr>
              <a:defRPr sz="1800">
                <a:latin typeface="+mn-ea"/>
                <a:ea typeface="+mn-ea"/>
              </a:defRPr>
            </a:lvl3pPr>
            <a:lvl4pPr>
              <a:defRPr sz="1800">
                <a:latin typeface="+mn-ea"/>
                <a:ea typeface="+mn-ea"/>
              </a:defRPr>
            </a:lvl4pPr>
            <a:lvl5pPr>
              <a:defRPr sz="1800">
                <a:latin typeface="+mn-ea"/>
                <a:ea typeface="+mn-ea"/>
              </a:defRPr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zh-CN" altLang="en-US"/>
              <a:t>单击此处编辑正文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630079" y="1679734"/>
            <a:ext cx="2948940" cy="2918936"/>
          </a:xfrm>
        </p:spPr>
        <p:txBody>
          <a:bodyPr/>
          <a:lstStyle>
            <a:lvl1pPr marL="257175" indent="-257175">
              <a:buFont typeface="Arial" panose="020B0604020202020204" pitchFamily="34" charset="0"/>
              <a:buChar char="•"/>
              <a:defRPr sz="1800">
                <a:latin typeface="+mn-ea"/>
                <a:ea typeface="+mn-ea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CN" altLang="en-US"/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>
              <a:sym typeface="+mn-ea"/>
            </a:endParaRP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FABC47A4-756D-490B-A52F-7D9E2C9FC05F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9" name="标题 8"/>
          <p:cNvSpPr>
            <a:spLocks noGrp="1"/>
          </p:cNvSpPr>
          <p:nvPr>
            <p:ph type="title" hasCustomPrompt="1"/>
          </p:nvPr>
        </p:nvSpPr>
        <p:spPr>
          <a:xfrm>
            <a:off x="502444" y="4203859"/>
            <a:ext cx="8139113" cy="418624"/>
          </a:xfrm>
        </p:spPr>
        <p:txBody>
          <a:bodyPr/>
          <a:lstStyle>
            <a:lvl1pPr>
              <a:defRPr b="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单击此处编辑正文</a:t>
            </a:r>
            <a:endParaRPr lang="zh-CN" altLang="en-US"/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502444" y="481012"/>
            <a:ext cx="8139113" cy="3417094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250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  <a:endParaRPr dirty="0">
              <a:sym typeface="+mn-ea"/>
            </a:endParaRPr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0" y="0"/>
            <a:ext cx="9147334" cy="5151120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250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  <a:endParaRPr dirty="0">
              <a:sym typeface="+mn-ea"/>
            </a:endParaRPr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350996" y="423863"/>
            <a:ext cx="4050030" cy="4295775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250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  <a:endParaRPr dirty="0">
              <a:sym typeface="+mn-ea"/>
            </a:endParaRP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4715828" y="423863"/>
            <a:ext cx="4050030" cy="4295775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250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</a:t>
            </a:r>
            <a:r>
              <a:rPr>
                <a:sym typeface="+mn-ea"/>
              </a:rPr>
              <a:t>正文</a:t>
            </a:r>
            <a:endParaRPr dirty="0">
              <a:sym typeface="+mn-ea"/>
            </a:endParaRPr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502411" y="467693"/>
            <a:ext cx="8139178" cy="674375"/>
          </a:xfrm>
        </p:spPr>
        <p:txBody>
          <a:bodyPr vert="horz" lIns="101600" tIns="38100" rIns="25400" bIns="38100" rtlCol="0" anchor="ctr" anchorCtr="0">
            <a:noAutofit/>
          </a:bodyPr>
          <a:lstStyle>
            <a:lvl1pPr marL="0" marR="0" algn="ctr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0" i="0" u="none" strike="noStrike" kern="1200" cap="none" spc="225" normalizeH="0" baseline="0" noProof="1" dirty="0">
                <a:solidFill>
                  <a:schemeClr val="tx1"/>
                </a:solidFill>
                <a:effectLst/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  <a:endParaRPr>
              <a:sym typeface="+mn-ea"/>
            </a:endParaRPr>
          </a:p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4173617" y="4947088"/>
            <a:ext cx="549354" cy="121187"/>
          </a:xfrm>
        </p:spPr>
        <p:txBody>
          <a:bodyPr wrap="square">
            <a:noAutofit/>
          </a:bodyPr>
          <a:lstStyle>
            <a:lvl1pPr algn="ctr">
              <a:defRPr sz="9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altLang="zh-CN">
                <a:solidFill>
                  <a:prstClr val="white"/>
                </a:solidFill>
              </a:rPr>
              <a:t>-</a:t>
            </a:r>
            <a:fld id="{FAEDECE0-B3E3-4E93-9B91-9F10B30F5B07}" type="slidenum">
              <a:rPr lang="en-US" altLang="zh-CN" smtClean="0">
                <a:solidFill>
                  <a:prstClr val="white"/>
                </a:solidFill>
              </a:rPr>
            </a:fld>
            <a:r>
              <a:rPr lang="en-US" altLang="zh-CN">
                <a:solidFill>
                  <a:prstClr val="white"/>
                </a:solidFill>
              </a:rPr>
              <a:t>-</a:t>
            </a:r>
            <a:endParaRPr lang="zh-CN" altLang="en-US" dirty="0">
              <a:solidFill>
                <a:prstClr val="white"/>
              </a:solidFill>
            </a:endParaRPr>
          </a:p>
        </p:txBody>
      </p:sp>
      <p:sp>
        <p:nvSpPr>
          <p:cNvPr id="7" name="文本框 6"/>
          <p:cNvSpPr txBox="1"/>
          <p:nvPr userDrawn="1"/>
        </p:nvSpPr>
        <p:spPr>
          <a:xfrm>
            <a:off x="7440782" y="4932661"/>
            <a:ext cx="1900646" cy="150041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7145" tIns="17145" rIns="17145" bIns="17145" numCol="1" spcCol="38100" rtlCol="0" anchor="t">
            <a:spAutoFit/>
          </a:bodyPr>
          <a:lstStyle/>
          <a:p>
            <a:pPr marL="0" marR="0" lvl="0" indent="0" algn="ctr" defTabSz="30988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75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75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  <a:endParaRPr kumimoji="0" lang="zh-CN" altLang="en-US" sz="75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Arial" panose="020B0604020202020204" pitchFamily="34" charset="0"/>
              <a:sym typeface="Arial" panose="020B0604020202020204"/>
            </a:endParaRPr>
          </a:p>
        </p:txBody>
      </p:sp>
      <p:cxnSp>
        <p:nvCxnSpPr>
          <p:cNvPr id="9" name="直线连接符 3"/>
          <p:cNvCxnSpPr/>
          <p:nvPr userDrawn="1"/>
        </p:nvCxnSpPr>
        <p:spPr>
          <a:xfrm>
            <a:off x="2452523" y="686268"/>
            <a:ext cx="6423841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</a:fld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502412" y="1731662"/>
            <a:ext cx="8139178" cy="674375"/>
          </a:xfrm>
        </p:spPr>
        <p:txBody>
          <a:bodyPr rIns="25400" anchor="t"/>
          <a:lstStyle>
            <a:lvl1pPr algn="ctr">
              <a:defRPr sz="4050" b="0" spc="225">
                <a:effectLst/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单击此处编辑母版标题样式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502444" y="2674144"/>
            <a:ext cx="8139113" cy="601028"/>
          </a:xfrm>
        </p:spPr>
        <p:txBody>
          <a:bodyPr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1800" u="none" strike="noStrike" kern="1200" cap="none" spc="75" normalizeH="0" baseline="0">
                <a:solidFill>
                  <a:schemeClr val="tx1"/>
                </a:solidFill>
                <a:uFillTx/>
                <a:latin typeface="+mn-ea"/>
                <a:ea typeface="+mn-ea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zh-CN" altLang="en-US"/>
              <a:t>单击以编辑母版副标题样式</a:t>
            </a:r>
            <a:endParaRPr lang="zh-CN" altLang="en-US" dirty="0"/>
          </a:p>
        </p:txBody>
      </p:sp>
      <p:sp>
        <p:nvSpPr>
          <p:cNvPr id="4" name="页脚占位符 16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 dirty="0"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5" name="灯片编号占位符 17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mtClean="0"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fld id="{9737B33D-E675-453D-AFF5-E4A3C2713CCF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4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5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fld id="{E76B713F-0625-47A1-A948-CDFDF686D3A6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502412" y="435919"/>
            <a:ext cx="8139178" cy="486000"/>
          </a:xfrm>
        </p:spPr>
        <p:txBody>
          <a:bodyPr/>
          <a:lstStyle>
            <a:lvl1pPr marL="0" marR="0" algn="l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1" i="0" u="none" strike="noStrike" kern="1200" cap="none" spc="75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lang="zh-CN" altLang="en-US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502444" y="1131095"/>
            <a:ext cx="8139113" cy="3561874"/>
          </a:xfrm>
          <a:prstGeom prst="rect">
            <a:avLst/>
          </a:prstGeo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 dirty="0"/>
          </a:p>
        </p:txBody>
      </p:sp>
      <p:sp>
        <p:nvSpPr>
          <p:cNvPr id="4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5" name="灯片编号占位符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mtClean="0"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fld id="{14C66EAF-C3B8-4A99-935F-E43C4EB8DF9B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/>
          </p:nvPr>
        </p:nvSpPr>
        <p:spPr>
          <a:xfrm>
            <a:off x="630079" y="545783"/>
            <a:ext cx="2948940" cy="836295"/>
          </a:xfrm>
        </p:spPr>
        <p:txBody>
          <a:bodyPr/>
          <a:lstStyle>
            <a:lvl1pPr>
              <a:defRPr sz="240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3853815" y="545783"/>
            <a:ext cx="4629150" cy="4052411"/>
          </a:xfrm>
        </p:spPr>
        <p:txBody>
          <a:bodyPr/>
          <a:lstStyle>
            <a:lvl1pPr>
              <a:defRPr sz="1800">
                <a:latin typeface="+mn-ea"/>
                <a:ea typeface="+mn-ea"/>
              </a:defRPr>
            </a:lvl1pPr>
            <a:lvl2pPr marL="342900" indent="0">
              <a:buNone/>
              <a:defRPr sz="1800">
                <a:latin typeface="+mn-ea"/>
                <a:ea typeface="+mn-ea"/>
              </a:defRPr>
            </a:lvl2pPr>
            <a:lvl3pPr>
              <a:defRPr sz="1800">
                <a:latin typeface="+mn-ea"/>
                <a:ea typeface="+mn-ea"/>
              </a:defRPr>
            </a:lvl3pPr>
            <a:lvl4pPr>
              <a:defRPr sz="1800">
                <a:latin typeface="+mn-ea"/>
                <a:ea typeface="+mn-ea"/>
              </a:defRPr>
            </a:lvl4pPr>
            <a:lvl5pPr>
              <a:defRPr sz="1800">
                <a:latin typeface="+mn-ea"/>
                <a:ea typeface="+mn-ea"/>
              </a:defRPr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zh-CN" altLang="en-US"/>
              <a:t>编辑母版文本样式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630079" y="1679735"/>
            <a:ext cx="2948940" cy="2918936"/>
          </a:xfrm>
        </p:spPr>
        <p:txBody>
          <a:bodyPr/>
          <a:lstStyle>
            <a:lvl1pPr marL="257175" indent="-257175">
              <a:buFont typeface="Arial" panose="020B0604020202020204" pitchFamily="34" charset="0"/>
              <a:buChar char="•"/>
              <a:defRPr sz="1800">
                <a:latin typeface="+mn-ea"/>
                <a:ea typeface="+mn-ea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8" name="页脚占位符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9" name="灯片编号占位符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mtClean="0"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fld id="{0FA44A85-E8C1-419E-B32C-F18CC1F2CBC8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标题 8"/>
          <p:cNvSpPr>
            <a:spLocks noGrp="1"/>
          </p:cNvSpPr>
          <p:nvPr>
            <p:ph type="title"/>
          </p:nvPr>
        </p:nvSpPr>
        <p:spPr>
          <a:xfrm>
            <a:off x="502444" y="4203860"/>
            <a:ext cx="8139113" cy="418624"/>
          </a:xfrm>
        </p:spPr>
        <p:txBody>
          <a:bodyPr/>
          <a:lstStyle>
            <a:lvl1pPr>
              <a:defRPr b="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502444" y="481014"/>
            <a:ext cx="8139113" cy="3417094"/>
          </a:xfrm>
        </p:spPr>
        <p:txBody>
          <a:bodyPr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250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lang="zh-CN" altLang="en-US">
                <a:sym typeface="+mn-ea"/>
              </a:rPr>
              <a:t>编辑母版文本样式</a:t>
            </a:r>
            <a:endParaRPr lang="zh-CN" altLang="en-US">
              <a:sym typeface="+mn-ea"/>
            </a:endParaRPr>
          </a:p>
        </p:txBody>
      </p:sp>
      <p:sp>
        <p:nvSpPr>
          <p:cNvPr id="4" name="页脚占位符 5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 dirty="0"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5" name="灯片编号占位符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mtClean="0"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fld id="{9A7AA7C6-54E6-4B0E-A22A-8CB41808A0E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1" y="0"/>
            <a:ext cx="9147334" cy="5151120"/>
          </a:xfrm>
        </p:spPr>
        <p:txBody>
          <a:bodyPr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250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lang="zh-CN" altLang="en-US">
                <a:sym typeface="+mn-ea"/>
              </a:rPr>
              <a:t>编辑母版文本样式</a:t>
            </a:r>
            <a:endParaRPr lang="zh-CN" altLang="en-US">
              <a:sym typeface="+mn-ea"/>
            </a:endParaRPr>
          </a:p>
        </p:txBody>
      </p:sp>
      <p:sp>
        <p:nvSpPr>
          <p:cNvPr id="3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4" name="灯片编号占位符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mtClean="0"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fld id="{4829DFC2-8662-49F5-BF2A-4304236EF53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350996" y="423863"/>
            <a:ext cx="4050030" cy="4295775"/>
          </a:xfrm>
        </p:spPr>
        <p:txBody>
          <a:bodyPr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250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lang="zh-CN" altLang="en-US">
                <a:sym typeface="+mn-ea"/>
              </a:rPr>
              <a:t>编辑母版文本样式</a:t>
            </a:r>
            <a:endParaRPr lang="zh-CN" altLang="en-US">
              <a:sym typeface="+mn-ea"/>
            </a:endParaRP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4715828" y="423863"/>
            <a:ext cx="4050030" cy="4295775"/>
          </a:xfrm>
        </p:spPr>
        <p:txBody>
          <a:bodyPr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250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lang="zh-CN" altLang="en-US">
                <a:sym typeface="+mn-ea"/>
              </a:rPr>
              <a:t>编辑母版文本样式</a:t>
            </a:r>
            <a:endParaRPr lang="zh-CN" altLang="en-US">
              <a:sym typeface="+mn-ea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4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5"/>
          </p:nvPr>
        </p:nvSpPr>
        <p:spPr/>
        <p:txBody>
          <a:bodyPr/>
          <a:lstStyle>
            <a:lvl1pPr>
              <a:defRPr smtClean="0"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fld id="{BC7B413E-A6B6-4F06-BA83-A498B6E5CFE7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502412" y="467695"/>
            <a:ext cx="8139178" cy="674375"/>
          </a:xfrm>
        </p:spPr>
        <p:txBody>
          <a:bodyPr rIns="25400"/>
          <a:lstStyle>
            <a:lvl1pPr marL="0" marR="0" algn="ctr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0" i="0" u="none" strike="noStrike" kern="1200" cap="none" spc="225" normalizeH="0" baseline="0" noProof="1" dirty="0">
                <a:solidFill>
                  <a:schemeClr val="tx1"/>
                </a:solidFill>
                <a:effectLst/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lang="zh-CN" altLang="en-US">
                <a:sym typeface="+mn-ea"/>
              </a:rPr>
              <a:t>单击此处编辑母版标题样式</a:t>
            </a:r>
            <a:endParaRPr>
              <a:sym typeface="+mn-ea"/>
            </a:endParaRPr>
          </a:p>
        </p:txBody>
      </p:sp>
      <p:sp>
        <p:nvSpPr>
          <p:cNvPr id="3" name="页脚占位符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4" name="灯片编号占位符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mtClean="0"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fld id="{A26F4C56-220E-4F7A-B423-ED2970F33837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bg>
      <p:bgPr>
        <a:blipFill dpi="0" rotWithShape="0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 userDrawn="1"/>
        </p:nvSpPr>
        <p:spPr>
          <a:xfrm>
            <a:off x="7440812" y="4932760"/>
            <a:ext cx="1900833" cy="196208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spcFirstLastPara="1" lIns="17145" rIns="17145" spcCol="38100">
            <a:spAutoFit/>
          </a:bodyPr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675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  <a:sym typeface="Arial" panose="020B0604020202020204"/>
              </a:rPr>
              <a:t>Confidential|</a:t>
            </a:r>
            <a:r>
              <a:rPr kumimoji="0" lang="zh-CN" altLang="en-US" sz="675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  <a:endParaRPr kumimoji="0" lang="zh-CN" altLang="en-US" sz="675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Arial" panose="020B0604020202020204" pitchFamily="34" charset="0"/>
              <a:sym typeface="Arial" panose="020B0604020202020204"/>
            </a:endParaRPr>
          </a:p>
        </p:txBody>
      </p:sp>
      <p:cxnSp>
        <p:nvCxnSpPr>
          <p:cNvPr id="3" name="直线连接符 3"/>
          <p:cNvCxnSpPr/>
          <p:nvPr userDrawn="1"/>
        </p:nvCxnSpPr>
        <p:spPr>
          <a:xfrm>
            <a:off x="2452688" y="686396"/>
            <a:ext cx="6423422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sp>
        <p:nvSpPr>
          <p:cNvPr id="4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4173737" y="4947048"/>
            <a:ext cx="549473" cy="121444"/>
          </a:xfrm>
        </p:spPr>
        <p:txBody>
          <a:bodyPr wrap="square">
            <a:noAutofit/>
          </a:bodyPr>
          <a:lstStyle>
            <a:lvl1pPr algn="ctr">
              <a:defRPr sz="900" smtClean="0">
                <a:solidFill>
                  <a:prstClr val="white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zh-CN"/>
              <a:t>-</a:t>
            </a:r>
            <a:fld id="{5B668758-3EC2-4CF7-B6EE-CAE930ADAF42}" type="slidenum">
              <a:rPr lang="en-US" altLang="zh-CN" smtClean="0"/>
            </a:fld>
            <a:r>
              <a:rPr lang="en-US" altLang="zh-CN"/>
              <a:t>-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脚占位符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 dirty="0"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3" name="灯片编号占位符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mtClean="0"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fld id="{1ED1FB5E-2E28-4CC1-9EEA-AB5C9B878CED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2223" y="613768"/>
            <a:ext cx="2107406" cy="49291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文本框 2"/>
          <p:cNvSpPr txBox="1"/>
          <p:nvPr userDrawn="1"/>
        </p:nvSpPr>
        <p:spPr>
          <a:xfrm>
            <a:off x="7440812" y="4932760"/>
            <a:ext cx="1900833" cy="196208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spcFirstLastPara="1" lIns="17145" rIns="17145" spcCol="38100">
            <a:spAutoFit/>
          </a:bodyPr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675" b="0" i="0" u="none" strike="noStrike" kern="1200" cap="none" spc="0" normalizeH="0" baseline="0" noProof="0" dirty="0">
                <a:ln>
                  <a:noFill/>
                </a:ln>
                <a:solidFill>
                  <a:srgbClr val="386DB4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  <a:sym typeface="Arial" panose="020B0604020202020204"/>
              </a:rPr>
              <a:t>Confidential|</a:t>
            </a:r>
            <a:r>
              <a:rPr kumimoji="0" lang="zh-CN" altLang="en-US" sz="675" b="0" i="0" u="none" strike="noStrike" kern="1200" cap="none" spc="0" normalizeH="0" baseline="0" noProof="0" dirty="0">
                <a:ln>
                  <a:noFill/>
                </a:ln>
                <a:solidFill>
                  <a:srgbClr val="386DB4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  <a:endParaRPr kumimoji="0" lang="zh-CN" altLang="en-US" sz="675" b="0" i="0" u="none" strike="noStrike" kern="1200" cap="none" spc="0" normalizeH="0" baseline="0" noProof="0" dirty="0">
              <a:ln>
                <a:noFill/>
              </a:ln>
              <a:solidFill>
                <a:srgbClr val="386DB4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Arial" panose="020B0604020202020204" pitchFamily="34" charset="0"/>
              <a:sym typeface="Arial" panose="020B0604020202020204"/>
            </a:endParaRPr>
          </a:p>
        </p:txBody>
      </p:sp>
      <p:pic>
        <p:nvPicPr>
          <p:cNvPr id="4" name="图片 11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9806617">
            <a:off x="5384602" y="-1947862"/>
            <a:ext cx="7592021" cy="71717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ransition spd="med"/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502411" y="1731661"/>
            <a:ext cx="8139178" cy="674375"/>
          </a:xfrm>
        </p:spPr>
        <p:txBody>
          <a:bodyPr rIns="25400" anchor="t"/>
          <a:lstStyle>
            <a:lvl1pPr algn="ctr">
              <a:defRPr sz="4050" b="0" spc="225">
                <a:effectLst/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单击此处编辑母版标题样式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502444" y="2674144"/>
            <a:ext cx="8139113" cy="601028"/>
          </a:xfrm>
        </p:spPr>
        <p:txBody>
          <a:bodyPr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1800" u="none" strike="noStrike" kern="1200" cap="none" spc="75" normalizeH="0" baseline="0">
                <a:solidFill>
                  <a:schemeClr val="tx1"/>
                </a:solidFill>
                <a:uFillTx/>
                <a:latin typeface="+mn-ea"/>
                <a:ea typeface="+mn-ea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zh-CN" altLang="en-US"/>
              <a:t>单击以编辑母版副标题样式</a:t>
            </a:r>
            <a:endParaRPr lang="zh-CN" altLang="en-US" dirty="0"/>
          </a:p>
        </p:txBody>
      </p:sp>
      <p:sp>
        <p:nvSpPr>
          <p:cNvPr id="4" name="页脚占位符 16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5" name="灯片编号占位符 17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6FDEA65-46A8-4913-8920-3F11BF21BB3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ransition/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4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5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C6B0BCE-AE4E-4AD3-868A-2BEE0723A9BA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ransition/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502411" y="435919"/>
            <a:ext cx="8139178" cy="486000"/>
          </a:xfrm>
        </p:spPr>
        <p:txBody>
          <a:bodyPr/>
          <a:lstStyle>
            <a:lvl1pPr marL="0" marR="0" algn="l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1" i="0" u="none" strike="noStrike" kern="1200" cap="none" spc="75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lang="zh-CN" altLang="en-US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502444" y="1131094"/>
            <a:ext cx="8139113" cy="3561874"/>
          </a:xfrm>
          <a:prstGeom prst="rect">
            <a:avLst/>
          </a:prstGeo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 dirty="0"/>
          </a:p>
        </p:txBody>
      </p:sp>
      <p:sp>
        <p:nvSpPr>
          <p:cNvPr id="4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5" name="灯片编号占位符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82051A0-9400-48B3-A842-506311329E2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ransition/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/>
          </p:nvPr>
        </p:nvSpPr>
        <p:spPr>
          <a:xfrm>
            <a:off x="630079" y="545783"/>
            <a:ext cx="2948940" cy="836295"/>
          </a:xfrm>
        </p:spPr>
        <p:txBody>
          <a:bodyPr/>
          <a:lstStyle>
            <a:lvl1pPr>
              <a:defRPr sz="240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3853815" y="545783"/>
            <a:ext cx="4629150" cy="4052411"/>
          </a:xfrm>
        </p:spPr>
        <p:txBody>
          <a:bodyPr/>
          <a:lstStyle>
            <a:lvl1pPr>
              <a:defRPr sz="1800">
                <a:latin typeface="+mn-ea"/>
                <a:ea typeface="+mn-ea"/>
              </a:defRPr>
            </a:lvl1pPr>
            <a:lvl2pPr marL="342900" indent="0">
              <a:buNone/>
              <a:defRPr sz="1800">
                <a:latin typeface="+mn-ea"/>
                <a:ea typeface="+mn-ea"/>
              </a:defRPr>
            </a:lvl2pPr>
            <a:lvl3pPr>
              <a:defRPr sz="1800">
                <a:latin typeface="+mn-ea"/>
                <a:ea typeface="+mn-ea"/>
              </a:defRPr>
            </a:lvl3pPr>
            <a:lvl4pPr>
              <a:defRPr sz="1800">
                <a:latin typeface="+mn-ea"/>
                <a:ea typeface="+mn-ea"/>
              </a:defRPr>
            </a:lvl4pPr>
            <a:lvl5pPr>
              <a:defRPr sz="1800">
                <a:latin typeface="+mn-ea"/>
                <a:ea typeface="+mn-ea"/>
              </a:defRPr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zh-CN" altLang="en-US"/>
              <a:t>编辑母版文本样式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630079" y="1679734"/>
            <a:ext cx="2948940" cy="2918936"/>
          </a:xfrm>
        </p:spPr>
        <p:txBody>
          <a:bodyPr/>
          <a:lstStyle>
            <a:lvl1pPr marL="257175" indent="-257175">
              <a:buFont typeface="Arial" panose="020B0604020202020204" pitchFamily="34" charset="0"/>
              <a:buChar char="•"/>
              <a:defRPr sz="1800">
                <a:latin typeface="+mn-ea"/>
                <a:ea typeface="+mn-ea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8" name="页脚占位符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9" name="灯片编号占位符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BBC77F9-E65C-42B5-B805-51F7F5C52E7B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ransition/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标题 8"/>
          <p:cNvSpPr>
            <a:spLocks noGrp="1"/>
          </p:cNvSpPr>
          <p:nvPr>
            <p:ph type="title"/>
          </p:nvPr>
        </p:nvSpPr>
        <p:spPr>
          <a:xfrm>
            <a:off x="502444" y="4203859"/>
            <a:ext cx="8139113" cy="418624"/>
          </a:xfrm>
        </p:spPr>
        <p:txBody>
          <a:bodyPr/>
          <a:lstStyle>
            <a:lvl1pPr>
              <a:defRPr b="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502444" y="481012"/>
            <a:ext cx="8139113" cy="3417094"/>
          </a:xfrm>
        </p:spPr>
        <p:txBody>
          <a:bodyPr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250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lang="zh-CN" altLang="en-US">
                <a:sym typeface="+mn-ea"/>
              </a:rPr>
              <a:t>编辑母版文本样式</a:t>
            </a:r>
            <a:endParaRPr lang="zh-CN" altLang="en-US">
              <a:sym typeface="+mn-ea"/>
            </a:endParaRPr>
          </a:p>
        </p:txBody>
      </p:sp>
      <p:sp>
        <p:nvSpPr>
          <p:cNvPr id="4" name="页脚占位符 5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5" name="灯片编号占位符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F8FDE57-BAA4-4B86-A024-8CFE55F57765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ransition/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0" y="0"/>
            <a:ext cx="9147334" cy="5151120"/>
          </a:xfrm>
        </p:spPr>
        <p:txBody>
          <a:bodyPr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250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lang="zh-CN" altLang="en-US">
                <a:sym typeface="+mn-ea"/>
              </a:rPr>
              <a:t>编辑母版文本样式</a:t>
            </a:r>
            <a:endParaRPr lang="zh-CN" altLang="en-US">
              <a:sym typeface="+mn-ea"/>
            </a:endParaRPr>
          </a:p>
        </p:txBody>
      </p:sp>
      <p:sp>
        <p:nvSpPr>
          <p:cNvPr id="3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4" name="灯片编号占位符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534DAF6-43AB-41C5-B40F-3E56E6713C2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ransition/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350996" y="423863"/>
            <a:ext cx="4050030" cy="4295775"/>
          </a:xfrm>
        </p:spPr>
        <p:txBody>
          <a:bodyPr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250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lang="zh-CN" altLang="en-US">
                <a:sym typeface="+mn-ea"/>
              </a:rPr>
              <a:t>编辑母版文本样式</a:t>
            </a:r>
            <a:endParaRPr lang="zh-CN" altLang="en-US">
              <a:sym typeface="+mn-ea"/>
            </a:endParaRP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4715828" y="423863"/>
            <a:ext cx="4050030" cy="4295775"/>
          </a:xfrm>
        </p:spPr>
        <p:txBody>
          <a:bodyPr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250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lang="zh-CN" altLang="en-US">
                <a:sym typeface="+mn-ea"/>
              </a:rPr>
              <a:t>编辑母版文本样式</a:t>
            </a:r>
            <a:endParaRPr lang="zh-CN" altLang="en-US">
              <a:sym typeface="+mn-ea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4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C6B0A39-673F-48CA-8178-AD7C9B614DA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ransition/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502411" y="467693"/>
            <a:ext cx="8139178" cy="674375"/>
          </a:xfrm>
        </p:spPr>
        <p:txBody>
          <a:bodyPr rIns="25400"/>
          <a:lstStyle>
            <a:lvl1pPr marL="0" marR="0" algn="ctr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0" i="0" u="none" strike="noStrike" kern="1200" cap="none" spc="225" normalizeH="0" baseline="0" noProof="1" dirty="0">
                <a:solidFill>
                  <a:schemeClr val="tx1"/>
                </a:solidFill>
                <a:effectLst/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lang="zh-CN" altLang="en-US">
                <a:sym typeface="+mn-ea"/>
              </a:rPr>
              <a:t>单击此处编辑母版标题样式</a:t>
            </a:r>
            <a:endParaRPr>
              <a:sym typeface="+mn-ea"/>
            </a:endParaRPr>
          </a:p>
        </p:txBody>
      </p:sp>
      <p:sp>
        <p:nvSpPr>
          <p:cNvPr id="3" name="页脚占位符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4" name="灯片编号占位符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CF02BE4-918D-4214-9668-5E5E5E0C1CD1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ransition/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bg>
      <p:bgPr>
        <a:blipFill dpi="0" rotWithShape="0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7440811" y="4932760"/>
            <a:ext cx="1900833" cy="150041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spcFirstLastPara="1" lIns="17145" tIns="17145" rIns="17145" bIns="17145" spcCol="38100">
            <a:spAutoFit/>
          </a:bodyPr>
          <a:lstStyle/>
          <a:p>
            <a:pPr marL="0" marR="0" lvl="0" indent="0" algn="ctr" defTabSz="30988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75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75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  <a:endParaRPr kumimoji="0" lang="zh-CN" altLang="en-US" sz="75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Arial" panose="020B0604020202020204" pitchFamily="34" charset="0"/>
              <a:sym typeface="Arial" panose="020B0604020202020204"/>
            </a:endParaRPr>
          </a:p>
        </p:txBody>
      </p:sp>
      <p:cxnSp>
        <p:nvCxnSpPr>
          <p:cNvPr id="3" name="直线连接符 3"/>
          <p:cNvCxnSpPr/>
          <p:nvPr/>
        </p:nvCxnSpPr>
        <p:spPr>
          <a:xfrm>
            <a:off x="2452688" y="686396"/>
            <a:ext cx="6423422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sp>
        <p:nvSpPr>
          <p:cNvPr id="4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4173736" y="4947047"/>
            <a:ext cx="549473" cy="121444"/>
          </a:xfrm>
        </p:spPr>
        <p:txBody>
          <a:bodyPr>
            <a:noAutofit/>
          </a:bodyPr>
          <a:lstStyle>
            <a:lvl1pPr algn="ctr">
              <a:defRPr>
                <a:solidFill>
                  <a:schemeClr val="bg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</a:lstStyle>
          <a:p>
            <a:pPr>
              <a:defRPr/>
            </a:pPr>
            <a:r>
              <a:rPr lang="en-US" altLang="zh-CN">
                <a:solidFill>
                  <a:prstClr val="white"/>
                </a:solidFill>
              </a:rPr>
              <a:t>-</a:t>
            </a:r>
            <a:fld id="{2A93B75A-B628-4B58-A0E2-AF8B7C034669}" type="slidenum">
              <a:rPr lang="en-US" altLang="zh-CN" smtClean="0">
                <a:solidFill>
                  <a:prstClr val="white"/>
                </a:solidFill>
              </a:rPr>
            </a:fld>
            <a:r>
              <a:rPr lang="en-US" altLang="zh-CN">
                <a:solidFill>
                  <a:prstClr val="white"/>
                </a:solidFill>
              </a:rPr>
              <a:t>-</a:t>
            </a:r>
            <a:endParaRPr lang="zh-CN" altLang="en-US">
              <a:solidFill>
                <a:prstClr val="white"/>
              </a:solidFill>
            </a:endParaRPr>
          </a:p>
        </p:txBody>
      </p:sp>
    </p:spTree>
  </p:cSld>
  <p:clrMapOvr>
    <a:masterClrMapping/>
  </p:clrMapOvr>
  <p:transition/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脚占位符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3" name="灯片编号占位符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1CD7546-58C9-4B7A-904B-762BA40EE7D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ransition/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502412" y="1731661"/>
            <a:ext cx="8139178" cy="674375"/>
          </a:xfrm>
        </p:spPr>
        <p:txBody>
          <a:bodyPr rIns="25400" anchor="t"/>
          <a:lstStyle>
            <a:lvl1pPr algn="ctr">
              <a:defRPr sz="4050" b="0" spc="225">
                <a:effectLst/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单击此处编辑母版标题样式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502444" y="2674144"/>
            <a:ext cx="8139113" cy="601028"/>
          </a:xfrm>
        </p:spPr>
        <p:txBody>
          <a:bodyPr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1800" u="none" strike="noStrike" kern="1200" cap="none" spc="75" normalizeH="0" baseline="0">
                <a:solidFill>
                  <a:schemeClr val="tx1"/>
                </a:solidFill>
                <a:uFillTx/>
                <a:latin typeface="+mn-ea"/>
                <a:ea typeface="+mn-ea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zh-CN" altLang="en-US"/>
              <a:t>单击以编辑母版副标题样式</a:t>
            </a:r>
            <a:endParaRPr lang="zh-CN" altLang="en-US" dirty="0"/>
          </a:p>
        </p:txBody>
      </p:sp>
      <p:sp>
        <p:nvSpPr>
          <p:cNvPr id="4" name="页脚占位符 16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defTabSz="685800"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5" name="灯片编号占位符 17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 defTabSz="685800" fontAlgn="auto">
              <a:spcBef>
                <a:spcPts val="0"/>
              </a:spcBef>
              <a:spcAft>
                <a:spcPts val="0"/>
              </a:spcAft>
              <a:defRPr/>
            </a:pPr>
            <a:fld id="{76FDEA65-46A8-4913-8920-3F11BF21BB3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ransition/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 defTabSz="685800"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4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 defTabSz="685800"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5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 defTabSz="685800" fontAlgn="auto">
              <a:spcBef>
                <a:spcPts val="0"/>
              </a:spcBef>
              <a:spcAft>
                <a:spcPts val="0"/>
              </a:spcAft>
              <a:defRPr/>
            </a:pPr>
            <a:fld id="{7C6B0BCE-AE4E-4AD3-868A-2BEE0723A9BA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ransition/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502412" y="435919"/>
            <a:ext cx="8139178" cy="486000"/>
          </a:xfrm>
        </p:spPr>
        <p:txBody>
          <a:bodyPr/>
          <a:lstStyle>
            <a:lvl1pPr marL="0" marR="0" algn="l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1" i="0" u="none" strike="noStrike" kern="1200" cap="none" spc="75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lang="zh-CN" altLang="en-US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502444" y="1131094"/>
            <a:ext cx="8139113" cy="3561874"/>
          </a:xfrm>
          <a:prstGeom prst="rect">
            <a:avLst/>
          </a:prstGeo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 dirty="0"/>
          </a:p>
        </p:txBody>
      </p:sp>
      <p:sp>
        <p:nvSpPr>
          <p:cNvPr id="4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defTabSz="685800"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5" name="灯片编号占位符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 defTabSz="685800" fontAlgn="auto">
              <a:spcBef>
                <a:spcPts val="0"/>
              </a:spcBef>
              <a:spcAft>
                <a:spcPts val="0"/>
              </a:spcAft>
              <a:defRPr/>
            </a:pPr>
            <a:fld id="{D82051A0-9400-48B3-A842-506311329E2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ransition/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/>
          </p:nvPr>
        </p:nvSpPr>
        <p:spPr>
          <a:xfrm>
            <a:off x="630079" y="545783"/>
            <a:ext cx="2948940" cy="836295"/>
          </a:xfrm>
        </p:spPr>
        <p:txBody>
          <a:bodyPr/>
          <a:lstStyle>
            <a:lvl1pPr>
              <a:defRPr sz="240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3853815" y="545783"/>
            <a:ext cx="4629150" cy="4052411"/>
          </a:xfrm>
        </p:spPr>
        <p:txBody>
          <a:bodyPr/>
          <a:lstStyle>
            <a:lvl1pPr>
              <a:defRPr sz="1800">
                <a:latin typeface="+mn-ea"/>
                <a:ea typeface="+mn-ea"/>
              </a:defRPr>
            </a:lvl1pPr>
            <a:lvl2pPr marL="342900" indent="0">
              <a:buNone/>
              <a:defRPr sz="1800">
                <a:latin typeface="+mn-ea"/>
                <a:ea typeface="+mn-ea"/>
              </a:defRPr>
            </a:lvl2pPr>
            <a:lvl3pPr>
              <a:defRPr sz="1800">
                <a:latin typeface="+mn-ea"/>
                <a:ea typeface="+mn-ea"/>
              </a:defRPr>
            </a:lvl3pPr>
            <a:lvl4pPr>
              <a:defRPr sz="1800">
                <a:latin typeface="+mn-ea"/>
                <a:ea typeface="+mn-ea"/>
              </a:defRPr>
            </a:lvl4pPr>
            <a:lvl5pPr>
              <a:defRPr sz="1800">
                <a:latin typeface="+mn-ea"/>
                <a:ea typeface="+mn-ea"/>
              </a:defRPr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zh-CN" altLang="en-US"/>
              <a:t>编辑母版文本样式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630079" y="1679734"/>
            <a:ext cx="2948940" cy="2918936"/>
          </a:xfrm>
        </p:spPr>
        <p:txBody>
          <a:bodyPr/>
          <a:lstStyle>
            <a:lvl1pPr marL="257175" indent="-257175">
              <a:buFont typeface="Arial" panose="020B0604020202020204" pitchFamily="34" charset="0"/>
              <a:buChar char="•"/>
              <a:defRPr sz="1800">
                <a:latin typeface="+mn-ea"/>
                <a:ea typeface="+mn-ea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8" name="页脚占位符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defTabSz="685800"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9" name="灯片编号占位符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 defTabSz="685800" fontAlgn="auto">
              <a:spcBef>
                <a:spcPts val="0"/>
              </a:spcBef>
              <a:spcAft>
                <a:spcPts val="0"/>
              </a:spcAft>
              <a:defRPr/>
            </a:pPr>
            <a:fld id="{9BBC77F9-E65C-42B5-B805-51F7F5C52E7B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ransition/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标题 8"/>
          <p:cNvSpPr>
            <a:spLocks noGrp="1"/>
          </p:cNvSpPr>
          <p:nvPr>
            <p:ph type="title"/>
          </p:nvPr>
        </p:nvSpPr>
        <p:spPr>
          <a:xfrm>
            <a:off x="502444" y="4203859"/>
            <a:ext cx="8139113" cy="418624"/>
          </a:xfrm>
        </p:spPr>
        <p:txBody>
          <a:bodyPr/>
          <a:lstStyle>
            <a:lvl1pPr>
              <a:defRPr b="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502444" y="481013"/>
            <a:ext cx="8139113" cy="3417094"/>
          </a:xfrm>
        </p:spPr>
        <p:txBody>
          <a:bodyPr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250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lang="zh-CN" altLang="en-US">
                <a:sym typeface="+mn-ea"/>
              </a:rPr>
              <a:t>编辑母版文本样式</a:t>
            </a:r>
            <a:endParaRPr lang="zh-CN" altLang="en-US">
              <a:sym typeface="+mn-ea"/>
            </a:endParaRPr>
          </a:p>
        </p:txBody>
      </p:sp>
      <p:sp>
        <p:nvSpPr>
          <p:cNvPr id="4" name="页脚占位符 5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defTabSz="685800"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5" name="灯片编号占位符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 defTabSz="685800" fontAlgn="auto">
              <a:spcBef>
                <a:spcPts val="0"/>
              </a:spcBef>
              <a:spcAft>
                <a:spcPts val="0"/>
              </a:spcAft>
              <a:defRPr/>
            </a:pPr>
            <a:fld id="{9F8FDE57-BAA4-4B86-A024-8CFE55F57765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ransition/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0" y="0"/>
            <a:ext cx="9147334" cy="5151120"/>
          </a:xfrm>
        </p:spPr>
        <p:txBody>
          <a:bodyPr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250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lang="zh-CN" altLang="en-US">
                <a:sym typeface="+mn-ea"/>
              </a:rPr>
              <a:t>编辑母版文本样式</a:t>
            </a:r>
            <a:endParaRPr lang="zh-CN" altLang="en-US">
              <a:sym typeface="+mn-ea"/>
            </a:endParaRPr>
          </a:p>
        </p:txBody>
      </p:sp>
      <p:sp>
        <p:nvSpPr>
          <p:cNvPr id="3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defTabSz="685800"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4" name="灯片编号占位符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 defTabSz="685800" fontAlgn="auto">
              <a:spcBef>
                <a:spcPts val="0"/>
              </a:spcBef>
              <a:spcAft>
                <a:spcPts val="0"/>
              </a:spcAft>
              <a:defRPr/>
            </a:pPr>
            <a:fld id="{3534DAF6-43AB-41C5-B40F-3E56E6713C2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ransition/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350996" y="423863"/>
            <a:ext cx="4050030" cy="4295775"/>
          </a:xfrm>
        </p:spPr>
        <p:txBody>
          <a:bodyPr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250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lang="zh-CN" altLang="en-US">
                <a:sym typeface="+mn-ea"/>
              </a:rPr>
              <a:t>编辑母版文本样式</a:t>
            </a:r>
            <a:endParaRPr lang="zh-CN" altLang="en-US">
              <a:sym typeface="+mn-ea"/>
            </a:endParaRP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4715828" y="423863"/>
            <a:ext cx="4050030" cy="4295775"/>
          </a:xfrm>
        </p:spPr>
        <p:txBody>
          <a:bodyPr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250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lang="zh-CN" altLang="en-US">
                <a:sym typeface="+mn-ea"/>
              </a:rPr>
              <a:t>编辑母版文本样式</a:t>
            </a:r>
            <a:endParaRPr lang="zh-CN" altLang="en-US">
              <a:sym typeface="+mn-ea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4"/>
          </p:nvPr>
        </p:nvSpPr>
        <p:spPr/>
        <p:txBody>
          <a:bodyPr/>
          <a:lstStyle>
            <a:lvl1pPr>
              <a:defRPr/>
            </a:lvl1pPr>
          </a:lstStyle>
          <a:p>
            <a:pPr defTabSz="685800"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5"/>
          </p:nvPr>
        </p:nvSpPr>
        <p:spPr/>
        <p:txBody>
          <a:bodyPr/>
          <a:lstStyle>
            <a:lvl1pPr>
              <a:defRPr/>
            </a:lvl1pPr>
          </a:lstStyle>
          <a:p>
            <a:pPr defTabSz="685800" fontAlgn="auto">
              <a:spcBef>
                <a:spcPts val="0"/>
              </a:spcBef>
              <a:spcAft>
                <a:spcPts val="0"/>
              </a:spcAft>
              <a:defRPr/>
            </a:pPr>
            <a:fld id="{9C6B0A39-673F-48CA-8178-AD7C9B614DA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ransition/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502412" y="467694"/>
            <a:ext cx="8139178" cy="674375"/>
          </a:xfrm>
        </p:spPr>
        <p:txBody>
          <a:bodyPr rIns="25400"/>
          <a:lstStyle>
            <a:lvl1pPr marL="0" marR="0" algn="ctr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0" i="0" u="none" strike="noStrike" kern="1200" cap="none" spc="225" normalizeH="0" baseline="0" noProof="1" dirty="0">
                <a:solidFill>
                  <a:schemeClr val="tx1"/>
                </a:solidFill>
                <a:effectLst/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lang="zh-CN" altLang="en-US">
                <a:sym typeface="+mn-ea"/>
              </a:rPr>
              <a:t>单击此处编辑母版标题样式</a:t>
            </a:r>
            <a:endParaRPr>
              <a:sym typeface="+mn-ea"/>
            </a:endParaRPr>
          </a:p>
        </p:txBody>
      </p:sp>
      <p:sp>
        <p:nvSpPr>
          <p:cNvPr id="3" name="页脚占位符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defTabSz="685800"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4" name="灯片编号占位符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 defTabSz="685800" fontAlgn="auto">
              <a:spcBef>
                <a:spcPts val="0"/>
              </a:spcBef>
              <a:spcAft>
                <a:spcPts val="0"/>
              </a:spcAft>
              <a:defRPr/>
            </a:pPr>
            <a:fld id="{8CF02BE4-918D-4214-9668-5E5E5E0C1CD1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ransition/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bg>
      <p:bgPr>
        <a:blipFill dpi="0" rotWithShape="0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7440812" y="4932760"/>
            <a:ext cx="1900833" cy="138499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spcFirstLastPara="1" lIns="17145" tIns="17145" rIns="17145" bIns="17145" spcCol="38100">
            <a:spAutoFit/>
          </a:bodyPr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675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675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  <a:endParaRPr kumimoji="0" lang="zh-CN" altLang="en-US" sz="675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Arial" panose="020B0604020202020204" pitchFamily="34" charset="0"/>
              <a:sym typeface="Arial" panose="020B0604020202020204"/>
            </a:endParaRPr>
          </a:p>
        </p:txBody>
      </p:sp>
      <p:cxnSp>
        <p:nvCxnSpPr>
          <p:cNvPr id="3" name="直线连接符 3"/>
          <p:cNvCxnSpPr/>
          <p:nvPr/>
        </p:nvCxnSpPr>
        <p:spPr>
          <a:xfrm>
            <a:off x="2452688" y="686396"/>
            <a:ext cx="6423422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sp>
        <p:nvSpPr>
          <p:cNvPr id="4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4173737" y="4947048"/>
            <a:ext cx="549473" cy="121444"/>
          </a:xfrm>
        </p:spPr>
        <p:txBody>
          <a:bodyPr>
            <a:noAutofit/>
          </a:bodyPr>
          <a:lstStyle>
            <a:lvl1pPr algn="ctr">
              <a:defRPr>
                <a:solidFill>
                  <a:schemeClr val="bg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</a:lstStyle>
          <a:p>
            <a:pPr defTabSz="685800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zh-CN">
                <a:solidFill>
                  <a:prstClr val="white"/>
                </a:solidFill>
              </a:rPr>
              <a:t>-</a:t>
            </a:r>
            <a:fld id="{2A93B75A-B628-4B58-A0E2-AF8B7C034669}" type="slidenum">
              <a:rPr lang="en-US" altLang="zh-CN" smtClean="0">
                <a:solidFill>
                  <a:prstClr val="white"/>
                </a:solidFill>
              </a:rPr>
            </a:fld>
            <a:r>
              <a:rPr lang="en-US" altLang="zh-CN">
                <a:solidFill>
                  <a:prstClr val="white"/>
                </a:solidFill>
              </a:rPr>
              <a:t>-</a:t>
            </a:r>
            <a:endParaRPr lang="zh-CN" altLang="en-US">
              <a:solidFill>
                <a:prstClr val="white"/>
              </a:solidFill>
            </a:endParaRPr>
          </a:p>
        </p:txBody>
      </p:sp>
    </p:spTree>
  </p:cSld>
  <p:clrMapOvr>
    <a:masterClrMapping/>
  </p:clrMapOvr>
  <p:transition/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脚占位符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defTabSz="685800"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3" name="灯片编号占位符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 defTabSz="685800" fontAlgn="auto">
              <a:spcBef>
                <a:spcPts val="0"/>
              </a:spcBef>
              <a:spcAft>
                <a:spcPts val="0"/>
              </a:spcAft>
              <a:defRPr/>
            </a:pPr>
            <a:fld id="{41CD7546-58C9-4B7A-904B-762BA40EE7D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ransition/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502411" y="1731661"/>
            <a:ext cx="8139178" cy="674375"/>
          </a:xfrm>
        </p:spPr>
        <p:txBody>
          <a:bodyPr rIns="25400" anchor="t"/>
          <a:lstStyle>
            <a:lvl1pPr algn="ctr">
              <a:defRPr sz="4050" b="0" spc="225">
                <a:effectLst/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单击此处编辑母版标题样式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502444" y="2674144"/>
            <a:ext cx="8139113" cy="601028"/>
          </a:xfrm>
        </p:spPr>
        <p:txBody>
          <a:bodyPr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1800" u="none" strike="noStrike" kern="1200" cap="none" spc="75" normalizeH="0" baseline="0">
                <a:solidFill>
                  <a:schemeClr val="tx1"/>
                </a:solidFill>
                <a:uFillTx/>
                <a:latin typeface="+mn-ea"/>
                <a:ea typeface="+mn-ea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zh-CN" altLang="en-US"/>
              <a:t>单击以编辑母版副标题样式</a:t>
            </a:r>
            <a:endParaRPr lang="zh-CN" altLang="en-US" dirty="0"/>
          </a:p>
        </p:txBody>
      </p:sp>
      <p:sp>
        <p:nvSpPr>
          <p:cNvPr id="4" name="页脚占位符 16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5" name="灯片编号占位符 17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6FDEA65-46A8-4913-8920-3F11BF21BB3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ransition/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4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5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C6B0BCE-AE4E-4AD3-868A-2BEE0723A9BA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ransition/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502411" y="435919"/>
            <a:ext cx="8139178" cy="486000"/>
          </a:xfrm>
        </p:spPr>
        <p:txBody>
          <a:bodyPr/>
          <a:lstStyle>
            <a:lvl1pPr marL="0" marR="0" algn="l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1" i="0" u="none" strike="noStrike" kern="1200" cap="none" spc="75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lang="zh-CN" altLang="en-US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502444" y="1131094"/>
            <a:ext cx="8139113" cy="3561874"/>
          </a:xfrm>
          <a:prstGeom prst="rect">
            <a:avLst/>
          </a:prstGeo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 dirty="0"/>
          </a:p>
        </p:txBody>
      </p:sp>
      <p:sp>
        <p:nvSpPr>
          <p:cNvPr id="4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5" name="灯片编号占位符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82051A0-9400-48B3-A842-506311329E2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ransition/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/>
          </p:nvPr>
        </p:nvSpPr>
        <p:spPr>
          <a:xfrm>
            <a:off x="630079" y="545783"/>
            <a:ext cx="2948940" cy="836295"/>
          </a:xfrm>
        </p:spPr>
        <p:txBody>
          <a:bodyPr/>
          <a:lstStyle>
            <a:lvl1pPr>
              <a:defRPr sz="240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3853815" y="545783"/>
            <a:ext cx="4629150" cy="4052411"/>
          </a:xfrm>
        </p:spPr>
        <p:txBody>
          <a:bodyPr/>
          <a:lstStyle>
            <a:lvl1pPr>
              <a:defRPr sz="1800">
                <a:latin typeface="+mn-ea"/>
                <a:ea typeface="+mn-ea"/>
              </a:defRPr>
            </a:lvl1pPr>
            <a:lvl2pPr marL="342900" indent="0">
              <a:buNone/>
              <a:defRPr sz="1800">
                <a:latin typeface="+mn-ea"/>
                <a:ea typeface="+mn-ea"/>
              </a:defRPr>
            </a:lvl2pPr>
            <a:lvl3pPr>
              <a:defRPr sz="1800">
                <a:latin typeface="+mn-ea"/>
                <a:ea typeface="+mn-ea"/>
              </a:defRPr>
            </a:lvl3pPr>
            <a:lvl4pPr>
              <a:defRPr sz="1800">
                <a:latin typeface="+mn-ea"/>
                <a:ea typeface="+mn-ea"/>
              </a:defRPr>
            </a:lvl4pPr>
            <a:lvl5pPr>
              <a:defRPr sz="1800">
                <a:latin typeface="+mn-ea"/>
                <a:ea typeface="+mn-ea"/>
              </a:defRPr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zh-CN" altLang="en-US"/>
              <a:t>编辑母版文本样式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630079" y="1679734"/>
            <a:ext cx="2948940" cy="2918936"/>
          </a:xfrm>
        </p:spPr>
        <p:txBody>
          <a:bodyPr/>
          <a:lstStyle>
            <a:lvl1pPr marL="257175" indent="-257175">
              <a:buFont typeface="Arial" panose="020B0604020202020204" pitchFamily="34" charset="0"/>
              <a:buChar char="•"/>
              <a:defRPr sz="1800">
                <a:latin typeface="+mn-ea"/>
                <a:ea typeface="+mn-ea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8" name="页脚占位符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9" name="灯片编号占位符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BBC77F9-E65C-42B5-B805-51F7F5C52E7B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ransition/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标题 8"/>
          <p:cNvSpPr>
            <a:spLocks noGrp="1"/>
          </p:cNvSpPr>
          <p:nvPr>
            <p:ph type="title"/>
          </p:nvPr>
        </p:nvSpPr>
        <p:spPr>
          <a:xfrm>
            <a:off x="502444" y="4203859"/>
            <a:ext cx="8139113" cy="418624"/>
          </a:xfrm>
        </p:spPr>
        <p:txBody>
          <a:bodyPr/>
          <a:lstStyle>
            <a:lvl1pPr>
              <a:defRPr b="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502444" y="481012"/>
            <a:ext cx="8139113" cy="3417094"/>
          </a:xfrm>
        </p:spPr>
        <p:txBody>
          <a:bodyPr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250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lang="zh-CN" altLang="en-US">
                <a:sym typeface="+mn-ea"/>
              </a:rPr>
              <a:t>编辑母版文本样式</a:t>
            </a:r>
            <a:endParaRPr lang="zh-CN" altLang="en-US">
              <a:sym typeface="+mn-ea"/>
            </a:endParaRPr>
          </a:p>
        </p:txBody>
      </p:sp>
      <p:sp>
        <p:nvSpPr>
          <p:cNvPr id="4" name="页脚占位符 5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5" name="灯片编号占位符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F8FDE57-BAA4-4B86-A024-8CFE55F57765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ransition/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0" y="0"/>
            <a:ext cx="9147334" cy="5151120"/>
          </a:xfrm>
        </p:spPr>
        <p:txBody>
          <a:bodyPr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250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lang="zh-CN" altLang="en-US">
                <a:sym typeface="+mn-ea"/>
              </a:rPr>
              <a:t>编辑母版文本样式</a:t>
            </a:r>
            <a:endParaRPr lang="zh-CN" altLang="en-US">
              <a:sym typeface="+mn-ea"/>
            </a:endParaRPr>
          </a:p>
        </p:txBody>
      </p:sp>
      <p:sp>
        <p:nvSpPr>
          <p:cNvPr id="3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4" name="灯片编号占位符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534DAF6-43AB-41C5-B40F-3E56E6713C2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ransition/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350996" y="423863"/>
            <a:ext cx="4050030" cy="4295775"/>
          </a:xfrm>
        </p:spPr>
        <p:txBody>
          <a:bodyPr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250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lang="zh-CN" altLang="en-US">
                <a:sym typeface="+mn-ea"/>
              </a:rPr>
              <a:t>编辑母版文本样式</a:t>
            </a:r>
            <a:endParaRPr lang="zh-CN" altLang="en-US">
              <a:sym typeface="+mn-ea"/>
            </a:endParaRP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4715828" y="423863"/>
            <a:ext cx="4050030" cy="4295775"/>
          </a:xfrm>
        </p:spPr>
        <p:txBody>
          <a:bodyPr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250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lang="zh-CN" altLang="en-US">
                <a:sym typeface="+mn-ea"/>
              </a:rPr>
              <a:t>编辑母版文本样式</a:t>
            </a:r>
            <a:endParaRPr lang="zh-CN" altLang="en-US">
              <a:sym typeface="+mn-ea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4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C6B0A39-673F-48CA-8178-AD7C9B614DA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ransition/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502411" y="467693"/>
            <a:ext cx="8139178" cy="674375"/>
          </a:xfrm>
        </p:spPr>
        <p:txBody>
          <a:bodyPr rIns="25400"/>
          <a:lstStyle>
            <a:lvl1pPr marL="0" marR="0" algn="ctr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0" i="0" u="none" strike="noStrike" kern="1200" cap="none" spc="225" normalizeH="0" baseline="0" noProof="1" dirty="0">
                <a:solidFill>
                  <a:schemeClr val="tx1"/>
                </a:solidFill>
                <a:effectLst/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lang="zh-CN" altLang="en-US">
                <a:sym typeface="+mn-ea"/>
              </a:rPr>
              <a:t>单击此处编辑母版标题样式</a:t>
            </a:r>
            <a:endParaRPr>
              <a:sym typeface="+mn-ea"/>
            </a:endParaRPr>
          </a:p>
        </p:txBody>
      </p:sp>
      <p:sp>
        <p:nvSpPr>
          <p:cNvPr id="3" name="页脚占位符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4" name="灯片编号占位符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CF02BE4-918D-4214-9668-5E5E5E0C1CD1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ransition/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bg>
      <p:bgPr>
        <a:blipFill dpi="0" rotWithShape="0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7440811" y="4932760"/>
            <a:ext cx="1900833" cy="150041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spcFirstLastPara="1" lIns="17145" tIns="17145" rIns="17145" bIns="17145" spcCol="38100">
            <a:spAutoFit/>
          </a:bodyPr>
          <a:lstStyle/>
          <a:p>
            <a:pPr marL="0" marR="0" lvl="0" indent="0" algn="ctr" defTabSz="30988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75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75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  <a:endParaRPr kumimoji="0" lang="zh-CN" altLang="en-US" sz="75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Arial" panose="020B0604020202020204" pitchFamily="34" charset="0"/>
              <a:sym typeface="Arial" panose="020B0604020202020204"/>
            </a:endParaRPr>
          </a:p>
        </p:txBody>
      </p:sp>
      <p:cxnSp>
        <p:nvCxnSpPr>
          <p:cNvPr id="3" name="直线连接符 3"/>
          <p:cNvCxnSpPr/>
          <p:nvPr/>
        </p:nvCxnSpPr>
        <p:spPr>
          <a:xfrm>
            <a:off x="2452688" y="686396"/>
            <a:ext cx="6423422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sp>
        <p:nvSpPr>
          <p:cNvPr id="4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4173736" y="4947047"/>
            <a:ext cx="549473" cy="121444"/>
          </a:xfrm>
        </p:spPr>
        <p:txBody>
          <a:bodyPr>
            <a:noAutofit/>
          </a:bodyPr>
          <a:lstStyle>
            <a:lvl1pPr algn="ctr">
              <a:defRPr>
                <a:solidFill>
                  <a:schemeClr val="bg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</a:lstStyle>
          <a:p>
            <a:pPr>
              <a:defRPr/>
            </a:pPr>
            <a:r>
              <a:rPr lang="en-US" altLang="zh-CN">
                <a:solidFill>
                  <a:prstClr val="white"/>
                </a:solidFill>
              </a:rPr>
              <a:t>-</a:t>
            </a:r>
            <a:fld id="{2A93B75A-B628-4B58-A0E2-AF8B7C034669}" type="slidenum">
              <a:rPr lang="en-US" altLang="zh-CN" smtClean="0">
                <a:solidFill>
                  <a:prstClr val="white"/>
                </a:solidFill>
              </a:rPr>
            </a:fld>
            <a:r>
              <a:rPr lang="en-US" altLang="zh-CN">
                <a:solidFill>
                  <a:prstClr val="white"/>
                </a:solidFill>
              </a:rPr>
              <a:t>-</a:t>
            </a:r>
            <a:endParaRPr lang="zh-CN" altLang="en-US">
              <a:solidFill>
                <a:prstClr val="white"/>
              </a:solidFill>
            </a:endParaRPr>
          </a:p>
        </p:txBody>
      </p:sp>
    </p:spTree>
  </p:cSld>
  <p:clrMapOvr>
    <a:masterClrMapping/>
  </p:clrMapOvr>
  <p:transition/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脚占位符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3" name="灯片编号占位符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1CD7546-58C9-4B7A-904B-762BA40EE7D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ransition/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502412" y="1731662"/>
            <a:ext cx="8139178" cy="674375"/>
          </a:xfrm>
        </p:spPr>
        <p:txBody>
          <a:bodyPr rIns="25400" anchor="t"/>
          <a:lstStyle>
            <a:lvl1pPr algn="ctr">
              <a:defRPr sz="4050" b="0" spc="225">
                <a:effectLst/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单击此处编辑母版标题样式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502444" y="2674144"/>
            <a:ext cx="8139113" cy="601028"/>
          </a:xfrm>
        </p:spPr>
        <p:txBody>
          <a:bodyPr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1800" u="none" strike="noStrike" kern="1200" cap="none" spc="75" normalizeH="0" baseline="0">
                <a:solidFill>
                  <a:schemeClr val="tx1"/>
                </a:solidFill>
                <a:uFillTx/>
                <a:latin typeface="+mn-ea"/>
                <a:ea typeface="+mn-ea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zh-CN" altLang="en-US"/>
              <a:t>单击以编辑母版副标题样式</a:t>
            </a:r>
            <a:endParaRPr lang="zh-CN" altLang="en-US" dirty="0"/>
          </a:p>
        </p:txBody>
      </p:sp>
      <p:sp>
        <p:nvSpPr>
          <p:cNvPr id="4" name="页脚占位符 16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 dirty="0"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5" name="灯片编号占位符 17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mtClean="0"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fld id="{9737B33D-E675-453D-AFF5-E4A3C2713CCF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4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5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fld id="{E76B713F-0625-47A1-A948-CDFDF686D3A6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502412" y="435919"/>
            <a:ext cx="8139178" cy="486000"/>
          </a:xfrm>
        </p:spPr>
        <p:txBody>
          <a:bodyPr/>
          <a:lstStyle>
            <a:lvl1pPr marL="0" marR="0" algn="l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1" i="0" u="none" strike="noStrike" kern="1200" cap="none" spc="75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lang="zh-CN" altLang="en-US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502444" y="1131095"/>
            <a:ext cx="8139113" cy="3561874"/>
          </a:xfrm>
          <a:prstGeom prst="rect">
            <a:avLst/>
          </a:prstGeo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 dirty="0"/>
          </a:p>
        </p:txBody>
      </p:sp>
      <p:sp>
        <p:nvSpPr>
          <p:cNvPr id="4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5" name="灯片编号占位符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mtClean="0"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fld id="{14C66EAF-C3B8-4A99-935F-E43C4EB8DF9B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/>
          </p:nvPr>
        </p:nvSpPr>
        <p:spPr>
          <a:xfrm>
            <a:off x="630079" y="545783"/>
            <a:ext cx="2948940" cy="836295"/>
          </a:xfrm>
        </p:spPr>
        <p:txBody>
          <a:bodyPr/>
          <a:lstStyle>
            <a:lvl1pPr>
              <a:defRPr sz="240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3853815" y="545783"/>
            <a:ext cx="4629150" cy="4052411"/>
          </a:xfrm>
        </p:spPr>
        <p:txBody>
          <a:bodyPr/>
          <a:lstStyle>
            <a:lvl1pPr>
              <a:defRPr sz="1800">
                <a:latin typeface="+mn-ea"/>
                <a:ea typeface="+mn-ea"/>
              </a:defRPr>
            </a:lvl1pPr>
            <a:lvl2pPr marL="342900" indent="0">
              <a:buNone/>
              <a:defRPr sz="1800">
                <a:latin typeface="+mn-ea"/>
                <a:ea typeface="+mn-ea"/>
              </a:defRPr>
            </a:lvl2pPr>
            <a:lvl3pPr>
              <a:defRPr sz="1800">
                <a:latin typeface="+mn-ea"/>
                <a:ea typeface="+mn-ea"/>
              </a:defRPr>
            </a:lvl3pPr>
            <a:lvl4pPr>
              <a:defRPr sz="1800">
                <a:latin typeface="+mn-ea"/>
                <a:ea typeface="+mn-ea"/>
              </a:defRPr>
            </a:lvl4pPr>
            <a:lvl5pPr>
              <a:defRPr sz="1800">
                <a:latin typeface="+mn-ea"/>
                <a:ea typeface="+mn-ea"/>
              </a:defRPr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zh-CN" altLang="en-US"/>
              <a:t>编辑母版文本样式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630079" y="1679735"/>
            <a:ext cx="2948940" cy="2918936"/>
          </a:xfrm>
        </p:spPr>
        <p:txBody>
          <a:bodyPr/>
          <a:lstStyle>
            <a:lvl1pPr marL="257175" indent="-257175">
              <a:buFont typeface="Arial" panose="020B0604020202020204" pitchFamily="34" charset="0"/>
              <a:buChar char="•"/>
              <a:defRPr sz="1800">
                <a:latin typeface="+mn-ea"/>
                <a:ea typeface="+mn-ea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8" name="页脚占位符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9" name="灯片编号占位符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mtClean="0"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fld id="{0FA44A85-E8C1-419E-B32C-F18CC1F2CBC8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标题 8"/>
          <p:cNvSpPr>
            <a:spLocks noGrp="1"/>
          </p:cNvSpPr>
          <p:nvPr>
            <p:ph type="title"/>
          </p:nvPr>
        </p:nvSpPr>
        <p:spPr>
          <a:xfrm>
            <a:off x="502444" y="4203860"/>
            <a:ext cx="8139113" cy="418624"/>
          </a:xfrm>
        </p:spPr>
        <p:txBody>
          <a:bodyPr/>
          <a:lstStyle>
            <a:lvl1pPr>
              <a:defRPr b="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502444" y="481014"/>
            <a:ext cx="8139113" cy="3417094"/>
          </a:xfrm>
        </p:spPr>
        <p:txBody>
          <a:bodyPr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250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lang="zh-CN" altLang="en-US">
                <a:sym typeface="+mn-ea"/>
              </a:rPr>
              <a:t>编辑母版文本样式</a:t>
            </a:r>
            <a:endParaRPr lang="zh-CN" altLang="en-US">
              <a:sym typeface="+mn-ea"/>
            </a:endParaRPr>
          </a:p>
        </p:txBody>
      </p:sp>
      <p:sp>
        <p:nvSpPr>
          <p:cNvPr id="4" name="页脚占位符 5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 dirty="0"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5" name="灯片编号占位符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mtClean="0"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fld id="{9A7AA7C6-54E6-4B0E-A22A-8CB41808A0E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1" y="0"/>
            <a:ext cx="9147334" cy="5151120"/>
          </a:xfrm>
        </p:spPr>
        <p:txBody>
          <a:bodyPr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250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lang="zh-CN" altLang="en-US">
                <a:sym typeface="+mn-ea"/>
              </a:rPr>
              <a:t>编辑母版文本样式</a:t>
            </a:r>
            <a:endParaRPr lang="zh-CN" altLang="en-US">
              <a:sym typeface="+mn-ea"/>
            </a:endParaRPr>
          </a:p>
        </p:txBody>
      </p:sp>
      <p:sp>
        <p:nvSpPr>
          <p:cNvPr id="3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4" name="灯片编号占位符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mtClean="0"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fld id="{4829DFC2-8662-49F5-BF2A-4304236EF53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350996" y="423863"/>
            <a:ext cx="4050030" cy="4295775"/>
          </a:xfrm>
        </p:spPr>
        <p:txBody>
          <a:bodyPr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250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lang="zh-CN" altLang="en-US">
                <a:sym typeface="+mn-ea"/>
              </a:rPr>
              <a:t>编辑母版文本样式</a:t>
            </a:r>
            <a:endParaRPr lang="zh-CN" altLang="en-US">
              <a:sym typeface="+mn-ea"/>
            </a:endParaRP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4715828" y="423863"/>
            <a:ext cx="4050030" cy="4295775"/>
          </a:xfrm>
        </p:spPr>
        <p:txBody>
          <a:bodyPr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250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lang="zh-CN" altLang="en-US">
                <a:sym typeface="+mn-ea"/>
              </a:rPr>
              <a:t>编辑母版文本样式</a:t>
            </a:r>
            <a:endParaRPr lang="zh-CN" altLang="en-US">
              <a:sym typeface="+mn-ea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4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5"/>
          </p:nvPr>
        </p:nvSpPr>
        <p:spPr/>
        <p:txBody>
          <a:bodyPr/>
          <a:lstStyle>
            <a:lvl1pPr>
              <a:defRPr smtClean="0"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fld id="{BC7B413E-A6B6-4F06-BA83-A498B6E5CFE7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502412" y="467695"/>
            <a:ext cx="8139178" cy="674375"/>
          </a:xfrm>
        </p:spPr>
        <p:txBody>
          <a:bodyPr rIns="25400"/>
          <a:lstStyle>
            <a:lvl1pPr marL="0" marR="0" algn="ctr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0" i="0" u="none" strike="noStrike" kern="1200" cap="none" spc="225" normalizeH="0" baseline="0" noProof="1" dirty="0">
                <a:solidFill>
                  <a:schemeClr val="tx1"/>
                </a:solidFill>
                <a:effectLst/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lang="zh-CN" altLang="en-US">
                <a:sym typeface="+mn-ea"/>
              </a:rPr>
              <a:t>单击此处编辑母版标题样式</a:t>
            </a:r>
            <a:endParaRPr>
              <a:sym typeface="+mn-ea"/>
            </a:endParaRPr>
          </a:p>
        </p:txBody>
      </p:sp>
      <p:sp>
        <p:nvSpPr>
          <p:cNvPr id="3" name="页脚占位符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4" name="灯片编号占位符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mtClean="0"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fld id="{A26F4C56-220E-4F7A-B423-ED2970F33837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bg>
      <p:bgPr>
        <a:blipFill dpi="0" rotWithShape="0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 userDrawn="1"/>
        </p:nvSpPr>
        <p:spPr>
          <a:xfrm>
            <a:off x="7440812" y="4932760"/>
            <a:ext cx="1900833" cy="196208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spcFirstLastPara="1" lIns="17145" rIns="17145" spcCol="38100">
            <a:spAutoFit/>
          </a:bodyPr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675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  <a:sym typeface="Arial" panose="020B0604020202020204"/>
              </a:rPr>
              <a:t>Confidential|</a:t>
            </a:r>
            <a:r>
              <a:rPr kumimoji="0" lang="zh-CN" altLang="en-US" sz="675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  <a:endParaRPr kumimoji="0" lang="zh-CN" altLang="en-US" sz="675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Arial" panose="020B0604020202020204" pitchFamily="34" charset="0"/>
              <a:sym typeface="Arial" panose="020B0604020202020204"/>
            </a:endParaRPr>
          </a:p>
        </p:txBody>
      </p:sp>
      <p:cxnSp>
        <p:nvCxnSpPr>
          <p:cNvPr id="3" name="直线连接符 3"/>
          <p:cNvCxnSpPr/>
          <p:nvPr userDrawn="1"/>
        </p:nvCxnSpPr>
        <p:spPr>
          <a:xfrm>
            <a:off x="2452688" y="686396"/>
            <a:ext cx="6423422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sp>
        <p:nvSpPr>
          <p:cNvPr id="4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4173737" y="4947048"/>
            <a:ext cx="549473" cy="121444"/>
          </a:xfrm>
        </p:spPr>
        <p:txBody>
          <a:bodyPr wrap="square">
            <a:noAutofit/>
          </a:bodyPr>
          <a:lstStyle>
            <a:lvl1pPr algn="ctr">
              <a:defRPr sz="900" smtClean="0">
                <a:solidFill>
                  <a:prstClr val="white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zh-CN"/>
              <a:t>-</a:t>
            </a:r>
            <a:fld id="{5B668758-3EC2-4CF7-B6EE-CAE930ADAF42}" type="slidenum">
              <a:rPr lang="en-US" altLang="zh-CN" smtClean="0"/>
            </a:fld>
            <a:r>
              <a:rPr lang="en-US" altLang="zh-CN"/>
              <a:t>-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脚占位符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 dirty="0"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3" name="灯片编号占位符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mtClean="0"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fld id="{1ED1FB5E-2E28-4CC1-9EEA-AB5C9B878CED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2223" y="613768"/>
            <a:ext cx="2107406" cy="49291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文本框 2"/>
          <p:cNvSpPr txBox="1"/>
          <p:nvPr userDrawn="1"/>
        </p:nvSpPr>
        <p:spPr>
          <a:xfrm>
            <a:off x="7440812" y="4932760"/>
            <a:ext cx="1900833" cy="196208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spcFirstLastPara="1" lIns="17145" rIns="17145" spcCol="38100">
            <a:spAutoFit/>
          </a:bodyPr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675" b="0" i="0" u="none" strike="noStrike" kern="1200" cap="none" spc="0" normalizeH="0" baseline="0" noProof="0" dirty="0">
                <a:ln>
                  <a:noFill/>
                </a:ln>
                <a:solidFill>
                  <a:srgbClr val="386DB4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  <a:sym typeface="Arial" panose="020B0604020202020204"/>
              </a:rPr>
              <a:t>Confidential|</a:t>
            </a:r>
            <a:r>
              <a:rPr kumimoji="0" lang="zh-CN" altLang="en-US" sz="675" b="0" i="0" u="none" strike="noStrike" kern="1200" cap="none" spc="0" normalizeH="0" baseline="0" noProof="0" dirty="0">
                <a:ln>
                  <a:noFill/>
                </a:ln>
                <a:solidFill>
                  <a:srgbClr val="386DB4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  <a:endParaRPr kumimoji="0" lang="zh-CN" altLang="en-US" sz="675" b="0" i="0" u="none" strike="noStrike" kern="1200" cap="none" spc="0" normalizeH="0" baseline="0" noProof="0" dirty="0">
              <a:ln>
                <a:noFill/>
              </a:ln>
              <a:solidFill>
                <a:srgbClr val="386DB4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Arial" panose="020B0604020202020204" pitchFamily="34" charset="0"/>
              <a:sym typeface="Arial" panose="020B0604020202020204"/>
            </a:endParaRPr>
          </a:p>
        </p:txBody>
      </p:sp>
      <p:pic>
        <p:nvPicPr>
          <p:cNvPr id="4" name="图片 11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9806617">
            <a:off x="5384602" y="-1947862"/>
            <a:ext cx="7592021" cy="71717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ransition spd="med"/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502411" y="1731661"/>
            <a:ext cx="8139178" cy="674375"/>
          </a:xfrm>
        </p:spPr>
        <p:txBody>
          <a:bodyPr lIns="101600" tIns="38100" rIns="25400" bIns="38100" anchor="t" anchorCtr="0">
            <a:noAutofit/>
          </a:bodyPr>
          <a:lstStyle>
            <a:lvl1pPr algn="ctr">
              <a:defRPr sz="4050" b="0" spc="225">
                <a:effectLst/>
                <a:latin typeface="+mn-ea"/>
                <a:ea typeface="+mn-ea"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502444" y="2674144"/>
            <a:ext cx="8139113" cy="601028"/>
          </a:xfrm>
        </p:spPr>
        <p:txBody>
          <a:bodyPr lIns="101600"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1800" u="none" strike="noStrike" kern="1200" cap="none" spc="75" normalizeH="0" baseline="0">
                <a:solidFill>
                  <a:schemeClr val="tx1"/>
                </a:solidFill>
                <a:uFillTx/>
                <a:latin typeface="+mn-ea"/>
                <a:ea typeface="+mn-ea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zh-CN" altLang="en-US" dirty="0"/>
              <a:t>单击此处编辑副标题</a:t>
            </a:r>
            <a:endParaRPr lang="zh-CN" altLang="en-US" dirty="0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marL="0" marR="0" lvl="0" indent="0" algn="ctr" defTabSz="30988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marL="0" marR="0" lvl="0" indent="0" algn="r" defTabSz="30988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49AE70B2-8BF9-45C0-BB95-33D1B9D3A854}" type="slidenum">
              <a:rPr kumimoji="0" lang="zh-CN" alt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Arial" panose="020B0604020202020204" pitchFamily="34" charset="0"/>
              </a:rPr>
            </a:fld>
            <a:endParaRPr kumimoji="0" lang="zh-CN" alt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30988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30988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30988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49AE70B2-8BF9-45C0-BB95-33D1B9D3A854}" type="slidenum">
              <a:rPr kumimoji="0" lang="zh-CN" alt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Arial" panose="020B0604020202020204" pitchFamily="34" charset="0"/>
              </a:rPr>
            </a:fld>
            <a:endParaRPr kumimoji="0" lang="zh-CN" alt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10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502411" y="435919"/>
            <a:ext cx="8139178" cy="48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1" i="0" u="none" strike="noStrike" kern="1200" cap="none" spc="75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  <a:endParaRPr dirty="0">
              <a:sym typeface="+mn-ea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marL="0" marR="0" lvl="0" indent="0" algn="ctr" defTabSz="30988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marL="0" marR="0" lvl="0" indent="0" algn="r" defTabSz="30988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49AE70B2-8BF9-45C0-BB95-33D1B9D3A854}" type="slidenum">
              <a:rPr kumimoji="0" lang="zh-CN" alt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Arial" panose="020B0604020202020204" pitchFamily="34" charset="0"/>
              </a:rPr>
            </a:fld>
            <a:endParaRPr kumimoji="0" lang="zh-CN" alt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502444" y="1131094"/>
            <a:ext cx="8139113" cy="3561874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zh-CN" altLang="en-US" dirty="0"/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0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marL="0" marR="0" lvl="0" indent="0" algn="ctr" defTabSz="30988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marL="0" marR="0" lvl="0" indent="0" algn="r" defTabSz="30988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49AE70B2-8BF9-45C0-BB95-33D1B9D3A854}" type="slidenum">
              <a:rPr kumimoji="0" lang="zh-CN" alt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Arial" panose="020B0604020202020204" pitchFamily="34" charset="0"/>
              </a:rPr>
            </a:fld>
            <a:endParaRPr kumimoji="0" lang="zh-CN" alt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630079" y="545783"/>
            <a:ext cx="2948940" cy="836295"/>
          </a:xfrm>
        </p:spPr>
        <p:txBody>
          <a:bodyPr anchor="ctr" anchorCtr="0"/>
          <a:lstStyle>
            <a:lvl1pPr>
              <a:defRPr sz="240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3853815" y="545783"/>
            <a:ext cx="4629150" cy="4052411"/>
          </a:xfrm>
        </p:spPr>
        <p:txBody>
          <a:bodyPr/>
          <a:lstStyle>
            <a:lvl1pPr>
              <a:defRPr sz="1800">
                <a:latin typeface="+mn-ea"/>
                <a:ea typeface="+mn-ea"/>
              </a:defRPr>
            </a:lvl1pPr>
            <a:lvl2pPr marL="342900" indent="0">
              <a:buNone/>
              <a:defRPr sz="1800">
                <a:latin typeface="+mn-ea"/>
                <a:ea typeface="+mn-ea"/>
              </a:defRPr>
            </a:lvl2pPr>
            <a:lvl3pPr>
              <a:defRPr sz="1800">
                <a:latin typeface="+mn-ea"/>
                <a:ea typeface="+mn-ea"/>
              </a:defRPr>
            </a:lvl3pPr>
            <a:lvl4pPr>
              <a:defRPr sz="1800">
                <a:latin typeface="+mn-ea"/>
                <a:ea typeface="+mn-ea"/>
              </a:defRPr>
            </a:lvl4pPr>
            <a:lvl5pPr>
              <a:defRPr sz="1800">
                <a:latin typeface="+mn-ea"/>
                <a:ea typeface="+mn-ea"/>
              </a:defRPr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zh-CN" altLang="en-US"/>
              <a:t>单击此处编辑正文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630079" y="1679734"/>
            <a:ext cx="2948940" cy="2918936"/>
          </a:xfrm>
        </p:spPr>
        <p:txBody>
          <a:bodyPr/>
          <a:lstStyle>
            <a:lvl1pPr marL="257175" indent="-257175">
              <a:buFont typeface="Arial" panose="020B0604020202020204" pitchFamily="34" charset="0"/>
              <a:buChar char="•"/>
              <a:defRPr sz="1800">
                <a:latin typeface="+mn-ea"/>
                <a:ea typeface="+mn-ea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CN" altLang="en-US"/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>
              <a:sym typeface="+mn-ea"/>
            </a:endParaRP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1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marL="0" marR="0" lvl="0" indent="0" algn="ctr" defTabSz="30988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marL="0" marR="0" lvl="0" indent="0" algn="r" defTabSz="30988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FABC47A4-756D-490B-A52F-7D9E2C9FC05F}" type="slidenum">
              <a:rPr kumimoji="0" lang="zh-CN" alt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Arial" panose="020B0604020202020204" pitchFamily="34" charset="0"/>
              </a:rPr>
            </a:fld>
            <a:endParaRPr kumimoji="0" lang="zh-CN" alt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9" name="标题 8"/>
          <p:cNvSpPr>
            <a:spLocks noGrp="1"/>
          </p:cNvSpPr>
          <p:nvPr>
            <p:ph type="title" hasCustomPrompt="1"/>
          </p:nvPr>
        </p:nvSpPr>
        <p:spPr>
          <a:xfrm>
            <a:off x="502444" y="4203859"/>
            <a:ext cx="8139113" cy="418624"/>
          </a:xfrm>
        </p:spPr>
        <p:txBody>
          <a:bodyPr/>
          <a:lstStyle>
            <a:lvl1pPr>
              <a:defRPr b="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单击此处编辑正文</a:t>
            </a:r>
            <a:endParaRPr lang="zh-CN" altLang="en-US"/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502444" y="481012"/>
            <a:ext cx="8139113" cy="3417094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250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  <a:endParaRPr dirty="0">
              <a:sym typeface="+mn-ea"/>
            </a:endParaRPr>
          </a:p>
        </p:txBody>
      </p:sp>
    </p:spTree>
  </p:cSld>
  <p:clrMapOvr>
    <a:masterClrMapping/>
  </p:clrMapOvr>
</p:sldLayout>
</file>

<file path=ppt/slideLayouts/slideLayout1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marL="0" marR="0" lvl="0" indent="0" algn="ctr" defTabSz="30988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marL="0" marR="0" lvl="0" indent="0" algn="r" defTabSz="30988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49AE70B2-8BF9-45C0-BB95-33D1B9D3A854}" type="slidenum">
              <a:rPr kumimoji="0" lang="zh-CN" alt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Arial" panose="020B0604020202020204" pitchFamily="34" charset="0"/>
              </a:rPr>
            </a:fld>
            <a:endParaRPr kumimoji="0" lang="zh-CN" alt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0" y="0"/>
            <a:ext cx="9147334" cy="5151120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250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  <a:endParaRPr dirty="0">
              <a:sym typeface="+mn-ea"/>
            </a:endParaRPr>
          </a:p>
        </p:txBody>
      </p:sp>
    </p:spTree>
  </p:cSld>
  <p:clrMapOvr>
    <a:masterClrMapping/>
  </p:clrMapOvr>
</p:sldLayout>
</file>

<file path=ppt/slideLayouts/slideLayout1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marL="0" marR="0" lvl="0" indent="0" algn="ctr" defTabSz="30988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marL="0" marR="0" lvl="0" indent="0" algn="r" defTabSz="30988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49AE70B2-8BF9-45C0-BB95-33D1B9D3A854}" type="slidenum">
              <a:rPr kumimoji="0" lang="zh-CN" alt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Arial" panose="020B0604020202020204" pitchFamily="34" charset="0"/>
              </a:rPr>
            </a:fld>
            <a:endParaRPr kumimoji="0" lang="zh-CN" alt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350996" y="423863"/>
            <a:ext cx="4050030" cy="4295775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250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  <a:endParaRPr dirty="0">
              <a:sym typeface="+mn-ea"/>
            </a:endParaRP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4715828" y="423863"/>
            <a:ext cx="4050030" cy="4295775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250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</a:t>
            </a:r>
            <a:r>
              <a:rPr>
                <a:sym typeface="+mn-ea"/>
              </a:rPr>
              <a:t>正文</a:t>
            </a:r>
            <a:endParaRPr dirty="0">
              <a:sym typeface="+mn-ea"/>
            </a:endParaRPr>
          </a:p>
        </p:txBody>
      </p:sp>
    </p:spTree>
  </p:cSld>
  <p:clrMapOvr>
    <a:masterClrMapping/>
  </p:clrMapOvr>
</p:sldLayout>
</file>

<file path=ppt/slideLayouts/slideLayout1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marL="0" marR="0" lvl="0" indent="0" algn="ctr" defTabSz="30988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marL="0" marR="0" lvl="0" indent="0" algn="r" defTabSz="30988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49AE70B2-8BF9-45C0-BB95-33D1B9D3A854}" type="slidenum">
              <a:rPr kumimoji="0" lang="zh-CN" alt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Arial" panose="020B0604020202020204" pitchFamily="34" charset="0"/>
              </a:rPr>
            </a:fld>
            <a:endParaRPr kumimoji="0" lang="zh-CN" alt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502411" y="467693"/>
            <a:ext cx="8139178" cy="674375"/>
          </a:xfrm>
        </p:spPr>
        <p:txBody>
          <a:bodyPr vert="horz" lIns="101600" tIns="38100" rIns="25400" bIns="38100" rtlCol="0" anchor="ctr" anchorCtr="0">
            <a:noAutofit/>
          </a:bodyPr>
          <a:lstStyle>
            <a:lvl1pPr marL="0" marR="0" algn="ctr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0" i="0" u="none" strike="noStrike" kern="1200" cap="none" spc="225" normalizeH="0" baseline="0" noProof="1" dirty="0">
                <a:solidFill>
                  <a:schemeClr val="tx1"/>
                </a:solidFill>
                <a:effectLst/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  <a:endParaRPr>
              <a:sym typeface="+mn-ea"/>
            </a:endParaRPr>
          </a:p>
        </p:txBody>
      </p:sp>
    </p:spTree>
  </p:cSld>
  <p:clrMapOvr>
    <a:masterClrMapping/>
  </p:clrMapOvr>
</p:sldLayout>
</file>

<file path=ppt/slideLayouts/slideLayout1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4173617" y="4947088"/>
            <a:ext cx="549354" cy="121187"/>
          </a:xfrm>
        </p:spPr>
        <p:txBody>
          <a:bodyPr wrap="square">
            <a:noAutofit/>
          </a:bodyPr>
          <a:lstStyle>
            <a:lvl1pPr algn="ctr">
              <a:defRPr sz="9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30988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9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  <a:sym typeface="Arial" panose="020B0604020202020204" pitchFamily="34" charset="0"/>
              </a:rPr>
              <a:t>-</a:t>
            </a:r>
            <a:fld id="{FAEDECE0-B3E3-4E93-9B91-9F10B30F5B07}" type="slidenum">
              <a:rPr kumimoji="0" lang="en-US" altLang="zh-CN" sz="900" b="0" i="0" u="none" strike="noStrike" kern="1200" cap="none" spc="0" normalizeH="0" baseline="0" noProof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  <a:sym typeface="Arial" panose="020B0604020202020204" pitchFamily="34" charset="0"/>
              </a:rPr>
            </a:fld>
            <a:r>
              <a:rPr kumimoji="0" lang="en-US" altLang="zh-CN" sz="9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  <a:sym typeface="Arial" panose="020B0604020202020204" pitchFamily="34" charset="0"/>
              </a:rPr>
              <a:t>-</a:t>
            </a:r>
            <a:endParaRPr kumimoji="0" lang="zh-CN" altLang="en-US" sz="9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 pitchFamily="34" charset="0"/>
              <a:ea typeface="微软雅黑" panose="020B0503020204020204" pitchFamily="34" charset="-122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7" name="文本框 6"/>
          <p:cNvSpPr txBox="1"/>
          <p:nvPr userDrawn="1"/>
        </p:nvSpPr>
        <p:spPr>
          <a:xfrm>
            <a:off x="7440782" y="4932661"/>
            <a:ext cx="1900646" cy="150041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7145" tIns="17145" rIns="17145" bIns="17145" numCol="1" spcCol="38100" rtlCol="0" anchor="t">
            <a:spAutoFit/>
          </a:bodyPr>
          <a:lstStyle/>
          <a:p>
            <a:pPr marL="0" marR="0" lvl="0" indent="0" algn="ctr" defTabSz="30988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75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75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  <a:endParaRPr kumimoji="0" lang="zh-CN" altLang="en-US" sz="75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Arial" panose="020B0604020202020204" pitchFamily="34" charset="0"/>
              <a:sym typeface="Arial" panose="020B0604020202020204"/>
            </a:endParaRPr>
          </a:p>
        </p:txBody>
      </p:sp>
      <p:cxnSp>
        <p:nvCxnSpPr>
          <p:cNvPr id="9" name="直线连接符 3"/>
          <p:cNvCxnSpPr/>
          <p:nvPr userDrawn="1"/>
        </p:nvCxnSpPr>
        <p:spPr>
          <a:xfrm>
            <a:off x="2452523" y="686268"/>
            <a:ext cx="6423841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</p:cSld>
  <p:clrMapOvr>
    <a:masterClrMapping/>
  </p:clrMapOvr>
</p:sldLayout>
</file>

<file path=ppt/slideLayouts/slideLayout1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marL="0" marR="0" lvl="0" indent="0" algn="ctr" defTabSz="30988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marL="0" marR="0" lvl="0" indent="0" algn="r" defTabSz="30988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49AE70B2-8BF9-45C0-BB95-33D1B9D3A854}" type="slidenum">
              <a:rPr kumimoji="0" lang="zh-CN" alt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Arial" panose="020B0604020202020204" pitchFamily="34" charset="0"/>
              </a:rPr>
            </a:fld>
            <a:endParaRPr kumimoji="0" lang="zh-CN" alt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11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_Slide with photo">
    <p:bg>
      <p:bgPr>
        <a:solidFill>
          <a:srgbClr val="335C9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01" name="图片 8" descr="2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891314" y="988219"/>
            <a:ext cx="3216116" cy="641271"/>
          </a:xfrm>
          <a:prstGeom prst="rect">
            <a:avLst/>
          </a:prstGeom>
          <a:noFill/>
          <a:ln w="9525">
            <a:noFill/>
          </a:ln>
        </p:spPr>
      </p:pic>
    </p:spTree>
  </p:cSld>
  <p:clrMapOvr>
    <a:masterClrMapping/>
  </p:clrMapOvr>
  <p:transition spd="med"/>
</p:sldLayout>
</file>

<file path=ppt/slideLayouts/slideLayout1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502411" y="1731661"/>
            <a:ext cx="8139178" cy="674375"/>
          </a:xfrm>
        </p:spPr>
        <p:txBody>
          <a:bodyPr lIns="101600" tIns="38100" rIns="25400" bIns="38100" anchor="t" anchorCtr="0">
            <a:noAutofit/>
          </a:bodyPr>
          <a:lstStyle>
            <a:lvl1pPr algn="ctr">
              <a:defRPr sz="4050" b="0" spc="225">
                <a:effectLst/>
                <a:latin typeface="+mn-ea"/>
                <a:ea typeface="+mn-ea"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502444" y="2674144"/>
            <a:ext cx="8139113" cy="601028"/>
          </a:xfrm>
        </p:spPr>
        <p:txBody>
          <a:bodyPr lIns="101600"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1800" u="none" strike="noStrike" kern="1200" cap="none" spc="75" normalizeH="0" baseline="0">
                <a:solidFill>
                  <a:schemeClr val="tx1"/>
                </a:solidFill>
                <a:uFillTx/>
                <a:latin typeface="+mn-ea"/>
                <a:ea typeface="+mn-ea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zh-CN" altLang="en-US" dirty="0"/>
              <a:t>单击此处编辑副标题</a:t>
            </a:r>
            <a:endParaRPr lang="zh-CN" altLang="en-US" dirty="0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eaLnBrk="1" hangingPunct="1">
              <a:defRPr/>
            </a:pPr>
            <a:endParaRPr lang="zh-CN" altLang="en-US" dirty="0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eaLnBrk="1" hangingPunct="1"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 panose="020B0503020204020204" pitchFamily="34" charset="-122"/>
                <a:cs typeface="+mn-cs"/>
                <a:sym typeface="Arial" panose="020B0604020202020204" pitchFamily="34" charset="0"/>
              </a:rPr>
            </a:fld>
            <a:endParaRPr lang="zh-CN" altLang="en-US" dirty="0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  <a:sym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1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hangingPunct="1">
              <a:defRPr/>
            </a:pPr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eaLnBrk="1" hangingPunct="1">
              <a:defRPr/>
            </a:pPr>
            <a:endParaRPr lang="zh-CN" altLang="en-US" dirty="0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eaLnBrk="1" hangingPunct="1"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 panose="020B0503020204020204" pitchFamily="34" charset="-122"/>
                <a:cs typeface="+mn-cs"/>
                <a:sym typeface="Arial" panose="020B0604020202020204" pitchFamily="34" charset="0"/>
              </a:rPr>
            </a:fld>
            <a:endParaRPr lang="zh-CN" altLang="en-US" dirty="0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  <a:sym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11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502411" y="435919"/>
            <a:ext cx="8139178" cy="48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1" i="0" u="none" strike="noStrike" kern="1200" cap="none" spc="75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  <a:endParaRPr dirty="0">
              <a:sym typeface="+mn-ea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eaLnBrk="1" hangingPunct="1">
              <a:defRPr/>
            </a:pPr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eaLnBrk="1" hangingPunct="1"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 panose="020B0503020204020204" pitchFamily="34" charset="-122"/>
                <a:cs typeface="+mn-cs"/>
                <a:sym typeface="Arial" panose="020B0604020202020204" pitchFamily="34" charset="0"/>
              </a:rPr>
            </a:fld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502444" y="1131094"/>
            <a:ext cx="8139113" cy="3561874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zh-CN" altLang="en-US" dirty="0"/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eaLnBrk="1" hangingPunct="1">
              <a:defRPr/>
            </a:pPr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eaLnBrk="1" hangingPunct="1"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 panose="020B0503020204020204" pitchFamily="34" charset="-122"/>
                <a:cs typeface="+mn-cs"/>
                <a:sym typeface="Arial" panose="020B0604020202020204" pitchFamily="34" charset="0"/>
              </a:rPr>
            </a:fld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630079" y="545783"/>
            <a:ext cx="2948940" cy="836295"/>
          </a:xfrm>
        </p:spPr>
        <p:txBody>
          <a:bodyPr anchor="ctr" anchorCtr="0"/>
          <a:lstStyle>
            <a:lvl1pPr>
              <a:defRPr sz="240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3853815" y="545783"/>
            <a:ext cx="4629150" cy="4052411"/>
          </a:xfrm>
        </p:spPr>
        <p:txBody>
          <a:bodyPr/>
          <a:lstStyle>
            <a:lvl1pPr>
              <a:defRPr sz="1800">
                <a:latin typeface="+mn-ea"/>
                <a:ea typeface="+mn-ea"/>
              </a:defRPr>
            </a:lvl1pPr>
            <a:lvl2pPr marL="342900" indent="0">
              <a:buNone/>
              <a:defRPr sz="1800">
                <a:latin typeface="+mn-ea"/>
                <a:ea typeface="+mn-ea"/>
              </a:defRPr>
            </a:lvl2pPr>
            <a:lvl3pPr>
              <a:defRPr sz="1800">
                <a:latin typeface="+mn-ea"/>
                <a:ea typeface="+mn-ea"/>
              </a:defRPr>
            </a:lvl3pPr>
            <a:lvl4pPr>
              <a:defRPr sz="1800">
                <a:latin typeface="+mn-ea"/>
                <a:ea typeface="+mn-ea"/>
              </a:defRPr>
            </a:lvl4pPr>
            <a:lvl5pPr>
              <a:defRPr sz="1800">
                <a:latin typeface="+mn-ea"/>
                <a:ea typeface="+mn-ea"/>
              </a:defRPr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zh-CN" altLang="en-US"/>
              <a:t>单击此处编辑正文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630079" y="1679734"/>
            <a:ext cx="2948940" cy="2918936"/>
          </a:xfrm>
        </p:spPr>
        <p:txBody>
          <a:bodyPr/>
          <a:lstStyle>
            <a:lvl1pPr marL="257175" indent="-257175">
              <a:buFont typeface="Arial" panose="020B0604020202020204" pitchFamily="34" charset="0"/>
              <a:buChar char="•"/>
              <a:defRPr sz="1800">
                <a:latin typeface="+mn-ea"/>
                <a:ea typeface="+mn-ea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CN" altLang="en-US"/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>
              <a:sym typeface="+mn-ea"/>
            </a:endParaRP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1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eaLnBrk="1" hangingPunct="1">
              <a:defRPr/>
            </a:pPr>
            <a:endParaRPr lang="zh-CN" altLang="en-US" dirty="0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eaLnBrk="1" hangingPunct="1">
              <a:defRPr/>
            </a:pPr>
            <a:fld id="{FABC47A4-756D-490B-A52F-7D9E2C9FC05F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 panose="020B0503020204020204" pitchFamily="34" charset="-122"/>
                <a:cs typeface="+mn-cs"/>
                <a:sym typeface="Arial" panose="020B0604020202020204" pitchFamily="34" charset="0"/>
              </a:rPr>
            </a:fld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9" name="标题 8"/>
          <p:cNvSpPr>
            <a:spLocks noGrp="1"/>
          </p:cNvSpPr>
          <p:nvPr>
            <p:ph type="title" hasCustomPrompt="1"/>
          </p:nvPr>
        </p:nvSpPr>
        <p:spPr>
          <a:xfrm>
            <a:off x="502444" y="4203859"/>
            <a:ext cx="8139113" cy="418624"/>
          </a:xfrm>
        </p:spPr>
        <p:txBody>
          <a:bodyPr/>
          <a:lstStyle>
            <a:lvl1pPr>
              <a:defRPr b="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单击此处编辑正文</a:t>
            </a:r>
            <a:endParaRPr lang="zh-CN" altLang="en-US"/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502444" y="481012"/>
            <a:ext cx="8139113" cy="3417094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250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  <a:endParaRPr dirty="0">
              <a:sym typeface="+mn-ea"/>
            </a:endParaRPr>
          </a:p>
        </p:txBody>
      </p:sp>
    </p:spTree>
  </p:cSld>
  <p:clrMapOvr>
    <a:masterClrMapping/>
  </p:clrMapOvr>
</p:sldLayout>
</file>

<file path=ppt/slideLayouts/slideLayout1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eaLnBrk="1" hangingPunct="1">
              <a:defRPr/>
            </a:pPr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eaLnBrk="1" hangingPunct="1"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 panose="020B0503020204020204" pitchFamily="34" charset="-122"/>
                <a:cs typeface="+mn-cs"/>
                <a:sym typeface="Arial" panose="020B0604020202020204" pitchFamily="34" charset="0"/>
              </a:rPr>
            </a:fld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0" y="0"/>
            <a:ext cx="9147334" cy="5151120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250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  <a:endParaRPr dirty="0">
              <a:sym typeface="+mn-ea"/>
            </a:endParaRPr>
          </a:p>
        </p:txBody>
      </p:sp>
    </p:spTree>
  </p:cSld>
  <p:clrMapOvr>
    <a:masterClrMapping/>
  </p:clrMapOvr>
</p:sldLayout>
</file>

<file path=ppt/slideLayouts/slideLayout1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eaLnBrk="1" hangingPunct="1">
              <a:defRPr/>
            </a:pPr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eaLnBrk="1" hangingPunct="1"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 panose="020B0503020204020204" pitchFamily="34" charset="-122"/>
                <a:cs typeface="+mn-cs"/>
                <a:sym typeface="Arial" panose="020B0604020202020204" pitchFamily="34" charset="0"/>
              </a:rPr>
            </a:fld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350996" y="423863"/>
            <a:ext cx="4050030" cy="4295775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250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  <a:endParaRPr dirty="0">
              <a:sym typeface="+mn-ea"/>
            </a:endParaRP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4715828" y="423863"/>
            <a:ext cx="4050030" cy="4295775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250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</a:t>
            </a:r>
            <a:r>
              <a:rPr>
                <a:sym typeface="+mn-ea"/>
              </a:rPr>
              <a:t>正文</a:t>
            </a:r>
            <a:endParaRPr dirty="0">
              <a:sym typeface="+mn-ea"/>
            </a:endParaRPr>
          </a:p>
        </p:txBody>
      </p:sp>
    </p:spTree>
  </p:cSld>
  <p:clrMapOvr>
    <a:masterClrMapping/>
  </p:clrMapOvr>
</p:sldLayout>
</file>

<file path=ppt/slideLayouts/slideLayout1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eaLnBrk="1" hangingPunct="1">
              <a:defRPr/>
            </a:pPr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eaLnBrk="1" hangingPunct="1"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 panose="020B0503020204020204" pitchFamily="34" charset="-122"/>
                <a:cs typeface="+mn-cs"/>
                <a:sym typeface="Arial" panose="020B0604020202020204" pitchFamily="34" charset="0"/>
              </a:rPr>
            </a:fld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502411" y="467693"/>
            <a:ext cx="8139178" cy="674375"/>
          </a:xfrm>
        </p:spPr>
        <p:txBody>
          <a:bodyPr vert="horz" lIns="101600" tIns="38100" rIns="25400" bIns="38100" rtlCol="0" anchor="ctr" anchorCtr="0">
            <a:noAutofit/>
          </a:bodyPr>
          <a:lstStyle>
            <a:lvl1pPr marL="0" marR="0" algn="ctr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0" i="0" u="none" strike="noStrike" kern="1200" cap="none" spc="225" normalizeH="0" baseline="0" noProof="1" dirty="0">
                <a:solidFill>
                  <a:schemeClr val="tx1"/>
                </a:solidFill>
                <a:effectLst/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  <a:endParaRPr>
              <a:sym typeface="+mn-ea"/>
            </a:endParaRPr>
          </a:p>
        </p:txBody>
      </p:sp>
    </p:spTree>
  </p:cSld>
  <p:clrMapOvr>
    <a:masterClrMapping/>
  </p:clrMapOvr>
</p:sldLayout>
</file>

<file path=ppt/slideLayouts/slideLayout1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4173617" y="4947088"/>
            <a:ext cx="549354" cy="121187"/>
          </a:xfrm>
        </p:spPr>
        <p:txBody>
          <a:bodyPr wrap="square">
            <a:noAutofit/>
          </a:bodyPr>
          <a:lstStyle>
            <a:lvl1pPr algn="ctr">
              <a:defRPr sz="9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eaLnBrk="1" hangingPunct="1">
              <a:defRPr/>
            </a:pPr>
            <a:r>
              <a:rPr lang="en-US" altLang="zh-CN">
                <a:solidFill>
                  <a:prstClr val="white"/>
                </a:solidFill>
                <a:ea typeface="微软雅黑" panose="020B0503020204020204" pitchFamily="34" charset="-122"/>
                <a:sym typeface="Arial" panose="020B0604020202020204" pitchFamily="34" charset="0"/>
              </a:rPr>
              <a:t>-</a:t>
            </a:r>
            <a:fld id="{FAEDECE0-B3E3-4E93-9B91-9F10B30F5B07}" type="slidenum">
              <a:rPr lang="en-US" altLang="zh-CN" smtClean="0">
                <a:solidFill>
                  <a:prstClr val="white"/>
                </a:solidFill>
                <a:ea typeface="微软雅黑" panose="020B0503020204020204" pitchFamily="34" charset="-122"/>
                <a:sym typeface="Arial" panose="020B0604020202020204" pitchFamily="34" charset="0"/>
              </a:rPr>
            </a:fld>
            <a:r>
              <a:rPr lang="en-US" altLang="zh-CN">
                <a:solidFill>
                  <a:prstClr val="white"/>
                </a:solidFill>
                <a:ea typeface="微软雅黑" panose="020B0503020204020204" pitchFamily="34" charset="-122"/>
                <a:sym typeface="Arial" panose="020B0604020202020204" pitchFamily="34" charset="0"/>
              </a:rPr>
              <a:t>-</a:t>
            </a:r>
            <a:endParaRPr lang="zh-CN" altLang="en-US" dirty="0">
              <a:solidFill>
                <a:prstClr val="white"/>
              </a:solidFill>
              <a:ea typeface="微软雅黑" panose="020B0503020204020204" pitchFamily="34" charset="-122"/>
              <a:sym typeface="Arial" panose="020B0604020202020204" pitchFamily="34" charset="0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7440782" y="4932661"/>
            <a:ext cx="1900646" cy="150041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7145" tIns="17145" rIns="17145" bIns="17145" numCol="1" spcCol="38100" rtlCol="0" anchor="t">
            <a:spAutoFit/>
          </a:bodyPr>
          <a:lstStyle/>
          <a:p>
            <a:pPr marL="0" marR="0" lvl="0" indent="0" algn="ctr" defTabSz="30988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75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75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  <a:endParaRPr kumimoji="0" lang="zh-CN" altLang="en-US" sz="75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Arial" panose="020B0604020202020204" pitchFamily="34" charset="0"/>
              <a:sym typeface="Arial" panose="020B0604020202020204"/>
            </a:endParaRPr>
          </a:p>
        </p:txBody>
      </p:sp>
      <p:cxnSp>
        <p:nvCxnSpPr>
          <p:cNvPr id="9" name="直线连接符 3"/>
          <p:cNvCxnSpPr/>
          <p:nvPr/>
        </p:nvCxnSpPr>
        <p:spPr>
          <a:xfrm>
            <a:off x="2452523" y="686268"/>
            <a:ext cx="6423841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</p:cSld>
  <p:clrMapOvr>
    <a:masterClrMapping/>
  </p:clrMapOvr>
</p:sldLayout>
</file>

<file path=ppt/slideLayouts/slideLayout1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eaLnBrk="1" hangingPunct="1">
              <a:defRPr/>
            </a:pPr>
            <a:endParaRPr lang="zh-CN" altLang="en-US" dirty="0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eaLnBrk="1" hangingPunct="1"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 panose="020B0503020204020204" pitchFamily="34" charset="-122"/>
                <a:cs typeface="+mn-cs"/>
                <a:sym typeface="Arial" panose="020B0604020202020204" pitchFamily="34" charset="0"/>
              </a:rPr>
            </a:fld>
            <a:endParaRPr lang="zh-CN" altLang="en-US" dirty="0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  <a:sym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1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/>
          <p:cNvSpPr txBox="1"/>
          <p:nvPr userDrawn="1"/>
        </p:nvSpPr>
        <p:spPr>
          <a:xfrm>
            <a:off x="7440782" y="4932661"/>
            <a:ext cx="1900646" cy="150041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7145" tIns="17145" rIns="17145" bIns="17145" numCol="1" spcCol="38100" rtlCol="0" anchor="t">
            <a:spAutoFit/>
          </a:bodyPr>
          <a:lstStyle/>
          <a:p>
            <a:pPr marL="0" marR="0" lvl="0" indent="0" algn="ctr" defTabSz="30988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750" b="0" i="0" u="none" strike="noStrike" kern="1200" cap="none" spc="0" normalizeH="0" baseline="0" noProof="0" dirty="0">
                <a:ln>
                  <a:noFill/>
                </a:ln>
                <a:solidFill>
                  <a:srgbClr val="386DB4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750" b="0" i="0" u="none" strike="noStrike" kern="1200" cap="none" spc="0" normalizeH="0" baseline="0" noProof="0" dirty="0">
                <a:ln>
                  <a:noFill/>
                </a:ln>
                <a:solidFill>
                  <a:srgbClr val="386DB4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  <a:endParaRPr kumimoji="0" lang="zh-CN" altLang="en-US" sz="750" b="0" i="0" u="none" strike="noStrike" kern="1200" cap="none" spc="0" normalizeH="0" baseline="0" noProof="0" dirty="0">
              <a:ln>
                <a:noFill/>
              </a:ln>
              <a:solidFill>
                <a:srgbClr val="386DB4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Arial" panose="020B0604020202020204" pitchFamily="34" charset="0"/>
              <a:sym typeface="Arial" panose="020B0604020202020204"/>
            </a:endParaRPr>
          </a:p>
        </p:txBody>
      </p:sp>
      <p:sp>
        <p:nvSpPr>
          <p:cNvPr id="5" name="TextBox 5"/>
          <p:cNvSpPr txBox="1">
            <a:spLocks noChangeArrowheads="1"/>
          </p:cNvSpPr>
          <p:nvPr userDrawn="1"/>
        </p:nvSpPr>
        <p:spPr bwMode="auto">
          <a:xfrm>
            <a:off x="599474" y="4466951"/>
            <a:ext cx="2572656" cy="5078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000">
                <a:solidFill>
                  <a:srgbClr val="252D30"/>
                </a:solidFill>
                <a:latin typeface="Arial" panose="020B0604020202020204" pitchFamily="34" charset="0"/>
                <a:ea typeface="Helvetica Neue" pitchFamily="2" charset="0"/>
                <a:cs typeface="Helvetica Neue" pitchFamily="2" charset="0"/>
                <a:sym typeface="Arial" panose="020B0604020202020204" pitchFamily="34" charset="0"/>
              </a:defRPr>
            </a:lvl1pPr>
            <a:lvl2pPr marL="742950" indent="-285750">
              <a:defRPr sz="2000">
                <a:solidFill>
                  <a:srgbClr val="252D30"/>
                </a:solidFill>
                <a:latin typeface="Arial" panose="020B0604020202020204" pitchFamily="34" charset="0"/>
                <a:ea typeface="Helvetica Neue" pitchFamily="2" charset="0"/>
                <a:cs typeface="Helvetica Neue" pitchFamily="2" charset="0"/>
                <a:sym typeface="Arial" panose="020B0604020202020204" pitchFamily="34" charset="0"/>
              </a:defRPr>
            </a:lvl2pPr>
            <a:lvl3pPr marL="1143000" indent="-228600">
              <a:defRPr sz="2000">
                <a:solidFill>
                  <a:srgbClr val="252D30"/>
                </a:solidFill>
                <a:latin typeface="Arial" panose="020B0604020202020204" pitchFamily="34" charset="0"/>
                <a:ea typeface="Helvetica Neue" pitchFamily="2" charset="0"/>
                <a:cs typeface="Helvetica Neue" pitchFamily="2" charset="0"/>
                <a:sym typeface="Arial" panose="020B0604020202020204" pitchFamily="34" charset="0"/>
              </a:defRPr>
            </a:lvl3pPr>
            <a:lvl4pPr marL="1600200" indent="-228600">
              <a:defRPr sz="2000">
                <a:solidFill>
                  <a:srgbClr val="252D30"/>
                </a:solidFill>
                <a:latin typeface="Arial" panose="020B0604020202020204" pitchFamily="34" charset="0"/>
                <a:ea typeface="Helvetica Neue" pitchFamily="2" charset="0"/>
                <a:cs typeface="Helvetica Neue" pitchFamily="2" charset="0"/>
                <a:sym typeface="Arial" panose="020B0604020202020204" pitchFamily="34" charset="0"/>
              </a:defRPr>
            </a:lvl4pPr>
            <a:lvl5pPr marL="2057400" indent="-228600">
              <a:defRPr sz="2000">
                <a:solidFill>
                  <a:srgbClr val="252D30"/>
                </a:solidFill>
                <a:latin typeface="Arial" panose="020B0604020202020204" pitchFamily="34" charset="0"/>
                <a:ea typeface="Helvetica Neue" pitchFamily="2" charset="0"/>
                <a:cs typeface="Helvetica Neue" pitchFamily="2" charset="0"/>
                <a:sym typeface="Arial" panose="020B0604020202020204" pitchFamily="34" charset="0"/>
              </a:defRPr>
            </a:lvl5pPr>
            <a:lvl6pPr marL="2514600" indent="-228600" defTabSz="8255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252D30"/>
                </a:solidFill>
                <a:latin typeface="Arial" panose="020B0604020202020204" pitchFamily="34" charset="0"/>
                <a:ea typeface="Helvetica Neue" pitchFamily="2" charset="0"/>
                <a:cs typeface="Helvetica Neue" pitchFamily="2" charset="0"/>
                <a:sym typeface="Arial" panose="020B0604020202020204" pitchFamily="34" charset="0"/>
              </a:defRPr>
            </a:lvl6pPr>
            <a:lvl7pPr marL="2971800" indent="-228600" defTabSz="8255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252D30"/>
                </a:solidFill>
                <a:latin typeface="Arial" panose="020B0604020202020204" pitchFamily="34" charset="0"/>
                <a:ea typeface="Helvetica Neue" pitchFamily="2" charset="0"/>
                <a:cs typeface="Helvetica Neue" pitchFamily="2" charset="0"/>
                <a:sym typeface="Arial" panose="020B0604020202020204" pitchFamily="34" charset="0"/>
              </a:defRPr>
            </a:lvl7pPr>
            <a:lvl8pPr marL="3429000" indent="-228600" defTabSz="8255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252D30"/>
                </a:solidFill>
                <a:latin typeface="Arial" panose="020B0604020202020204" pitchFamily="34" charset="0"/>
                <a:ea typeface="Helvetica Neue" pitchFamily="2" charset="0"/>
                <a:cs typeface="Helvetica Neue" pitchFamily="2" charset="0"/>
                <a:sym typeface="Arial" panose="020B0604020202020204" pitchFamily="34" charset="0"/>
              </a:defRPr>
            </a:lvl8pPr>
            <a:lvl9pPr marL="3886200" indent="-228600" defTabSz="8255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252D30"/>
                </a:solidFill>
                <a:latin typeface="Arial" panose="020B0604020202020204" pitchFamily="34" charset="0"/>
                <a:ea typeface="Helvetica Neue" pitchFamily="2" charset="0"/>
                <a:cs typeface="Helvetica Neue" pitchFamily="2" charset="0"/>
                <a:sym typeface="Arial" panose="020B0604020202020204" pitchFamily="34" charset="0"/>
              </a:defRPr>
            </a:lvl9pPr>
          </a:lstStyle>
          <a:p>
            <a:pPr marL="0" marR="0" lvl="0" indent="0" algn="l" defTabSz="3098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r>
              <a:rPr kumimoji="0" lang="en-US" altLang="zh-CN" sz="2700" b="0" i="0" u="none" strike="noStrike" kern="1200" cap="none" spc="0" normalizeH="0" baseline="0" noProof="0" dirty="0">
                <a:ln>
                  <a:noFill/>
                </a:ln>
                <a:solidFill>
                  <a:srgbClr val="2F5A9E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sym typeface="Arial" panose="020B0604020202020204" pitchFamily="34" charset="0"/>
              </a:rPr>
              <a:t>Contents</a:t>
            </a:r>
            <a:endParaRPr kumimoji="0" lang="en-US" altLang="zh-CN" sz="2700" b="0" i="0" u="none" strike="noStrike" kern="1200" cap="none" spc="0" normalizeH="0" baseline="0" noProof="0" dirty="0">
              <a:ln>
                <a:noFill/>
              </a:ln>
              <a:solidFill>
                <a:srgbClr val="2F5A9E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sym typeface="Arial" panose="020B0604020202020204" pitchFamily="34" charset="0"/>
            </a:endParaRPr>
          </a:p>
        </p:txBody>
      </p:sp>
      <p:pic>
        <p:nvPicPr>
          <p:cNvPr id="6" name="图片 1" descr="2"/>
          <p:cNvPicPr>
            <a:picLocks noChangeAspect="1" noChangeArrowheads="1"/>
          </p:cNvPicPr>
          <p:nvPr userDrawn="1"/>
        </p:nvPicPr>
        <p:blipFill>
          <a:blip r:embed="rId3"/>
          <a:srcRect/>
          <a:stretch>
            <a:fillRect/>
          </a:stretch>
        </p:blipFill>
        <p:spPr bwMode="auto">
          <a:xfrm>
            <a:off x="599474" y="427857"/>
            <a:ext cx="1605163" cy="32028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Layout>
</file>

<file path=ppt/slideLayouts/slideLayout1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2417" y="613756"/>
            <a:ext cx="2107043" cy="492876"/>
          </a:xfrm>
          <a:prstGeom prst="rect">
            <a:avLst/>
          </a:prstGeom>
        </p:spPr>
      </p:pic>
      <p:sp>
        <p:nvSpPr>
          <p:cNvPr id="7" name="文本框 6"/>
          <p:cNvSpPr txBox="1"/>
          <p:nvPr userDrawn="1"/>
        </p:nvSpPr>
        <p:spPr>
          <a:xfrm>
            <a:off x="7440782" y="4932661"/>
            <a:ext cx="1900646" cy="150041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7145" tIns="17145" rIns="17145" bIns="17145" numCol="1" spcCol="38100" rtlCol="0" anchor="t">
            <a:spAutoFit/>
          </a:bodyPr>
          <a:lstStyle/>
          <a:p>
            <a:pPr marL="0" marR="0" lvl="0" indent="0" algn="ctr" defTabSz="30988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750" b="0" i="0" u="none" strike="noStrike" kern="1200" cap="none" spc="0" normalizeH="0" baseline="0" noProof="0" dirty="0">
                <a:ln>
                  <a:noFill/>
                </a:ln>
                <a:solidFill>
                  <a:srgbClr val="386DB4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750" b="0" i="0" u="none" strike="noStrike" kern="1200" cap="none" spc="0" normalizeH="0" baseline="0" noProof="0" dirty="0">
                <a:ln>
                  <a:noFill/>
                </a:ln>
                <a:solidFill>
                  <a:srgbClr val="386DB4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  <a:endParaRPr kumimoji="0" lang="zh-CN" altLang="en-US" sz="750" b="0" i="0" u="none" strike="noStrike" kern="1200" cap="none" spc="0" normalizeH="0" baseline="0" noProof="0" dirty="0">
              <a:ln>
                <a:noFill/>
              </a:ln>
              <a:solidFill>
                <a:srgbClr val="386DB4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Arial" panose="020B0604020202020204" pitchFamily="34" charset="0"/>
              <a:sym typeface="Arial" panose="020B0604020202020204"/>
            </a:endParaRPr>
          </a:p>
        </p:txBody>
      </p:sp>
      <p:pic>
        <p:nvPicPr>
          <p:cNvPr id="9" name="图片 8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 rot="19806617">
            <a:off x="5384758" y="-1947971"/>
            <a:ext cx="7591962" cy="7171645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2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2417" y="613756"/>
            <a:ext cx="2107043" cy="492876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7440782" y="4932661"/>
            <a:ext cx="1900646" cy="150041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7145" tIns="17145" rIns="17145" bIns="17145" numCol="1" spcCol="38100" rtlCol="0" anchor="t">
            <a:spAutoFit/>
          </a:bodyPr>
          <a:lstStyle/>
          <a:p>
            <a:pPr marL="0" marR="0" lvl="0" indent="0" algn="ctr" defTabSz="30988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750" b="0" i="0" u="none" strike="noStrike" kern="1200" cap="none" spc="0" normalizeH="0" baseline="0" noProof="0" dirty="0">
                <a:ln>
                  <a:noFill/>
                </a:ln>
                <a:solidFill>
                  <a:srgbClr val="386DB4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750" b="0" i="0" u="none" strike="noStrike" kern="1200" cap="none" spc="0" normalizeH="0" baseline="0" noProof="0" dirty="0">
                <a:ln>
                  <a:noFill/>
                </a:ln>
                <a:solidFill>
                  <a:srgbClr val="386DB4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  <a:endParaRPr kumimoji="0" lang="zh-CN" altLang="en-US" sz="750" b="0" i="0" u="none" strike="noStrike" kern="1200" cap="none" spc="0" normalizeH="0" baseline="0" noProof="0" dirty="0">
              <a:ln>
                <a:noFill/>
              </a:ln>
              <a:solidFill>
                <a:srgbClr val="386DB4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Arial" panose="020B0604020202020204" pitchFamily="34" charset="0"/>
              <a:sym typeface="Arial" panose="020B0604020202020204"/>
            </a:endParaRPr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 rot="19806617">
            <a:off x="5384758" y="-1947971"/>
            <a:ext cx="7591962" cy="7171645"/>
          </a:xfrm>
          <a:prstGeom prst="rect">
            <a:avLst/>
          </a:prstGeom>
        </p:spPr>
      </p:pic>
    </p:spTree>
  </p:cSld>
  <p:clrMapOvr>
    <a:masterClrMapping/>
  </p:clrMapOvr>
  <p:transition spd="med"/>
</p:sldLayout>
</file>

<file path=ppt/slideLayouts/slideLayout13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502411" y="1731661"/>
            <a:ext cx="8139178" cy="674375"/>
          </a:xfrm>
        </p:spPr>
        <p:txBody>
          <a:bodyPr lIns="101600" tIns="38100" rIns="25400" bIns="38100" anchor="t" anchorCtr="0">
            <a:noAutofit/>
          </a:bodyPr>
          <a:lstStyle>
            <a:lvl1pPr algn="ctr">
              <a:defRPr sz="4050" b="0" spc="225">
                <a:effectLst/>
                <a:latin typeface="华文楷体" panose="02010600040101010101" pitchFamily="2" charset="-122"/>
                <a:ea typeface="华文楷体" panose="02010600040101010101" pitchFamily="2" charset="-122"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502444" y="2674144"/>
            <a:ext cx="8139113" cy="601028"/>
          </a:xfrm>
        </p:spPr>
        <p:txBody>
          <a:bodyPr lIns="101600"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1800" u="none" strike="noStrike" kern="1200" cap="none" spc="75" normalizeH="0" baseline="0">
                <a:solidFill>
                  <a:schemeClr val="tx1"/>
                </a:solidFill>
                <a:uFillTx/>
                <a:latin typeface="华文楷体" panose="02010600040101010101" pitchFamily="2" charset="-122"/>
                <a:ea typeface="华文楷体" panose="02010600040101010101" pitchFamily="2" charset="-122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zh-CN" altLang="en-US" dirty="0"/>
              <a:t>单击此处编辑副标题</a:t>
            </a:r>
            <a:endParaRPr lang="zh-CN" altLang="en-US" dirty="0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eaLnBrk="1" hangingPunct="1"/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eaLnBrk="1" hangingPunct="1"/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cs typeface="+mn-cs"/>
              </a:rPr>
            </a:fld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</p:spTree>
  </p:cSld>
  <p:clrMapOvr>
    <a:masterClrMapping/>
  </p:clrMapOvr>
</p:sldLayout>
</file>

<file path=ppt/slideLayouts/slideLayout1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  <a:ea typeface="华文楷体" panose="02010600040101010101" pitchFamily="2" charset="-122"/>
              </a:defRPr>
            </a:lvl1pPr>
          </a:lstStyle>
          <a:p>
            <a:r>
              <a:rPr kumimoji="1" lang="zh-CN" altLang="en-US" dirty="0"/>
              <a:t>单击此处编辑母版标题样式</a:t>
            </a:r>
            <a:endParaRPr kumimoji="1"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hangingPunct="1"/>
            <a:endParaRPr lang="zh-CN" altLang="en-US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eaLnBrk="1" hangingPunct="1"/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eaLnBrk="1" hangingPunct="1"/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cs typeface="+mn-cs"/>
              </a:rPr>
            </a:fld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</p:spTree>
  </p:cSld>
  <p:clrMapOvr>
    <a:masterClrMapping/>
  </p:clrMapOvr>
</p:sldLayout>
</file>

<file path=ppt/slideLayouts/slideLayout13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502411" y="435919"/>
            <a:ext cx="8139178" cy="48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1" i="0" u="none" strike="noStrike" kern="1200" cap="none" spc="75" normalizeH="0" baseline="0" noProof="1" dirty="0">
                <a:solidFill>
                  <a:schemeClr val="tx1"/>
                </a:solidFill>
                <a:uFillTx/>
                <a:latin typeface="华文楷体" panose="02010600040101010101" pitchFamily="2" charset="-122"/>
                <a:ea typeface="华文楷体" panose="02010600040101010101" pitchFamily="2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  <a:endParaRPr dirty="0">
              <a:sym typeface="+mn-ea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eaLnBrk="1" hangingPunct="1"/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eaLnBrk="1" hangingPunct="1"/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cs typeface="+mn-cs"/>
              </a:rPr>
            </a:fld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502444" y="1131094"/>
            <a:ext cx="8139113" cy="3561874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zh-CN" altLang="en-US" dirty="0"/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3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eaLnBrk="1" hangingPunct="1"/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eaLnBrk="1" hangingPunct="1"/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cs typeface="+mn-cs"/>
              </a:rPr>
            </a:fld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630079" y="545783"/>
            <a:ext cx="2948940" cy="836295"/>
          </a:xfrm>
        </p:spPr>
        <p:txBody>
          <a:bodyPr anchor="ctr" anchorCtr="0"/>
          <a:lstStyle>
            <a:lvl1pPr>
              <a:defRPr sz="2400">
                <a:latin typeface="华文楷体" panose="02010600040101010101" pitchFamily="2" charset="-122"/>
                <a:ea typeface="华文楷体" panose="02010600040101010101" pitchFamily="2" charset="-122"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3853815" y="545783"/>
            <a:ext cx="4629150" cy="4052411"/>
          </a:xfrm>
        </p:spPr>
        <p:txBody>
          <a:bodyPr/>
          <a:lstStyle>
            <a:lvl1pPr>
              <a:defRPr sz="1800">
                <a:latin typeface="华文楷体" panose="02010600040101010101" pitchFamily="2" charset="-122"/>
                <a:ea typeface="华文楷体" panose="02010600040101010101" pitchFamily="2" charset="-122"/>
              </a:defRPr>
            </a:lvl1pPr>
            <a:lvl2pPr marL="342900" indent="0">
              <a:buNone/>
              <a:defRPr sz="1800">
                <a:latin typeface="+mn-ea"/>
                <a:ea typeface="+mn-ea"/>
              </a:defRPr>
            </a:lvl2pPr>
            <a:lvl3pPr>
              <a:defRPr sz="1800">
                <a:latin typeface="+mn-ea"/>
                <a:ea typeface="+mn-ea"/>
              </a:defRPr>
            </a:lvl3pPr>
            <a:lvl4pPr>
              <a:defRPr sz="1800">
                <a:latin typeface="+mn-ea"/>
                <a:ea typeface="+mn-ea"/>
              </a:defRPr>
            </a:lvl4pPr>
            <a:lvl5pPr>
              <a:defRPr sz="1800">
                <a:latin typeface="+mn-ea"/>
                <a:ea typeface="+mn-ea"/>
              </a:defRPr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zh-CN" altLang="en-US" dirty="0"/>
              <a:t>单击此处编辑正文</a:t>
            </a:r>
            <a:endParaRPr lang="zh-CN" altLang="en-US" dirty="0"/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630079" y="1679734"/>
            <a:ext cx="2948940" cy="2918936"/>
          </a:xfrm>
        </p:spPr>
        <p:txBody>
          <a:bodyPr/>
          <a:lstStyle>
            <a:lvl1pPr marL="257175" indent="-257175">
              <a:buFont typeface="Arial" panose="020B0604020202020204" pitchFamily="34" charset="0"/>
              <a:buChar char="•"/>
              <a:defRPr sz="1800">
                <a:latin typeface="华文楷体" panose="02010600040101010101" pitchFamily="2" charset="-122"/>
                <a:ea typeface="华文楷体" panose="02010600040101010101" pitchFamily="2" charset="-122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CN" altLang="en-US" dirty="0"/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>
              <a:sym typeface="+mn-ea"/>
            </a:endParaRP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eaLnBrk="1" hangingPunct="1"/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eaLnBrk="1" hangingPunct="1"/>
            <a:fld id="{FABC47A4-756D-490B-A52F-7D9E2C9FC05F}" type="slidenum">
              <a:rPr lang="zh-CN" altLang="en-US" smtClean="0">
                <a:solidFill>
                  <a:prstClr val="black">
                    <a:tint val="75000"/>
                  </a:prstClr>
                </a:solidFill>
                <a:cs typeface="+mn-cs"/>
              </a:rPr>
            </a:fld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9" name="标题 8"/>
          <p:cNvSpPr>
            <a:spLocks noGrp="1"/>
          </p:cNvSpPr>
          <p:nvPr>
            <p:ph type="title" hasCustomPrompt="1"/>
          </p:nvPr>
        </p:nvSpPr>
        <p:spPr>
          <a:xfrm>
            <a:off x="502444" y="4203859"/>
            <a:ext cx="8139113" cy="418624"/>
          </a:xfrm>
        </p:spPr>
        <p:txBody>
          <a:bodyPr/>
          <a:lstStyle>
            <a:lvl1pPr>
              <a:defRPr b="0">
                <a:latin typeface="华文楷体" panose="02010600040101010101" pitchFamily="2" charset="-122"/>
                <a:ea typeface="华文楷体" panose="02010600040101010101" pitchFamily="2" charset="-122"/>
              </a:defRPr>
            </a:lvl1pPr>
          </a:lstStyle>
          <a:p>
            <a:r>
              <a:rPr lang="zh-CN" altLang="en-US" dirty="0"/>
              <a:t>单击此处编辑正文</a:t>
            </a:r>
            <a:endParaRPr lang="zh-CN" altLang="en-US" dirty="0"/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502444" y="481012"/>
            <a:ext cx="8139113" cy="3417094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华文楷体" panose="02010600040101010101" pitchFamily="2" charset="-122"/>
                <a:ea typeface="华文楷体" panose="02010600040101010101" pitchFamily="2" charset="-122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250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  <a:endParaRPr dirty="0">
              <a:sym typeface="+mn-ea"/>
            </a:endParaRPr>
          </a:p>
        </p:txBody>
      </p:sp>
    </p:spTree>
  </p:cSld>
  <p:clrMapOvr>
    <a:masterClrMapping/>
  </p:clrMapOvr>
</p:sldLayout>
</file>

<file path=ppt/slideLayouts/slideLayout13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eaLnBrk="1" hangingPunct="1"/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eaLnBrk="1" hangingPunct="1"/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cs typeface="+mn-cs"/>
              </a:rPr>
            </a:fld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0" y="0"/>
            <a:ext cx="9147334" cy="5151120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华文楷体" panose="02010600040101010101" pitchFamily="2" charset="-122"/>
                <a:ea typeface="华文楷体" panose="02010600040101010101" pitchFamily="2" charset="-122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250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  <a:endParaRPr dirty="0">
              <a:sym typeface="+mn-ea"/>
            </a:endParaRPr>
          </a:p>
        </p:txBody>
      </p:sp>
    </p:spTree>
  </p:cSld>
  <p:clrMapOvr>
    <a:masterClrMapping/>
  </p:clrMapOvr>
</p:sldLayout>
</file>

<file path=ppt/slideLayouts/slideLayout1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eaLnBrk="1" hangingPunct="1"/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eaLnBrk="1" hangingPunct="1"/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cs typeface="+mn-cs"/>
              </a:rPr>
            </a:fld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350996" y="423863"/>
            <a:ext cx="4050030" cy="4295775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华文楷体" panose="02010600040101010101" pitchFamily="2" charset="-122"/>
                <a:ea typeface="华文楷体" panose="02010600040101010101" pitchFamily="2" charset="-122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250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  <a:endParaRPr dirty="0">
              <a:sym typeface="+mn-ea"/>
            </a:endParaRP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4715828" y="423863"/>
            <a:ext cx="4050030" cy="4295775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华文楷体" panose="02010600040101010101" pitchFamily="2" charset="-122"/>
                <a:ea typeface="华文楷体" panose="02010600040101010101" pitchFamily="2" charset="-122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250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  <a:endParaRPr dirty="0">
              <a:sym typeface="+mn-ea"/>
            </a:endParaRPr>
          </a:p>
        </p:txBody>
      </p:sp>
    </p:spTree>
  </p:cSld>
  <p:clrMapOvr>
    <a:masterClrMapping/>
  </p:clrMapOvr>
</p:sldLayout>
</file>

<file path=ppt/slideLayouts/slideLayout1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eaLnBrk="1" hangingPunct="1"/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eaLnBrk="1" hangingPunct="1"/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cs typeface="+mn-cs"/>
              </a:rPr>
            </a:fld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502411" y="467693"/>
            <a:ext cx="8139178" cy="674375"/>
          </a:xfrm>
        </p:spPr>
        <p:txBody>
          <a:bodyPr vert="horz" lIns="101600" tIns="38100" rIns="25400" bIns="38100" rtlCol="0" anchor="ctr" anchorCtr="0">
            <a:noAutofit/>
          </a:bodyPr>
          <a:lstStyle>
            <a:lvl1pPr marL="0" marR="0" algn="ctr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0" i="0" u="none" strike="noStrike" kern="1200" cap="none" spc="225" normalizeH="0" baseline="0" noProof="1" dirty="0">
                <a:solidFill>
                  <a:schemeClr val="tx1"/>
                </a:solidFill>
                <a:effectLst/>
                <a:uFillTx/>
                <a:latin typeface="华文楷体" panose="02010600040101010101" pitchFamily="2" charset="-122"/>
                <a:ea typeface="华文楷体" panose="02010600040101010101" pitchFamily="2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  <a:endParaRPr dirty="0">
              <a:sym typeface="+mn-ea"/>
            </a:endParaRPr>
          </a:p>
        </p:txBody>
      </p:sp>
    </p:spTree>
  </p:cSld>
  <p:clrMapOvr>
    <a:masterClrMapping/>
  </p:clrMapOvr>
</p:sldLayout>
</file>

<file path=ppt/slideLayouts/slideLayout1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4173617" y="4947088"/>
            <a:ext cx="549354" cy="121187"/>
          </a:xfrm>
        </p:spPr>
        <p:txBody>
          <a:bodyPr wrap="square">
            <a:noAutofit/>
          </a:bodyPr>
          <a:lstStyle>
            <a:lvl1pPr algn="ctr">
              <a:defRPr sz="9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eaLnBrk="1" hangingPunct="1">
              <a:defRPr/>
            </a:pPr>
            <a:r>
              <a:rPr lang="en-US" altLang="zh-CN">
                <a:solidFill>
                  <a:prstClr val="white"/>
                </a:solidFill>
              </a:rPr>
              <a:t>-</a:t>
            </a:r>
            <a:fld id="{FAEDECE0-B3E3-4E93-9B91-9F10B30F5B07}" type="slidenum">
              <a:rPr lang="en-US" altLang="zh-CN" smtClean="0">
                <a:solidFill>
                  <a:prstClr val="white"/>
                </a:solidFill>
              </a:rPr>
            </a:fld>
            <a:r>
              <a:rPr lang="en-US" altLang="zh-CN">
                <a:solidFill>
                  <a:prstClr val="white"/>
                </a:solidFill>
              </a:rPr>
              <a:t>-</a:t>
            </a:r>
            <a:endParaRPr lang="zh-CN" altLang="en-US" dirty="0">
              <a:solidFill>
                <a:prstClr val="white"/>
              </a:solidFill>
            </a:endParaRPr>
          </a:p>
        </p:txBody>
      </p:sp>
      <p:sp>
        <p:nvSpPr>
          <p:cNvPr id="7" name="文本框 6"/>
          <p:cNvSpPr txBox="1"/>
          <p:nvPr userDrawn="1"/>
        </p:nvSpPr>
        <p:spPr>
          <a:xfrm>
            <a:off x="7440782" y="4932661"/>
            <a:ext cx="1900646" cy="150041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7145" tIns="17145" rIns="17145" bIns="17145" numCol="1" spcCol="38100" rtlCol="0" anchor="t">
            <a:spAutoFit/>
          </a:bodyPr>
          <a:lstStyle/>
          <a:p>
            <a:pPr marL="0" marR="0" lvl="0" indent="0" algn="ctr" defTabSz="30988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75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华文楷体" panose="02010600040101010101" pitchFamily="2" charset="-122"/>
                <a:ea typeface="华文楷体" panose="02010600040101010101" pitchFamily="2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75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华文楷体" panose="02010600040101010101" pitchFamily="2" charset="-122"/>
                <a:ea typeface="华文楷体" panose="02010600040101010101" pitchFamily="2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  <a:endParaRPr kumimoji="0" lang="zh-CN" altLang="en-US" sz="75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华文楷体" panose="02010600040101010101" pitchFamily="2" charset="-122"/>
              <a:ea typeface="华文楷体" panose="02010600040101010101" pitchFamily="2" charset="-122"/>
              <a:cs typeface="Arial" panose="020B0604020202020204" pitchFamily="34" charset="0"/>
              <a:sym typeface="Arial" panose="020B0604020202020204"/>
            </a:endParaRPr>
          </a:p>
        </p:txBody>
      </p:sp>
      <p:cxnSp>
        <p:nvCxnSpPr>
          <p:cNvPr id="9" name="直线连接符 3"/>
          <p:cNvCxnSpPr/>
          <p:nvPr userDrawn="1"/>
        </p:nvCxnSpPr>
        <p:spPr>
          <a:xfrm>
            <a:off x="2452523" y="686268"/>
            <a:ext cx="6423841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</p:cSld>
  <p:clrMapOvr>
    <a:masterClrMapping/>
  </p:clrMapOvr>
</p:sldLayout>
</file>

<file path=ppt/slideLayouts/slideLayout1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eaLnBrk="1" hangingPunct="1"/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eaLnBrk="1" hangingPunct="1"/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cs typeface="+mn-cs"/>
              </a:rPr>
            </a:fld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</p:spTree>
  </p:cSld>
  <p:clrMapOvr>
    <a:masterClrMapping/>
  </p:clrMapOvr>
</p:sldLayout>
</file>

<file path=ppt/slideLayouts/slideLayout14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 with photo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Линия"/>
          <p:cNvSpPr/>
          <p:nvPr userDrawn="1"/>
        </p:nvSpPr>
        <p:spPr>
          <a:xfrm flipV="1">
            <a:off x="2620090" y="491252"/>
            <a:ext cx="6523911" cy="0"/>
          </a:xfrm>
          <a:prstGeom prst="line">
            <a:avLst/>
          </a:prstGeom>
          <a:ln w="57150" cap="flat" cmpd="sng">
            <a:solidFill>
              <a:srgbClr val="2F5A9E"/>
            </a:solidFill>
            <a:prstDash val="solid"/>
            <a:miter/>
            <a:headEnd type="none" w="med" len="med"/>
            <a:tailEnd type="none" w="med" len="med"/>
          </a:ln>
        </p:spPr>
      </p:sp>
      <p:sp>
        <p:nvSpPr>
          <p:cNvPr id="6" name="矩形 5"/>
          <p:cNvSpPr/>
          <p:nvPr userDrawn="1"/>
        </p:nvSpPr>
        <p:spPr>
          <a:xfrm>
            <a:off x="0" y="4855765"/>
            <a:ext cx="9144000" cy="213521"/>
          </a:xfrm>
          <a:prstGeom prst="rect">
            <a:avLst/>
          </a:prstGeom>
          <a:solidFill>
            <a:srgbClr val="2F5A9E"/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14288" tIns="14288" rIns="14288" bIns="14288" numCol="1" spcCol="38100" rtlCol="0" anchor="ctr" forceAA="0">
            <a:spAutoFit/>
          </a:bodyPr>
          <a:lstStyle/>
          <a:p>
            <a:pPr marL="0" marR="0" lvl="0" indent="0" algn="ctr" defTabSz="30988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1" i="0" u="none" strike="noStrike" kern="1200" cap="none" spc="0" normalizeH="0" baseline="0" noProof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Helvetica Light"/>
              <a:ea typeface="Helvetica Light"/>
              <a:cs typeface="Helvetica Light"/>
              <a:sym typeface="Helvetica Light"/>
            </a:endParaRPr>
          </a:p>
        </p:txBody>
      </p:sp>
      <p:sp>
        <p:nvSpPr>
          <p:cNvPr id="11" name="矩形 10"/>
          <p:cNvSpPr/>
          <p:nvPr userDrawn="1"/>
        </p:nvSpPr>
        <p:spPr>
          <a:xfrm>
            <a:off x="8520709" y="4855765"/>
            <a:ext cx="623292" cy="213521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14288" tIns="14288" rIns="14288" bIns="14288" numCol="1" spcCol="38100" rtlCol="0" anchor="ctr" forceAA="0">
            <a:spAutoFit/>
          </a:bodyPr>
          <a:lstStyle/>
          <a:p>
            <a:pPr marL="0" marR="0" lvl="0" indent="0" algn="ctr" defTabSz="30988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1" i="0" u="none" strike="noStrike" kern="1200" cap="none" spc="0" normalizeH="0" baseline="0" noProof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Helvetica Light"/>
              <a:ea typeface="Helvetica Light"/>
              <a:cs typeface="Helvetica Light"/>
              <a:sym typeface="Helvetica Light"/>
            </a:endParaRPr>
          </a:p>
        </p:txBody>
      </p:sp>
      <p:pic>
        <p:nvPicPr>
          <p:cNvPr id="5" name="图片 4" descr="12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87192" y="228124"/>
            <a:ext cx="1986677" cy="394811"/>
          </a:xfrm>
          <a:prstGeom prst="rect">
            <a:avLst/>
          </a:prstGeom>
        </p:spPr>
      </p:pic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hangingPunct="1"/>
            <a:endParaRPr lang="zh-CN" altLang="en-US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eaLnBrk="1" hangingPunct="1"/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eaLnBrk="1" hangingPunct="1"/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cs typeface="+mn-cs"/>
              </a:rPr>
            </a:fld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</p:spTree>
  </p:cSld>
  <p:clrMapOvr>
    <a:masterClrMapping/>
  </p:clrMapOvr>
  <p:transition spd="med"/>
</p:sldLayout>
</file>

<file path=ppt/slideLayouts/slideLayout14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502412" y="1731661"/>
            <a:ext cx="8139178" cy="674375"/>
          </a:xfrm>
        </p:spPr>
        <p:txBody>
          <a:bodyPr lIns="101600" tIns="38100" rIns="25400" bIns="38100" anchor="t" anchorCtr="0">
            <a:noAutofit/>
          </a:bodyPr>
          <a:lstStyle>
            <a:lvl1pPr algn="ctr">
              <a:defRPr sz="4050" b="0" spc="225">
                <a:effectLst/>
                <a:latin typeface="+mn-ea"/>
                <a:ea typeface="+mn-ea"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502444" y="2674144"/>
            <a:ext cx="8139113" cy="601028"/>
          </a:xfrm>
        </p:spPr>
        <p:txBody>
          <a:bodyPr lIns="101600"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1800" u="none" strike="noStrike" kern="1200" cap="none" spc="75" normalizeH="0" baseline="0">
                <a:solidFill>
                  <a:schemeClr val="tx1"/>
                </a:solidFill>
                <a:uFillTx/>
                <a:latin typeface="+mn-ea"/>
                <a:ea typeface="+mn-ea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zh-CN" altLang="en-US" dirty="0"/>
              <a:t>单击此处编辑副标题</a:t>
            </a:r>
            <a:endParaRPr lang="zh-CN" altLang="en-US" dirty="0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 dirty="0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 panose="020B0503020204020204" pitchFamily="34" charset="-122"/>
                <a:cs typeface="+mn-cs"/>
              </a:rPr>
            </a:fld>
            <a:endParaRPr lang="zh-CN" altLang="en-US" dirty="0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</p:spTree>
  </p:cSld>
  <p:clrMapOvr>
    <a:masterClrMapping/>
  </p:clrMapOvr>
</p:sldLayout>
</file>

<file path=ppt/slideLayouts/slideLayout1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 panose="020B0503020204020204" pitchFamily="34" charset="-122"/>
                <a:cs typeface="+mn-cs"/>
              </a:rPr>
            </a:fld>
            <a:endParaRPr lang="zh-CN" altLang="en-US" dirty="0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</p:spTree>
  </p:cSld>
  <p:clrMapOvr>
    <a:masterClrMapping/>
  </p:clrMapOvr>
</p:sldLayout>
</file>

<file path=ppt/slideLayouts/slideLayout14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502412" y="435919"/>
            <a:ext cx="8139178" cy="48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1" i="0" u="none" strike="noStrike" kern="1200" cap="none" spc="75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  <a:endParaRPr dirty="0">
              <a:sym typeface="+mn-ea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 panose="020B0503020204020204" pitchFamily="34" charset="-122"/>
                <a:cs typeface="+mn-cs"/>
              </a:rPr>
            </a:fld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502444" y="1131094"/>
            <a:ext cx="8139113" cy="3561874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zh-CN" altLang="en-US" dirty="0"/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4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 panose="020B0503020204020204" pitchFamily="34" charset="-122"/>
                <a:cs typeface="+mn-cs"/>
              </a:rPr>
            </a:fld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630079" y="545783"/>
            <a:ext cx="2948940" cy="836295"/>
          </a:xfrm>
        </p:spPr>
        <p:txBody>
          <a:bodyPr anchor="ctr" anchorCtr="0"/>
          <a:lstStyle>
            <a:lvl1pPr>
              <a:defRPr sz="240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3853815" y="545783"/>
            <a:ext cx="4629150" cy="4052411"/>
          </a:xfrm>
        </p:spPr>
        <p:txBody>
          <a:bodyPr/>
          <a:lstStyle>
            <a:lvl1pPr>
              <a:defRPr sz="1800">
                <a:latin typeface="+mn-ea"/>
                <a:ea typeface="+mn-ea"/>
              </a:defRPr>
            </a:lvl1pPr>
            <a:lvl2pPr marL="342900" indent="0">
              <a:buNone/>
              <a:defRPr sz="1800">
                <a:latin typeface="+mn-ea"/>
                <a:ea typeface="+mn-ea"/>
              </a:defRPr>
            </a:lvl2pPr>
            <a:lvl3pPr>
              <a:defRPr sz="1800">
                <a:latin typeface="+mn-ea"/>
                <a:ea typeface="+mn-ea"/>
              </a:defRPr>
            </a:lvl3pPr>
            <a:lvl4pPr>
              <a:defRPr sz="1800">
                <a:latin typeface="+mn-ea"/>
                <a:ea typeface="+mn-ea"/>
              </a:defRPr>
            </a:lvl4pPr>
            <a:lvl5pPr>
              <a:defRPr sz="1800">
                <a:latin typeface="+mn-ea"/>
                <a:ea typeface="+mn-ea"/>
              </a:defRPr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zh-CN" altLang="en-US"/>
              <a:t>单击此处编辑正文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630079" y="1679734"/>
            <a:ext cx="2948940" cy="2918936"/>
          </a:xfrm>
        </p:spPr>
        <p:txBody>
          <a:bodyPr/>
          <a:lstStyle>
            <a:lvl1pPr marL="257175" indent="-257175">
              <a:buFont typeface="Arial" panose="020B0604020202020204" pitchFamily="34" charset="0"/>
              <a:buChar char="•"/>
              <a:defRPr sz="1800">
                <a:latin typeface="+mn-ea"/>
                <a:ea typeface="+mn-ea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CN" altLang="en-US"/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>
              <a:sym typeface="+mn-ea"/>
            </a:endParaRP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1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 dirty="0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FABC47A4-756D-490B-A52F-7D9E2C9FC05F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 panose="020B0503020204020204" pitchFamily="34" charset="-122"/>
                <a:cs typeface="+mn-cs"/>
              </a:rPr>
            </a:fld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9" name="标题 8"/>
          <p:cNvSpPr>
            <a:spLocks noGrp="1"/>
          </p:cNvSpPr>
          <p:nvPr>
            <p:ph type="title" hasCustomPrompt="1"/>
          </p:nvPr>
        </p:nvSpPr>
        <p:spPr>
          <a:xfrm>
            <a:off x="502444" y="4203859"/>
            <a:ext cx="8139113" cy="418624"/>
          </a:xfrm>
        </p:spPr>
        <p:txBody>
          <a:bodyPr/>
          <a:lstStyle>
            <a:lvl1pPr>
              <a:defRPr b="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单击此处编辑正文</a:t>
            </a:r>
            <a:endParaRPr lang="zh-CN" altLang="en-US"/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502444" y="481013"/>
            <a:ext cx="8139113" cy="3417094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250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  <a:endParaRPr dirty="0">
              <a:sym typeface="+mn-ea"/>
            </a:endParaRPr>
          </a:p>
        </p:txBody>
      </p:sp>
    </p:spTree>
  </p:cSld>
  <p:clrMapOvr>
    <a:masterClrMapping/>
  </p:clrMapOvr>
</p:sldLayout>
</file>

<file path=ppt/slideLayouts/slideLayout14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 panose="020B0503020204020204" pitchFamily="34" charset="-122"/>
                <a:cs typeface="+mn-cs"/>
              </a:rPr>
            </a:fld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0" y="0"/>
            <a:ext cx="9147334" cy="5151120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250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  <a:endParaRPr dirty="0">
              <a:sym typeface="+mn-ea"/>
            </a:endParaRPr>
          </a:p>
        </p:txBody>
      </p:sp>
    </p:spTree>
  </p:cSld>
  <p:clrMapOvr>
    <a:masterClrMapping/>
  </p:clrMapOvr>
</p:sldLayout>
</file>

<file path=ppt/slideLayouts/slideLayout1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 panose="020B0503020204020204" pitchFamily="34" charset="-122"/>
                <a:cs typeface="+mn-cs"/>
              </a:rPr>
            </a:fld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350996" y="423863"/>
            <a:ext cx="4050030" cy="4295775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250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  <a:endParaRPr dirty="0">
              <a:sym typeface="+mn-ea"/>
            </a:endParaRP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4715828" y="423863"/>
            <a:ext cx="4050030" cy="4295775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250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</a:t>
            </a:r>
            <a:r>
              <a:rPr>
                <a:sym typeface="+mn-ea"/>
              </a:rPr>
              <a:t>正文</a:t>
            </a:r>
            <a:endParaRPr dirty="0">
              <a:sym typeface="+mn-ea"/>
            </a:endParaRPr>
          </a:p>
        </p:txBody>
      </p:sp>
    </p:spTree>
  </p:cSld>
  <p:clrMapOvr>
    <a:masterClrMapping/>
  </p:clrMapOvr>
</p:sldLayout>
</file>

<file path=ppt/slideLayouts/slideLayout1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 panose="020B0503020204020204" pitchFamily="34" charset="-122"/>
                <a:cs typeface="+mn-cs"/>
              </a:rPr>
            </a:fld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502412" y="467694"/>
            <a:ext cx="8139178" cy="674375"/>
          </a:xfrm>
        </p:spPr>
        <p:txBody>
          <a:bodyPr vert="horz" lIns="101600" tIns="38100" rIns="25400" bIns="38100" rtlCol="0" anchor="ctr" anchorCtr="0">
            <a:noAutofit/>
          </a:bodyPr>
          <a:lstStyle>
            <a:lvl1pPr marL="0" marR="0" algn="ctr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0" i="0" u="none" strike="noStrike" kern="1200" cap="none" spc="225" normalizeH="0" baseline="0" noProof="1" dirty="0">
                <a:solidFill>
                  <a:schemeClr val="tx1"/>
                </a:solidFill>
                <a:effectLst/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  <a:endParaRPr>
              <a:sym typeface="+mn-ea"/>
            </a:endParaRPr>
          </a:p>
        </p:txBody>
      </p:sp>
    </p:spTree>
  </p:cSld>
  <p:clrMapOvr>
    <a:masterClrMapping/>
  </p:clrMapOvr>
</p:sldLayout>
</file>

<file path=ppt/slideLayouts/slideLayout1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4173618" y="4947088"/>
            <a:ext cx="549355" cy="121187"/>
          </a:xfrm>
        </p:spPr>
        <p:txBody>
          <a:bodyPr wrap="square">
            <a:noAutofit/>
          </a:bodyPr>
          <a:lstStyle>
            <a:lvl1pPr algn="ctr">
              <a:defRPr sz="9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altLang="zh-CN">
                <a:solidFill>
                  <a:prstClr val="white"/>
                </a:solidFill>
                <a:ea typeface="微软雅黑" panose="020B0503020204020204" pitchFamily="34" charset="-122"/>
              </a:rPr>
              <a:t>-</a:t>
            </a:r>
            <a:fld id="{FAEDECE0-B3E3-4E93-9B91-9F10B30F5B07}" type="slidenum">
              <a:rPr lang="en-US" altLang="zh-CN" smtClean="0">
                <a:solidFill>
                  <a:prstClr val="white"/>
                </a:solidFill>
                <a:ea typeface="微软雅黑" panose="020B0503020204020204" pitchFamily="34" charset="-122"/>
              </a:rPr>
            </a:fld>
            <a:r>
              <a:rPr lang="en-US" altLang="zh-CN">
                <a:solidFill>
                  <a:prstClr val="white"/>
                </a:solidFill>
                <a:ea typeface="微软雅黑" panose="020B0503020204020204" pitchFamily="34" charset="-122"/>
              </a:rPr>
              <a:t>-</a:t>
            </a:r>
            <a:endParaRPr lang="zh-CN" altLang="en-US" dirty="0">
              <a:solidFill>
                <a:prstClr val="white"/>
              </a:solidFill>
              <a:ea typeface="微软雅黑" panose="020B0503020204020204" pitchFamily="34" charset="-122"/>
            </a:endParaRPr>
          </a:p>
        </p:txBody>
      </p:sp>
      <p:sp>
        <p:nvSpPr>
          <p:cNvPr id="7" name="文本框 6"/>
          <p:cNvSpPr txBox="1"/>
          <p:nvPr userDrawn="1"/>
        </p:nvSpPr>
        <p:spPr>
          <a:xfrm>
            <a:off x="7440782" y="4932661"/>
            <a:ext cx="1900646" cy="150041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7145" tIns="17145" rIns="17145" bIns="17145" numCol="1" spcCol="38100" rtlCol="0" anchor="t">
            <a:spAutoFit/>
          </a:bodyPr>
          <a:lstStyle/>
          <a:p>
            <a:pPr marL="0" marR="0" lvl="0" indent="0" algn="ctr" defTabSz="30988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75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75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  <a:endParaRPr kumimoji="0" lang="zh-CN" altLang="en-US" sz="75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Arial" panose="020B0604020202020204" pitchFamily="34" charset="0"/>
              <a:sym typeface="Arial" panose="020B0604020202020204"/>
            </a:endParaRPr>
          </a:p>
        </p:txBody>
      </p:sp>
      <p:cxnSp>
        <p:nvCxnSpPr>
          <p:cNvPr id="9" name="直线连接符 3"/>
          <p:cNvCxnSpPr/>
          <p:nvPr userDrawn="1"/>
        </p:nvCxnSpPr>
        <p:spPr>
          <a:xfrm>
            <a:off x="2452524" y="686268"/>
            <a:ext cx="6423841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</p:cSld>
  <p:clrMapOvr>
    <a:masterClrMapping/>
  </p:clrMapOvr>
</p:sldLayout>
</file>

<file path=ppt/slideLayouts/slideLayout1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 dirty="0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 panose="020B0503020204020204" pitchFamily="34" charset="-122"/>
                <a:cs typeface="+mn-cs"/>
              </a:rPr>
            </a:fld>
            <a:endParaRPr lang="zh-CN" altLang="en-US" dirty="0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</p:spTree>
  </p:cSld>
  <p:clrMapOvr>
    <a:masterClrMapping/>
  </p:clrMapOvr>
</p:sldLayout>
</file>

<file path=ppt/slideLayouts/slideLayout15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Blank with photo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Линия"/>
          <p:cNvSpPr/>
          <p:nvPr userDrawn="1"/>
        </p:nvSpPr>
        <p:spPr>
          <a:xfrm flipV="1">
            <a:off x="2620090" y="491252"/>
            <a:ext cx="6523911" cy="0"/>
          </a:xfrm>
          <a:prstGeom prst="line">
            <a:avLst/>
          </a:prstGeom>
          <a:ln w="57150" cap="flat" cmpd="sng">
            <a:solidFill>
              <a:srgbClr val="2F5A9E"/>
            </a:solidFill>
            <a:prstDash val="solid"/>
            <a:miter/>
            <a:headEnd type="none" w="med" len="med"/>
            <a:tailEnd type="none" w="med" len="med"/>
          </a:ln>
        </p:spPr>
      </p:sp>
      <p:sp>
        <p:nvSpPr>
          <p:cNvPr id="6" name="矩形 5"/>
          <p:cNvSpPr/>
          <p:nvPr userDrawn="1"/>
        </p:nvSpPr>
        <p:spPr>
          <a:xfrm>
            <a:off x="0" y="4855766"/>
            <a:ext cx="9144000" cy="213521"/>
          </a:xfrm>
          <a:prstGeom prst="rect">
            <a:avLst/>
          </a:prstGeom>
          <a:solidFill>
            <a:srgbClr val="2F5A9E"/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14288" tIns="14288" rIns="14288" bIns="14288" numCol="1" spcCol="38100" rtlCol="0" anchor="ctr" forceAA="0">
            <a:spAutoFit/>
          </a:bodyPr>
          <a:lstStyle/>
          <a:p>
            <a:pPr marL="0" marR="0" lvl="0" indent="0" algn="ctr" defTabSz="30988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1" i="0" u="none" strike="noStrike" kern="1200" cap="none" spc="0" normalizeH="0" baseline="0" noProof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Helvetica Light"/>
              <a:ea typeface="Helvetica Light"/>
              <a:cs typeface="Helvetica Light"/>
              <a:sym typeface="Helvetica Light"/>
            </a:endParaRPr>
          </a:p>
        </p:txBody>
      </p:sp>
      <p:sp>
        <p:nvSpPr>
          <p:cNvPr id="11" name="矩形 10"/>
          <p:cNvSpPr/>
          <p:nvPr userDrawn="1"/>
        </p:nvSpPr>
        <p:spPr>
          <a:xfrm>
            <a:off x="8520709" y="4855766"/>
            <a:ext cx="623292" cy="213521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14288" tIns="14288" rIns="14288" bIns="14288" numCol="1" spcCol="38100" rtlCol="0" anchor="ctr" forceAA="0">
            <a:spAutoFit/>
          </a:bodyPr>
          <a:lstStyle/>
          <a:p>
            <a:pPr marL="0" marR="0" lvl="0" indent="0" algn="ctr" defTabSz="30988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1" i="0" u="none" strike="noStrike" kern="1200" cap="none" spc="0" normalizeH="0" baseline="0" noProof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Helvetica Light"/>
              <a:ea typeface="Helvetica Light"/>
              <a:cs typeface="Helvetica Light"/>
              <a:sym typeface="Helvetica Light"/>
            </a:endParaRPr>
          </a:p>
        </p:txBody>
      </p:sp>
      <p:pic>
        <p:nvPicPr>
          <p:cNvPr id="5" name="图片 4" descr="12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87192" y="228125"/>
            <a:ext cx="1986677" cy="394811"/>
          </a:xfrm>
          <a:prstGeom prst="rect">
            <a:avLst/>
          </a:prstGeom>
        </p:spPr>
      </p:pic>
      <p:sp>
        <p:nvSpPr>
          <p:cNvPr id="4" name="标题 3"/>
          <p:cNvSpPr>
            <a:spLocks noGrp="1"/>
          </p:cNvSpPr>
          <p:nvPr>
            <p:ph type="title"/>
          </p:nvPr>
        </p:nvSpPr>
        <p:spPr>
          <a:xfrm>
            <a:off x="2620090" y="100014"/>
            <a:ext cx="6523910" cy="371476"/>
          </a:xfrm>
          <a:prstGeom prst="rect">
            <a:avLst/>
          </a:prstGeom>
        </p:spPr>
        <p:txBody>
          <a:bodyPr/>
          <a:lstStyle>
            <a:lvl1pPr algn="r">
              <a:defRPr sz="2100">
                <a:solidFill>
                  <a:srgbClr val="2F5A9E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</p:spTree>
  </p:cSld>
  <p:clrMapOvr>
    <a:masterClrMapping/>
  </p:clrMapOvr>
  <p:transition spd="med"/>
</p:sldLayout>
</file>

<file path=ppt/slideLayouts/slideLayout15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502412" y="1731662"/>
            <a:ext cx="8139178" cy="674375"/>
          </a:xfrm>
        </p:spPr>
        <p:txBody>
          <a:bodyPr lIns="101600" tIns="38100" rIns="25400" bIns="38100" anchor="t" anchorCtr="0">
            <a:noAutofit/>
          </a:bodyPr>
          <a:lstStyle>
            <a:lvl1pPr algn="ctr">
              <a:defRPr sz="4050" b="0" spc="225">
                <a:effectLst/>
                <a:latin typeface="+mn-ea"/>
                <a:ea typeface="+mn-ea"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502444" y="2674144"/>
            <a:ext cx="8139113" cy="601028"/>
          </a:xfrm>
        </p:spPr>
        <p:txBody>
          <a:bodyPr lIns="101600"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1800" u="none" strike="noStrike" kern="1200" cap="none" spc="75" normalizeH="0" baseline="0">
                <a:solidFill>
                  <a:schemeClr val="tx1"/>
                </a:solidFill>
                <a:uFillTx/>
                <a:latin typeface="+mn-ea"/>
                <a:ea typeface="+mn-ea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zh-CN" altLang="en-US" dirty="0"/>
              <a:t>单击此处编辑副标题</a:t>
            </a:r>
            <a:endParaRPr lang="zh-CN" altLang="en-US" dirty="0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dirty="0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 panose="020B0503020204020204" pitchFamily="34" charset="-122"/>
                <a:cs typeface="+mn-cs"/>
              </a:rPr>
            </a:fld>
            <a:endParaRPr lang="zh-CN" altLang="en-US" dirty="0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</p:spTree>
  </p:cSld>
  <p:clrMapOvr>
    <a:masterClrMapping/>
  </p:clrMapOvr>
</p:sldLayout>
</file>

<file path=ppt/slideLayouts/slideLayout1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dirty="0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 panose="020B0503020204020204" pitchFamily="34" charset="-122"/>
                <a:cs typeface="+mn-cs"/>
              </a:rPr>
            </a:fld>
            <a:endParaRPr lang="zh-CN" altLang="en-US" dirty="0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</p:spTree>
  </p:cSld>
  <p:clrMapOvr>
    <a:masterClrMapping/>
  </p:clrMapOvr>
</p:sldLayout>
</file>

<file path=ppt/slideLayouts/slideLayout15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502412" y="435919"/>
            <a:ext cx="8139178" cy="48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1" i="0" u="none" strike="noStrike" kern="1200" cap="none" spc="75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  <a:endParaRPr dirty="0">
              <a:sym typeface="+mn-ea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 panose="020B0503020204020204" pitchFamily="34" charset="-122"/>
                <a:cs typeface="+mn-cs"/>
              </a:rPr>
            </a:fld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502444" y="1131095"/>
            <a:ext cx="8139113" cy="3561874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zh-CN" altLang="en-US" dirty="0"/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5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 panose="020B0503020204020204" pitchFamily="34" charset="-122"/>
                <a:cs typeface="+mn-cs"/>
              </a:rPr>
            </a:fld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630079" y="545783"/>
            <a:ext cx="2948940" cy="836295"/>
          </a:xfrm>
        </p:spPr>
        <p:txBody>
          <a:bodyPr anchor="ctr" anchorCtr="0"/>
          <a:lstStyle>
            <a:lvl1pPr>
              <a:defRPr sz="240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3853815" y="545783"/>
            <a:ext cx="4629150" cy="4052411"/>
          </a:xfrm>
        </p:spPr>
        <p:txBody>
          <a:bodyPr/>
          <a:lstStyle>
            <a:lvl1pPr>
              <a:defRPr sz="1800">
                <a:latin typeface="+mn-ea"/>
                <a:ea typeface="+mn-ea"/>
              </a:defRPr>
            </a:lvl1pPr>
            <a:lvl2pPr marL="342900" indent="0">
              <a:buNone/>
              <a:defRPr sz="1800">
                <a:latin typeface="+mn-ea"/>
                <a:ea typeface="+mn-ea"/>
              </a:defRPr>
            </a:lvl2pPr>
            <a:lvl3pPr>
              <a:defRPr sz="1800">
                <a:latin typeface="+mn-ea"/>
                <a:ea typeface="+mn-ea"/>
              </a:defRPr>
            </a:lvl3pPr>
            <a:lvl4pPr>
              <a:defRPr sz="1800">
                <a:latin typeface="+mn-ea"/>
                <a:ea typeface="+mn-ea"/>
              </a:defRPr>
            </a:lvl4pPr>
            <a:lvl5pPr>
              <a:defRPr sz="1800">
                <a:latin typeface="+mn-ea"/>
                <a:ea typeface="+mn-ea"/>
              </a:defRPr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zh-CN" altLang="en-US"/>
              <a:t>单击此处编辑正文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630079" y="1679735"/>
            <a:ext cx="2948940" cy="2918936"/>
          </a:xfrm>
        </p:spPr>
        <p:txBody>
          <a:bodyPr/>
          <a:lstStyle>
            <a:lvl1pPr marL="257175" indent="-257175">
              <a:buFont typeface="Arial" panose="020B0604020202020204" pitchFamily="34" charset="0"/>
              <a:buChar char="•"/>
              <a:defRPr sz="1800">
                <a:latin typeface="+mn-ea"/>
                <a:ea typeface="+mn-ea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CN" altLang="en-US"/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>
              <a:sym typeface="+mn-ea"/>
            </a:endParaRP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1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dirty="0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</a:pPr>
            <a:fld id="{FABC47A4-756D-490B-A52F-7D9E2C9FC05F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 panose="020B0503020204020204" pitchFamily="34" charset="-122"/>
                <a:cs typeface="+mn-cs"/>
              </a:rPr>
            </a:fld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9" name="标题 8"/>
          <p:cNvSpPr>
            <a:spLocks noGrp="1"/>
          </p:cNvSpPr>
          <p:nvPr>
            <p:ph type="title" hasCustomPrompt="1"/>
          </p:nvPr>
        </p:nvSpPr>
        <p:spPr>
          <a:xfrm>
            <a:off x="502444" y="4203860"/>
            <a:ext cx="8139113" cy="418624"/>
          </a:xfrm>
        </p:spPr>
        <p:txBody>
          <a:bodyPr/>
          <a:lstStyle>
            <a:lvl1pPr>
              <a:defRPr b="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单击此处编辑正文</a:t>
            </a:r>
            <a:endParaRPr lang="zh-CN" altLang="en-US"/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502444" y="481014"/>
            <a:ext cx="8139113" cy="3417094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250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  <a:endParaRPr dirty="0">
              <a:sym typeface="+mn-ea"/>
            </a:endParaRPr>
          </a:p>
        </p:txBody>
      </p:sp>
    </p:spTree>
  </p:cSld>
  <p:clrMapOvr>
    <a:masterClrMapping/>
  </p:clrMapOvr>
</p:sldLayout>
</file>

<file path=ppt/slideLayouts/slideLayout15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 panose="020B0503020204020204" pitchFamily="34" charset="-122"/>
                <a:cs typeface="+mn-cs"/>
              </a:rPr>
            </a:fld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1" y="0"/>
            <a:ext cx="9147334" cy="5151120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250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  <a:endParaRPr dirty="0">
              <a:sym typeface="+mn-ea"/>
            </a:endParaRPr>
          </a:p>
        </p:txBody>
      </p:sp>
    </p:spTree>
  </p:cSld>
  <p:clrMapOvr>
    <a:masterClrMapping/>
  </p:clrMapOvr>
</p:sldLayout>
</file>

<file path=ppt/slideLayouts/slideLayout1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 panose="020B0503020204020204" pitchFamily="34" charset="-122"/>
                <a:cs typeface="+mn-cs"/>
              </a:rPr>
            </a:fld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350996" y="423863"/>
            <a:ext cx="4050030" cy="4295775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250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  <a:endParaRPr dirty="0">
              <a:sym typeface="+mn-ea"/>
            </a:endParaRP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4715828" y="423863"/>
            <a:ext cx="4050030" cy="4295775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250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</a:t>
            </a:r>
            <a:r>
              <a:rPr>
                <a:sym typeface="+mn-ea"/>
              </a:rPr>
              <a:t>正文</a:t>
            </a:r>
            <a:endParaRPr dirty="0">
              <a:sym typeface="+mn-ea"/>
            </a:endParaRPr>
          </a:p>
        </p:txBody>
      </p:sp>
    </p:spTree>
  </p:cSld>
  <p:clrMapOvr>
    <a:masterClrMapping/>
  </p:clrMapOvr>
</p:sldLayout>
</file>

<file path=ppt/slideLayouts/slideLayout1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 panose="020B0503020204020204" pitchFamily="34" charset="-122"/>
                <a:cs typeface="+mn-cs"/>
              </a:rPr>
            </a:fld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502412" y="467695"/>
            <a:ext cx="8139178" cy="674375"/>
          </a:xfrm>
        </p:spPr>
        <p:txBody>
          <a:bodyPr vert="horz" lIns="101600" tIns="38100" rIns="25400" bIns="38100" rtlCol="0" anchor="ctr" anchorCtr="0">
            <a:noAutofit/>
          </a:bodyPr>
          <a:lstStyle>
            <a:lvl1pPr marL="0" marR="0" algn="ctr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0" i="0" u="none" strike="noStrike" kern="1200" cap="none" spc="225" normalizeH="0" baseline="0" noProof="1" dirty="0">
                <a:solidFill>
                  <a:schemeClr val="tx1"/>
                </a:solidFill>
                <a:effectLst/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  <a:endParaRPr>
              <a:sym typeface="+mn-ea"/>
            </a:endParaRPr>
          </a:p>
        </p:txBody>
      </p:sp>
    </p:spTree>
  </p:cSld>
  <p:clrMapOvr>
    <a:masterClrMapping/>
  </p:clrMapOvr>
</p:sldLayout>
</file>

<file path=ppt/slideLayouts/slideLayout1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4173618" y="4947089"/>
            <a:ext cx="549355" cy="121187"/>
          </a:xfrm>
        </p:spPr>
        <p:txBody>
          <a:bodyPr wrap="square">
            <a:noAutofit/>
          </a:bodyPr>
          <a:lstStyle>
            <a:lvl1pPr algn="ctr">
              <a:defRPr sz="9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zh-CN">
                <a:solidFill>
                  <a:prstClr val="white"/>
                </a:solidFill>
                <a:ea typeface="微软雅黑" panose="020B0503020204020204" pitchFamily="34" charset="-122"/>
              </a:rPr>
              <a:t>-</a:t>
            </a:r>
            <a:fld id="{FAEDECE0-B3E3-4E93-9B91-9F10B30F5B07}" type="slidenum">
              <a:rPr lang="en-US" altLang="zh-CN" smtClean="0">
                <a:solidFill>
                  <a:prstClr val="white"/>
                </a:solidFill>
                <a:ea typeface="微软雅黑" panose="020B0503020204020204" pitchFamily="34" charset="-122"/>
              </a:rPr>
            </a:fld>
            <a:r>
              <a:rPr lang="en-US" altLang="zh-CN">
                <a:solidFill>
                  <a:prstClr val="white"/>
                </a:solidFill>
                <a:ea typeface="微软雅黑" panose="020B0503020204020204" pitchFamily="34" charset="-122"/>
              </a:rPr>
              <a:t>-</a:t>
            </a:r>
            <a:endParaRPr lang="zh-CN" altLang="en-US" dirty="0">
              <a:solidFill>
                <a:prstClr val="white"/>
              </a:solidFill>
              <a:ea typeface="微软雅黑" panose="020B0503020204020204" pitchFamily="34" charset="-122"/>
            </a:endParaRPr>
          </a:p>
        </p:txBody>
      </p:sp>
      <p:sp>
        <p:nvSpPr>
          <p:cNvPr id="7" name="文本框 6"/>
          <p:cNvSpPr txBox="1"/>
          <p:nvPr userDrawn="1"/>
        </p:nvSpPr>
        <p:spPr>
          <a:xfrm>
            <a:off x="7440783" y="4932661"/>
            <a:ext cx="1900646" cy="150041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7145" tIns="17145" rIns="17145" bIns="17145" numCol="1" spcCol="38100" rtlCol="0" anchor="t">
            <a:spAutoFit/>
          </a:bodyPr>
          <a:lstStyle/>
          <a:p>
            <a:pPr marL="0" marR="0" lvl="0" indent="0" algn="ctr" defTabSz="30988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75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75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  <a:endParaRPr kumimoji="0" lang="zh-CN" altLang="en-US" sz="75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Arial" panose="020B0604020202020204" pitchFamily="34" charset="0"/>
              <a:sym typeface="Arial" panose="020B0604020202020204"/>
            </a:endParaRPr>
          </a:p>
        </p:txBody>
      </p:sp>
      <p:cxnSp>
        <p:nvCxnSpPr>
          <p:cNvPr id="9" name="直线连接符 3"/>
          <p:cNvCxnSpPr/>
          <p:nvPr userDrawn="1"/>
        </p:nvCxnSpPr>
        <p:spPr>
          <a:xfrm>
            <a:off x="2452524" y="686268"/>
            <a:ext cx="6423841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</p:cSld>
  <p:clrMapOvr>
    <a:masterClrMapping/>
  </p:clrMapOvr>
</p:sldLayout>
</file>

<file path=ppt/slideLayouts/slideLayout1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dirty="0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 panose="020B0503020204020204" pitchFamily="34" charset="-122"/>
                <a:cs typeface="+mn-cs"/>
              </a:rPr>
            </a:fld>
            <a:endParaRPr lang="zh-CN" altLang="en-US" dirty="0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</p:spTree>
  </p:cSld>
  <p:clrMapOvr>
    <a:masterClrMapping/>
  </p:clrMapOvr>
</p:sldLayout>
</file>

<file path=ppt/slideLayouts/slideLayout16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502411" y="1731661"/>
            <a:ext cx="8139178" cy="674375"/>
          </a:xfrm>
        </p:spPr>
        <p:txBody>
          <a:bodyPr lIns="101600" tIns="38100" rIns="25400" bIns="38100" anchor="t" anchorCtr="0">
            <a:noAutofit/>
          </a:bodyPr>
          <a:lstStyle>
            <a:lvl1pPr algn="ctr">
              <a:defRPr sz="4050" b="0" spc="225">
                <a:effectLst/>
                <a:latin typeface="华文楷体" panose="02010600040101010101" pitchFamily="2" charset="-122"/>
                <a:ea typeface="华文楷体" panose="02010600040101010101" pitchFamily="2" charset="-122"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502444" y="2674144"/>
            <a:ext cx="8139113" cy="601028"/>
          </a:xfrm>
        </p:spPr>
        <p:txBody>
          <a:bodyPr lIns="101600"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1800" u="none" strike="noStrike" kern="1200" cap="none" spc="75" normalizeH="0" baseline="0">
                <a:solidFill>
                  <a:schemeClr val="tx1"/>
                </a:solidFill>
                <a:uFillTx/>
                <a:latin typeface="华文楷体" panose="02010600040101010101" pitchFamily="2" charset="-122"/>
                <a:ea typeface="华文楷体" panose="02010600040101010101" pitchFamily="2" charset="-122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zh-CN" altLang="en-US" dirty="0"/>
              <a:t>单击此处编辑副标题</a:t>
            </a:r>
            <a:endParaRPr lang="zh-CN" altLang="en-US" dirty="0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eaLnBrk="1" hangingPunct="1"/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eaLnBrk="1" hangingPunct="1"/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cs typeface="+mn-cs"/>
              </a:rPr>
            </a:fld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</p:spTree>
  </p:cSld>
  <p:clrMapOvr>
    <a:masterClrMapping/>
  </p:clrMapOvr>
</p:sldLayout>
</file>

<file path=ppt/slideLayouts/slideLayout1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  <a:ea typeface="华文楷体" panose="02010600040101010101" pitchFamily="2" charset="-122"/>
              </a:defRPr>
            </a:lvl1pPr>
          </a:lstStyle>
          <a:p>
            <a:r>
              <a:rPr kumimoji="1" lang="zh-CN" altLang="en-US" dirty="0"/>
              <a:t>单击此处编辑母版标题样式</a:t>
            </a:r>
            <a:endParaRPr kumimoji="1"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hangingPunct="1"/>
            <a:endParaRPr lang="zh-CN" altLang="en-US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eaLnBrk="1" hangingPunct="1"/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eaLnBrk="1" hangingPunct="1"/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cs typeface="+mn-cs"/>
              </a:rPr>
            </a:fld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</p:spTree>
  </p:cSld>
  <p:clrMapOvr>
    <a:masterClrMapping/>
  </p:clrMapOvr>
</p:sldLayout>
</file>

<file path=ppt/slideLayouts/slideLayout16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502411" y="435919"/>
            <a:ext cx="8139178" cy="48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1" i="0" u="none" strike="noStrike" kern="1200" cap="none" spc="75" normalizeH="0" baseline="0" noProof="1" dirty="0">
                <a:solidFill>
                  <a:schemeClr val="tx1"/>
                </a:solidFill>
                <a:uFillTx/>
                <a:latin typeface="华文楷体" panose="02010600040101010101" pitchFamily="2" charset="-122"/>
                <a:ea typeface="华文楷体" panose="02010600040101010101" pitchFamily="2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  <a:endParaRPr dirty="0">
              <a:sym typeface="+mn-ea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eaLnBrk="1" hangingPunct="1"/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eaLnBrk="1" hangingPunct="1"/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cs typeface="+mn-cs"/>
              </a:rPr>
            </a:fld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502444" y="1131094"/>
            <a:ext cx="8139113" cy="3561874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zh-CN" altLang="en-US" dirty="0"/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6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eaLnBrk="1" hangingPunct="1"/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eaLnBrk="1" hangingPunct="1"/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cs typeface="+mn-cs"/>
              </a:rPr>
            </a:fld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630079" y="545783"/>
            <a:ext cx="2948940" cy="836295"/>
          </a:xfrm>
        </p:spPr>
        <p:txBody>
          <a:bodyPr anchor="ctr" anchorCtr="0"/>
          <a:lstStyle>
            <a:lvl1pPr>
              <a:defRPr sz="2400">
                <a:latin typeface="华文楷体" panose="02010600040101010101" pitchFamily="2" charset="-122"/>
                <a:ea typeface="华文楷体" panose="02010600040101010101" pitchFamily="2" charset="-122"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3853815" y="545783"/>
            <a:ext cx="4629150" cy="4052411"/>
          </a:xfrm>
        </p:spPr>
        <p:txBody>
          <a:bodyPr/>
          <a:lstStyle>
            <a:lvl1pPr>
              <a:defRPr sz="1800">
                <a:latin typeface="华文楷体" panose="02010600040101010101" pitchFamily="2" charset="-122"/>
                <a:ea typeface="华文楷体" panose="02010600040101010101" pitchFamily="2" charset="-122"/>
              </a:defRPr>
            </a:lvl1pPr>
            <a:lvl2pPr marL="342900" indent="0">
              <a:buNone/>
              <a:defRPr sz="1800">
                <a:latin typeface="+mn-ea"/>
                <a:ea typeface="+mn-ea"/>
              </a:defRPr>
            </a:lvl2pPr>
            <a:lvl3pPr>
              <a:defRPr sz="1800">
                <a:latin typeface="+mn-ea"/>
                <a:ea typeface="+mn-ea"/>
              </a:defRPr>
            </a:lvl3pPr>
            <a:lvl4pPr>
              <a:defRPr sz="1800">
                <a:latin typeface="+mn-ea"/>
                <a:ea typeface="+mn-ea"/>
              </a:defRPr>
            </a:lvl4pPr>
            <a:lvl5pPr>
              <a:defRPr sz="1800">
                <a:latin typeface="+mn-ea"/>
                <a:ea typeface="+mn-ea"/>
              </a:defRPr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zh-CN" altLang="en-US" dirty="0"/>
              <a:t>单击此处编辑正文</a:t>
            </a:r>
            <a:endParaRPr lang="zh-CN" altLang="en-US" dirty="0"/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630079" y="1679734"/>
            <a:ext cx="2948940" cy="2918936"/>
          </a:xfrm>
        </p:spPr>
        <p:txBody>
          <a:bodyPr/>
          <a:lstStyle>
            <a:lvl1pPr marL="257175" indent="-257175">
              <a:buFont typeface="Arial" panose="020B0604020202020204" pitchFamily="34" charset="0"/>
              <a:buChar char="•"/>
              <a:defRPr sz="1800">
                <a:latin typeface="华文楷体" panose="02010600040101010101" pitchFamily="2" charset="-122"/>
                <a:ea typeface="华文楷体" panose="02010600040101010101" pitchFamily="2" charset="-122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CN" altLang="en-US" dirty="0"/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>
              <a:sym typeface="+mn-ea"/>
            </a:endParaRP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eaLnBrk="1" hangingPunct="1"/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eaLnBrk="1" hangingPunct="1"/>
            <a:fld id="{FABC47A4-756D-490B-A52F-7D9E2C9FC05F}" type="slidenum">
              <a:rPr lang="zh-CN" altLang="en-US" smtClean="0">
                <a:solidFill>
                  <a:prstClr val="black">
                    <a:tint val="75000"/>
                  </a:prstClr>
                </a:solidFill>
                <a:cs typeface="+mn-cs"/>
              </a:rPr>
            </a:fld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9" name="标题 8"/>
          <p:cNvSpPr>
            <a:spLocks noGrp="1"/>
          </p:cNvSpPr>
          <p:nvPr>
            <p:ph type="title" hasCustomPrompt="1"/>
          </p:nvPr>
        </p:nvSpPr>
        <p:spPr>
          <a:xfrm>
            <a:off x="502444" y="4203859"/>
            <a:ext cx="8139113" cy="418624"/>
          </a:xfrm>
        </p:spPr>
        <p:txBody>
          <a:bodyPr/>
          <a:lstStyle>
            <a:lvl1pPr>
              <a:defRPr b="0">
                <a:latin typeface="华文楷体" panose="02010600040101010101" pitchFamily="2" charset="-122"/>
                <a:ea typeface="华文楷体" panose="02010600040101010101" pitchFamily="2" charset="-122"/>
              </a:defRPr>
            </a:lvl1pPr>
          </a:lstStyle>
          <a:p>
            <a:r>
              <a:rPr lang="zh-CN" altLang="en-US" dirty="0"/>
              <a:t>单击此处编辑正文</a:t>
            </a:r>
            <a:endParaRPr lang="zh-CN" altLang="en-US" dirty="0"/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502444" y="481012"/>
            <a:ext cx="8139113" cy="3417094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华文楷体" panose="02010600040101010101" pitchFamily="2" charset="-122"/>
                <a:ea typeface="华文楷体" panose="02010600040101010101" pitchFamily="2" charset="-122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250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  <a:endParaRPr dirty="0">
              <a:sym typeface="+mn-ea"/>
            </a:endParaRPr>
          </a:p>
        </p:txBody>
      </p:sp>
    </p:spTree>
  </p:cSld>
  <p:clrMapOvr>
    <a:masterClrMapping/>
  </p:clrMapOvr>
</p:sldLayout>
</file>

<file path=ppt/slideLayouts/slideLayout16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eaLnBrk="1" hangingPunct="1"/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eaLnBrk="1" hangingPunct="1"/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cs typeface="+mn-cs"/>
              </a:rPr>
            </a:fld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0" y="0"/>
            <a:ext cx="9147334" cy="5151120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华文楷体" panose="02010600040101010101" pitchFamily="2" charset="-122"/>
                <a:ea typeface="华文楷体" panose="02010600040101010101" pitchFamily="2" charset="-122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250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  <a:endParaRPr dirty="0">
              <a:sym typeface="+mn-ea"/>
            </a:endParaRPr>
          </a:p>
        </p:txBody>
      </p:sp>
    </p:spTree>
  </p:cSld>
  <p:clrMapOvr>
    <a:masterClrMapping/>
  </p:clrMapOvr>
</p:sldLayout>
</file>

<file path=ppt/slideLayouts/slideLayout1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eaLnBrk="1" hangingPunct="1"/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eaLnBrk="1" hangingPunct="1"/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cs typeface="+mn-cs"/>
              </a:rPr>
            </a:fld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350996" y="423863"/>
            <a:ext cx="4050030" cy="4295775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华文楷体" panose="02010600040101010101" pitchFamily="2" charset="-122"/>
                <a:ea typeface="华文楷体" panose="02010600040101010101" pitchFamily="2" charset="-122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250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  <a:endParaRPr dirty="0">
              <a:sym typeface="+mn-ea"/>
            </a:endParaRP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4715828" y="423863"/>
            <a:ext cx="4050030" cy="4295775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华文楷体" panose="02010600040101010101" pitchFamily="2" charset="-122"/>
                <a:ea typeface="华文楷体" panose="02010600040101010101" pitchFamily="2" charset="-122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250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  <a:endParaRPr dirty="0">
              <a:sym typeface="+mn-ea"/>
            </a:endParaRPr>
          </a:p>
        </p:txBody>
      </p:sp>
    </p:spTree>
  </p:cSld>
  <p:clrMapOvr>
    <a:masterClrMapping/>
  </p:clrMapOvr>
</p:sldLayout>
</file>

<file path=ppt/slideLayouts/slideLayout1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eaLnBrk="1" hangingPunct="1"/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eaLnBrk="1" hangingPunct="1"/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cs typeface="+mn-cs"/>
              </a:rPr>
            </a:fld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502411" y="467693"/>
            <a:ext cx="8139178" cy="674375"/>
          </a:xfrm>
        </p:spPr>
        <p:txBody>
          <a:bodyPr vert="horz" lIns="101600" tIns="38100" rIns="25400" bIns="38100" rtlCol="0" anchor="ctr" anchorCtr="0">
            <a:noAutofit/>
          </a:bodyPr>
          <a:lstStyle>
            <a:lvl1pPr marL="0" marR="0" algn="ctr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0" i="0" u="none" strike="noStrike" kern="1200" cap="none" spc="225" normalizeH="0" baseline="0" noProof="1" dirty="0">
                <a:solidFill>
                  <a:schemeClr val="tx1"/>
                </a:solidFill>
                <a:effectLst/>
                <a:uFillTx/>
                <a:latin typeface="华文楷体" panose="02010600040101010101" pitchFamily="2" charset="-122"/>
                <a:ea typeface="华文楷体" panose="02010600040101010101" pitchFamily="2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  <a:endParaRPr dirty="0">
              <a:sym typeface="+mn-ea"/>
            </a:endParaRPr>
          </a:p>
        </p:txBody>
      </p:sp>
    </p:spTree>
  </p:cSld>
  <p:clrMapOvr>
    <a:masterClrMapping/>
  </p:clrMapOvr>
</p:sldLayout>
</file>

<file path=ppt/slideLayouts/slideLayout1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4173617" y="4947088"/>
            <a:ext cx="549354" cy="121187"/>
          </a:xfrm>
        </p:spPr>
        <p:txBody>
          <a:bodyPr wrap="square">
            <a:noAutofit/>
          </a:bodyPr>
          <a:lstStyle>
            <a:lvl1pPr algn="ctr">
              <a:defRPr sz="9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eaLnBrk="1" hangingPunct="1">
              <a:defRPr/>
            </a:pPr>
            <a:r>
              <a:rPr lang="en-US" altLang="zh-CN">
                <a:solidFill>
                  <a:prstClr val="white"/>
                </a:solidFill>
              </a:rPr>
              <a:t>-</a:t>
            </a:r>
            <a:fld id="{FAEDECE0-B3E3-4E93-9B91-9F10B30F5B07}" type="slidenum">
              <a:rPr lang="en-US" altLang="zh-CN" smtClean="0">
                <a:solidFill>
                  <a:prstClr val="white"/>
                </a:solidFill>
              </a:rPr>
            </a:fld>
            <a:r>
              <a:rPr lang="en-US" altLang="zh-CN">
                <a:solidFill>
                  <a:prstClr val="white"/>
                </a:solidFill>
              </a:rPr>
              <a:t>-</a:t>
            </a:r>
            <a:endParaRPr lang="zh-CN" altLang="en-US" dirty="0">
              <a:solidFill>
                <a:prstClr val="white"/>
              </a:solidFill>
            </a:endParaRPr>
          </a:p>
        </p:txBody>
      </p:sp>
      <p:sp>
        <p:nvSpPr>
          <p:cNvPr id="7" name="文本框 6"/>
          <p:cNvSpPr txBox="1"/>
          <p:nvPr userDrawn="1"/>
        </p:nvSpPr>
        <p:spPr>
          <a:xfrm>
            <a:off x="7440782" y="4932661"/>
            <a:ext cx="1900646" cy="150041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7145" tIns="17145" rIns="17145" bIns="17145" numCol="1" spcCol="38100" rtlCol="0" anchor="t">
            <a:spAutoFit/>
          </a:bodyPr>
          <a:lstStyle/>
          <a:p>
            <a:pPr marL="0" marR="0" lvl="0" indent="0" algn="ctr" defTabSz="30988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75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华文楷体" panose="02010600040101010101" pitchFamily="2" charset="-122"/>
                <a:ea typeface="华文楷体" panose="02010600040101010101" pitchFamily="2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75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华文楷体" panose="02010600040101010101" pitchFamily="2" charset="-122"/>
                <a:ea typeface="华文楷体" panose="02010600040101010101" pitchFamily="2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  <a:endParaRPr kumimoji="0" lang="zh-CN" altLang="en-US" sz="75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华文楷体" panose="02010600040101010101" pitchFamily="2" charset="-122"/>
              <a:ea typeface="华文楷体" panose="02010600040101010101" pitchFamily="2" charset="-122"/>
              <a:cs typeface="Arial" panose="020B0604020202020204" pitchFamily="34" charset="0"/>
              <a:sym typeface="Arial" panose="020B0604020202020204"/>
            </a:endParaRPr>
          </a:p>
        </p:txBody>
      </p:sp>
      <p:cxnSp>
        <p:nvCxnSpPr>
          <p:cNvPr id="9" name="直线连接符 3"/>
          <p:cNvCxnSpPr/>
          <p:nvPr userDrawn="1"/>
        </p:nvCxnSpPr>
        <p:spPr>
          <a:xfrm>
            <a:off x="2452523" y="686268"/>
            <a:ext cx="6423841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</p:cSld>
  <p:clrMapOvr>
    <a:masterClrMapping/>
  </p:clrMapOvr>
</p:sldLayout>
</file>

<file path=ppt/slideLayouts/slideLayout1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eaLnBrk="1" hangingPunct="1"/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eaLnBrk="1" hangingPunct="1"/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cs typeface="+mn-cs"/>
              </a:rPr>
            </a:fld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</p:spTree>
  </p:cSld>
  <p:clrMapOvr>
    <a:masterClrMapping/>
  </p:clrMapOvr>
</p:sldLayout>
</file>

<file path=ppt/slideLayouts/slideLayout17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 with photo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Линия"/>
          <p:cNvSpPr/>
          <p:nvPr userDrawn="1"/>
        </p:nvSpPr>
        <p:spPr>
          <a:xfrm flipV="1">
            <a:off x="2620090" y="491252"/>
            <a:ext cx="6523911" cy="0"/>
          </a:xfrm>
          <a:prstGeom prst="line">
            <a:avLst/>
          </a:prstGeom>
          <a:ln w="57150" cap="flat" cmpd="sng">
            <a:solidFill>
              <a:srgbClr val="2F5A9E"/>
            </a:solidFill>
            <a:prstDash val="solid"/>
            <a:miter/>
            <a:headEnd type="none" w="med" len="med"/>
            <a:tailEnd type="none" w="med" len="med"/>
          </a:ln>
        </p:spPr>
      </p:sp>
      <p:sp>
        <p:nvSpPr>
          <p:cNvPr id="6" name="矩形 5"/>
          <p:cNvSpPr/>
          <p:nvPr userDrawn="1"/>
        </p:nvSpPr>
        <p:spPr>
          <a:xfrm>
            <a:off x="0" y="4855765"/>
            <a:ext cx="9144000" cy="213521"/>
          </a:xfrm>
          <a:prstGeom prst="rect">
            <a:avLst/>
          </a:prstGeom>
          <a:solidFill>
            <a:srgbClr val="2F5A9E"/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14288" tIns="14288" rIns="14288" bIns="14288" numCol="1" spcCol="38100" rtlCol="0" anchor="ctr" forceAA="0">
            <a:spAutoFit/>
          </a:bodyPr>
          <a:lstStyle/>
          <a:p>
            <a:pPr marL="0" marR="0" lvl="0" indent="0" algn="ctr" defTabSz="30988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1" i="0" u="none" strike="noStrike" kern="1200" cap="none" spc="0" normalizeH="0" baseline="0" noProof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Helvetica Light"/>
              <a:ea typeface="Helvetica Light"/>
              <a:cs typeface="Helvetica Light"/>
              <a:sym typeface="Helvetica Light"/>
            </a:endParaRPr>
          </a:p>
        </p:txBody>
      </p:sp>
      <p:sp>
        <p:nvSpPr>
          <p:cNvPr id="11" name="矩形 10"/>
          <p:cNvSpPr/>
          <p:nvPr userDrawn="1"/>
        </p:nvSpPr>
        <p:spPr>
          <a:xfrm>
            <a:off x="8520709" y="4855765"/>
            <a:ext cx="623292" cy="213521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14288" tIns="14288" rIns="14288" bIns="14288" numCol="1" spcCol="38100" rtlCol="0" anchor="ctr" forceAA="0">
            <a:spAutoFit/>
          </a:bodyPr>
          <a:lstStyle/>
          <a:p>
            <a:pPr marL="0" marR="0" lvl="0" indent="0" algn="ctr" defTabSz="30988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1" i="0" u="none" strike="noStrike" kern="1200" cap="none" spc="0" normalizeH="0" baseline="0" noProof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Helvetica Light"/>
              <a:ea typeface="Helvetica Light"/>
              <a:cs typeface="Helvetica Light"/>
              <a:sym typeface="Helvetica Light"/>
            </a:endParaRPr>
          </a:p>
        </p:txBody>
      </p:sp>
      <p:pic>
        <p:nvPicPr>
          <p:cNvPr id="5" name="图片 4" descr="12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87192" y="228124"/>
            <a:ext cx="1986677" cy="394811"/>
          </a:xfrm>
          <a:prstGeom prst="rect">
            <a:avLst/>
          </a:prstGeom>
        </p:spPr>
      </p:pic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hangingPunct="1"/>
            <a:endParaRPr lang="zh-CN" altLang="en-US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eaLnBrk="1" hangingPunct="1"/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eaLnBrk="1" hangingPunct="1"/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cs typeface="+mn-cs"/>
              </a:rPr>
            </a:fld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</p:spTree>
  </p:cSld>
  <p:clrMapOvr>
    <a:masterClrMapping/>
  </p:clrMapOvr>
  <p:transition spd="med"/>
</p:sldLayout>
</file>

<file path=ppt/slideLayouts/slideLayout17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502411" y="1731661"/>
            <a:ext cx="8139178" cy="674375"/>
          </a:xfrm>
        </p:spPr>
        <p:txBody>
          <a:bodyPr lIns="101600" tIns="38100" rIns="25400" bIns="38100" anchor="t" anchorCtr="0">
            <a:noAutofit/>
          </a:bodyPr>
          <a:lstStyle>
            <a:lvl1pPr algn="ctr">
              <a:defRPr sz="4050" b="0" spc="225">
                <a:effectLst/>
                <a:latin typeface="华文楷体" panose="02010600040101010101" pitchFamily="2" charset="-122"/>
                <a:ea typeface="华文楷体" panose="02010600040101010101" pitchFamily="2" charset="-122"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502444" y="2674144"/>
            <a:ext cx="8139113" cy="601028"/>
          </a:xfrm>
        </p:spPr>
        <p:txBody>
          <a:bodyPr lIns="101600"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1800" u="none" strike="noStrike" kern="1200" cap="none" spc="75" normalizeH="0" baseline="0">
                <a:solidFill>
                  <a:schemeClr val="tx1"/>
                </a:solidFill>
                <a:uFillTx/>
                <a:latin typeface="华文楷体" panose="02010600040101010101" pitchFamily="2" charset="-122"/>
                <a:ea typeface="华文楷体" panose="02010600040101010101" pitchFamily="2" charset="-122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zh-CN" altLang="en-US" dirty="0"/>
              <a:t>单击此处编辑副标题</a:t>
            </a:r>
            <a:endParaRPr lang="zh-CN" altLang="en-US" dirty="0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eaLnBrk="1" hangingPunct="1"/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eaLnBrk="1" hangingPunct="1"/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cs typeface="+mn-cs"/>
              </a:rPr>
            </a:fld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</p:spTree>
  </p:cSld>
  <p:clrMapOvr>
    <a:masterClrMapping/>
  </p:clrMapOvr>
</p:sldLayout>
</file>

<file path=ppt/slideLayouts/slideLayout1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  <a:ea typeface="华文楷体" panose="02010600040101010101" pitchFamily="2" charset="-122"/>
              </a:defRPr>
            </a:lvl1pPr>
          </a:lstStyle>
          <a:p>
            <a:r>
              <a:rPr kumimoji="1" lang="zh-CN" altLang="en-US" dirty="0"/>
              <a:t>单击此处编辑母版标题样式</a:t>
            </a:r>
            <a:endParaRPr kumimoji="1"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hangingPunct="1"/>
            <a:endParaRPr lang="zh-CN" altLang="en-US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eaLnBrk="1" hangingPunct="1"/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eaLnBrk="1" hangingPunct="1"/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cs typeface="+mn-cs"/>
              </a:rPr>
            </a:fld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</p:spTree>
  </p:cSld>
  <p:clrMapOvr>
    <a:masterClrMapping/>
  </p:clrMapOvr>
</p:sldLayout>
</file>

<file path=ppt/slideLayouts/slideLayout17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502411" y="435919"/>
            <a:ext cx="8139178" cy="48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1" i="0" u="none" strike="noStrike" kern="1200" cap="none" spc="75" normalizeH="0" baseline="0" noProof="1" dirty="0">
                <a:solidFill>
                  <a:schemeClr val="tx1"/>
                </a:solidFill>
                <a:uFillTx/>
                <a:latin typeface="华文楷体" panose="02010600040101010101" pitchFamily="2" charset="-122"/>
                <a:ea typeface="华文楷体" panose="02010600040101010101" pitchFamily="2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  <a:endParaRPr dirty="0">
              <a:sym typeface="+mn-ea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eaLnBrk="1" hangingPunct="1"/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eaLnBrk="1" hangingPunct="1"/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cs typeface="+mn-cs"/>
              </a:rPr>
            </a:fld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502444" y="1131094"/>
            <a:ext cx="8139113" cy="3561874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zh-CN" altLang="en-US" dirty="0"/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7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eaLnBrk="1" hangingPunct="1"/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eaLnBrk="1" hangingPunct="1"/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cs typeface="+mn-cs"/>
              </a:rPr>
            </a:fld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630079" y="545783"/>
            <a:ext cx="2948940" cy="836295"/>
          </a:xfrm>
        </p:spPr>
        <p:txBody>
          <a:bodyPr anchor="ctr" anchorCtr="0"/>
          <a:lstStyle>
            <a:lvl1pPr>
              <a:defRPr sz="2400">
                <a:latin typeface="华文楷体" panose="02010600040101010101" pitchFamily="2" charset="-122"/>
                <a:ea typeface="华文楷体" panose="02010600040101010101" pitchFamily="2" charset="-122"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3853815" y="545783"/>
            <a:ext cx="4629150" cy="4052411"/>
          </a:xfrm>
        </p:spPr>
        <p:txBody>
          <a:bodyPr/>
          <a:lstStyle>
            <a:lvl1pPr>
              <a:defRPr sz="1800">
                <a:latin typeface="华文楷体" panose="02010600040101010101" pitchFamily="2" charset="-122"/>
                <a:ea typeface="华文楷体" panose="02010600040101010101" pitchFamily="2" charset="-122"/>
              </a:defRPr>
            </a:lvl1pPr>
            <a:lvl2pPr marL="342900" indent="0">
              <a:buNone/>
              <a:defRPr sz="1800">
                <a:latin typeface="+mn-ea"/>
                <a:ea typeface="+mn-ea"/>
              </a:defRPr>
            </a:lvl2pPr>
            <a:lvl3pPr>
              <a:defRPr sz="1800">
                <a:latin typeface="+mn-ea"/>
                <a:ea typeface="+mn-ea"/>
              </a:defRPr>
            </a:lvl3pPr>
            <a:lvl4pPr>
              <a:defRPr sz="1800">
                <a:latin typeface="+mn-ea"/>
                <a:ea typeface="+mn-ea"/>
              </a:defRPr>
            </a:lvl4pPr>
            <a:lvl5pPr>
              <a:defRPr sz="1800">
                <a:latin typeface="+mn-ea"/>
                <a:ea typeface="+mn-ea"/>
              </a:defRPr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zh-CN" altLang="en-US" dirty="0"/>
              <a:t>单击此处编辑正文</a:t>
            </a:r>
            <a:endParaRPr lang="zh-CN" altLang="en-US" dirty="0"/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630079" y="1679734"/>
            <a:ext cx="2948940" cy="2918936"/>
          </a:xfrm>
        </p:spPr>
        <p:txBody>
          <a:bodyPr/>
          <a:lstStyle>
            <a:lvl1pPr marL="257175" indent="-257175">
              <a:buFont typeface="Arial" panose="020B0604020202020204" pitchFamily="34" charset="0"/>
              <a:buChar char="•"/>
              <a:defRPr sz="1800">
                <a:latin typeface="华文楷体" panose="02010600040101010101" pitchFamily="2" charset="-122"/>
                <a:ea typeface="华文楷体" panose="02010600040101010101" pitchFamily="2" charset="-122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CN" altLang="en-US" dirty="0"/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>
              <a:sym typeface="+mn-ea"/>
            </a:endParaRP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eaLnBrk="1" hangingPunct="1"/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eaLnBrk="1" hangingPunct="1"/>
            <a:fld id="{FABC47A4-756D-490B-A52F-7D9E2C9FC05F}" type="slidenum">
              <a:rPr lang="zh-CN" altLang="en-US" smtClean="0">
                <a:solidFill>
                  <a:prstClr val="black">
                    <a:tint val="75000"/>
                  </a:prstClr>
                </a:solidFill>
                <a:cs typeface="+mn-cs"/>
              </a:rPr>
            </a:fld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9" name="标题 8"/>
          <p:cNvSpPr>
            <a:spLocks noGrp="1"/>
          </p:cNvSpPr>
          <p:nvPr>
            <p:ph type="title" hasCustomPrompt="1"/>
          </p:nvPr>
        </p:nvSpPr>
        <p:spPr>
          <a:xfrm>
            <a:off x="502444" y="4203859"/>
            <a:ext cx="8139113" cy="418624"/>
          </a:xfrm>
        </p:spPr>
        <p:txBody>
          <a:bodyPr/>
          <a:lstStyle>
            <a:lvl1pPr>
              <a:defRPr b="0">
                <a:latin typeface="华文楷体" panose="02010600040101010101" pitchFamily="2" charset="-122"/>
                <a:ea typeface="华文楷体" panose="02010600040101010101" pitchFamily="2" charset="-122"/>
              </a:defRPr>
            </a:lvl1pPr>
          </a:lstStyle>
          <a:p>
            <a:r>
              <a:rPr lang="zh-CN" altLang="en-US" dirty="0"/>
              <a:t>单击此处编辑正文</a:t>
            </a:r>
            <a:endParaRPr lang="zh-CN" altLang="en-US" dirty="0"/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502444" y="481012"/>
            <a:ext cx="8139113" cy="3417094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华文楷体" panose="02010600040101010101" pitchFamily="2" charset="-122"/>
                <a:ea typeface="华文楷体" panose="02010600040101010101" pitchFamily="2" charset="-122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250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  <a:endParaRPr dirty="0">
              <a:sym typeface="+mn-ea"/>
            </a:endParaRPr>
          </a:p>
        </p:txBody>
      </p:sp>
    </p:spTree>
  </p:cSld>
  <p:clrMapOvr>
    <a:masterClrMapping/>
  </p:clrMapOvr>
</p:sldLayout>
</file>

<file path=ppt/slideLayouts/slideLayout17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eaLnBrk="1" hangingPunct="1"/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eaLnBrk="1" hangingPunct="1"/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cs typeface="+mn-cs"/>
              </a:rPr>
            </a:fld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0" y="0"/>
            <a:ext cx="9147334" cy="5151120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华文楷体" panose="02010600040101010101" pitchFamily="2" charset="-122"/>
                <a:ea typeface="华文楷体" panose="02010600040101010101" pitchFamily="2" charset="-122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250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  <a:endParaRPr dirty="0">
              <a:sym typeface="+mn-ea"/>
            </a:endParaRPr>
          </a:p>
        </p:txBody>
      </p:sp>
    </p:spTree>
  </p:cSld>
  <p:clrMapOvr>
    <a:masterClrMapping/>
  </p:clrMapOvr>
</p:sldLayout>
</file>

<file path=ppt/slideLayouts/slideLayout1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eaLnBrk="1" hangingPunct="1"/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eaLnBrk="1" hangingPunct="1"/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cs typeface="+mn-cs"/>
              </a:rPr>
            </a:fld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350996" y="423863"/>
            <a:ext cx="4050030" cy="4295775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华文楷体" panose="02010600040101010101" pitchFamily="2" charset="-122"/>
                <a:ea typeface="华文楷体" panose="02010600040101010101" pitchFamily="2" charset="-122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250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  <a:endParaRPr dirty="0">
              <a:sym typeface="+mn-ea"/>
            </a:endParaRP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4715828" y="423863"/>
            <a:ext cx="4050030" cy="4295775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华文楷体" panose="02010600040101010101" pitchFamily="2" charset="-122"/>
                <a:ea typeface="华文楷体" panose="02010600040101010101" pitchFamily="2" charset="-122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250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  <a:endParaRPr dirty="0">
              <a:sym typeface="+mn-ea"/>
            </a:endParaRPr>
          </a:p>
        </p:txBody>
      </p:sp>
    </p:spTree>
  </p:cSld>
  <p:clrMapOvr>
    <a:masterClrMapping/>
  </p:clrMapOvr>
</p:sldLayout>
</file>

<file path=ppt/slideLayouts/slideLayout1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eaLnBrk="1" hangingPunct="1"/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eaLnBrk="1" hangingPunct="1"/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cs typeface="+mn-cs"/>
              </a:rPr>
            </a:fld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502411" y="467693"/>
            <a:ext cx="8139178" cy="674375"/>
          </a:xfrm>
        </p:spPr>
        <p:txBody>
          <a:bodyPr vert="horz" lIns="101600" tIns="38100" rIns="25400" bIns="38100" rtlCol="0" anchor="ctr" anchorCtr="0">
            <a:noAutofit/>
          </a:bodyPr>
          <a:lstStyle>
            <a:lvl1pPr marL="0" marR="0" algn="ctr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0" i="0" u="none" strike="noStrike" kern="1200" cap="none" spc="225" normalizeH="0" baseline="0" noProof="1" dirty="0">
                <a:solidFill>
                  <a:schemeClr val="tx1"/>
                </a:solidFill>
                <a:effectLst/>
                <a:uFillTx/>
                <a:latin typeface="华文楷体" panose="02010600040101010101" pitchFamily="2" charset="-122"/>
                <a:ea typeface="华文楷体" panose="02010600040101010101" pitchFamily="2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  <a:endParaRPr dirty="0">
              <a:sym typeface="+mn-ea"/>
            </a:endParaRPr>
          </a:p>
        </p:txBody>
      </p:sp>
    </p:spTree>
  </p:cSld>
  <p:clrMapOvr>
    <a:masterClrMapping/>
  </p:clrMapOvr>
</p:sldLayout>
</file>

<file path=ppt/slideLayouts/slideLayout18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4173617" y="4947088"/>
            <a:ext cx="549354" cy="121187"/>
          </a:xfrm>
        </p:spPr>
        <p:txBody>
          <a:bodyPr wrap="square">
            <a:noAutofit/>
          </a:bodyPr>
          <a:lstStyle>
            <a:lvl1pPr algn="ctr">
              <a:defRPr sz="9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eaLnBrk="1" hangingPunct="1">
              <a:defRPr/>
            </a:pPr>
            <a:r>
              <a:rPr lang="en-US" altLang="zh-CN">
                <a:solidFill>
                  <a:prstClr val="white"/>
                </a:solidFill>
              </a:rPr>
              <a:t>-</a:t>
            </a:r>
            <a:fld id="{FAEDECE0-B3E3-4E93-9B91-9F10B30F5B07}" type="slidenum">
              <a:rPr lang="en-US" altLang="zh-CN" smtClean="0">
                <a:solidFill>
                  <a:prstClr val="white"/>
                </a:solidFill>
              </a:rPr>
            </a:fld>
            <a:r>
              <a:rPr lang="en-US" altLang="zh-CN">
                <a:solidFill>
                  <a:prstClr val="white"/>
                </a:solidFill>
              </a:rPr>
              <a:t>-</a:t>
            </a:r>
            <a:endParaRPr lang="zh-CN" altLang="en-US" dirty="0">
              <a:solidFill>
                <a:prstClr val="white"/>
              </a:solidFill>
            </a:endParaRPr>
          </a:p>
        </p:txBody>
      </p:sp>
      <p:sp>
        <p:nvSpPr>
          <p:cNvPr id="7" name="文本框 6"/>
          <p:cNvSpPr txBox="1"/>
          <p:nvPr userDrawn="1"/>
        </p:nvSpPr>
        <p:spPr>
          <a:xfrm>
            <a:off x="7440782" y="4932661"/>
            <a:ext cx="1900646" cy="150041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7145" tIns="17145" rIns="17145" bIns="17145" numCol="1" spcCol="38100" rtlCol="0" anchor="t">
            <a:spAutoFit/>
          </a:bodyPr>
          <a:lstStyle/>
          <a:p>
            <a:pPr marL="0" marR="0" lvl="0" indent="0" algn="ctr" defTabSz="30988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75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华文楷体" panose="02010600040101010101" pitchFamily="2" charset="-122"/>
                <a:ea typeface="华文楷体" panose="02010600040101010101" pitchFamily="2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75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华文楷体" panose="02010600040101010101" pitchFamily="2" charset="-122"/>
                <a:ea typeface="华文楷体" panose="02010600040101010101" pitchFamily="2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  <a:endParaRPr kumimoji="0" lang="zh-CN" altLang="en-US" sz="75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华文楷体" panose="02010600040101010101" pitchFamily="2" charset="-122"/>
              <a:ea typeface="华文楷体" panose="02010600040101010101" pitchFamily="2" charset="-122"/>
              <a:cs typeface="Arial" panose="020B0604020202020204" pitchFamily="34" charset="0"/>
              <a:sym typeface="Arial" panose="020B0604020202020204"/>
            </a:endParaRPr>
          </a:p>
        </p:txBody>
      </p:sp>
      <p:cxnSp>
        <p:nvCxnSpPr>
          <p:cNvPr id="9" name="直线连接符 3"/>
          <p:cNvCxnSpPr/>
          <p:nvPr userDrawn="1"/>
        </p:nvCxnSpPr>
        <p:spPr>
          <a:xfrm>
            <a:off x="2452523" y="686268"/>
            <a:ext cx="6423841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</p:cSld>
  <p:clrMapOvr>
    <a:masterClrMapping/>
  </p:clrMapOvr>
</p:sldLayout>
</file>

<file path=ppt/slideLayouts/slideLayout1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eaLnBrk="1" hangingPunct="1"/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eaLnBrk="1" hangingPunct="1"/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cs typeface="+mn-cs"/>
              </a:rPr>
            </a:fld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</p:spTree>
  </p:cSld>
  <p:clrMapOvr>
    <a:masterClrMapping/>
  </p:clrMapOvr>
</p:sldLayout>
</file>

<file path=ppt/slideLayouts/slideLayout18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 with photo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Линия"/>
          <p:cNvSpPr/>
          <p:nvPr userDrawn="1"/>
        </p:nvSpPr>
        <p:spPr>
          <a:xfrm flipV="1">
            <a:off x="2620090" y="491252"/>
            <a:ext cx="6523911" cy="0"/>
          </a:xfrm>
          <a:prstGeom prst="line">
            <a:avLst/>
          </a:prstGeom>
          <a:ln w="57150" cap="flat" cmpd="sng">
            <a:solidFill>
              <a:srgbClr val="2F5A9E"/>
            </a:solidFill>
            <a:prstDash val="solid"/>
            <a:miter/>
            <a:headEnd type="none" w="med" len="med"/>
            <a:tailEnd type="none" w="med" len="med"/>
          </a:ln>
        </p:spPr>
      </p:sp>
      <p:sp>
        <p:nvSpPr>
          <p:cNvPr id="6" name="矩形 5"/>
          <p:cNvSpPr/>
          <p:nvPr userDrawn="1"/>
        </p:nvSpPr>
        <p:spPr>
          <a:xfrm>
            <a:off x="0" y="4855765"/>
            <a:ext cx="9144000" cy="213521"/>
          </a:xfrm>
          <a:prstGeom prst="rect">
            <a:avLst/>
          </a:prstGeom>
          <a:solidFill>
            <a:srgbClr val="2F5A9E"/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14288" tIns="14288" rIns="14288" bIns="14288" numCol="1" spcCol="38100" rtlCol="0" anchor="ctr" forceAA="0">
            <a:spAutoFit/>
          </a:bodyPr>
          <a:lstStyle/>
          <a:p>
            <a:pPr marL="0" marR="0" lvl="0" indent="0" algn="ctr" defTabSz="30988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1" i="0" u="none" strike="noStrike" kern="1200" cap="none" spc="0" normalizeH="0" baseline="0" noProof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Helvetica Light"/>
              <a:ea typeface="Helvetica Light"/>
              <a:cs typeface="Helvetica Light"/>
              <a:sym typeface="Helvetica Light"/>
            </a:endParaRPr>
          </a:p>
        </p:txBody>
      </p:sp>
      <p:sp>
        <p:nvSpPr>
          <p:cNvPr id="11" name="矩形 10"/>
          <p:cNvSpPr/>
          <p:nvPr userDrawn="1"/>
        </p:nvSpPr>
        <p:spPr>
          <a:xfrm>
            <a:off x="8520709" y="4855765"/>
            <a:ext cx="623292" cy="213521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14288" tIns="14288" rIns="14288" bIns="14288" numCol="1" spcCol="38100" rtlCol="0" anchor="ctr" forceAA="0">
            <a:spAutoFit/>
          </a:bodyPr>
          <a:lstStyle/>
          <a:p>
            <a:pPr marL="0" marR="0" lvl="0" indent="0" algn="ctr" defTabSz="30988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1" i="0" u="none" strike="noStrike" kern="1200" cap="none" spc="0" normalizeH="0" baseline="0" noProof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Helvetica Light"/>
              <a:ea typeface="Helvetica Light"/>
              <a:cs typeface="Helvetica Light"/>
              <a:sym typeface="Helvetica Light"/>
            </a:endParaRPr>
          </a:p>
        </p:txBody>
      </p:sp>
      <p:pic>
        <p:nvPicPr>
          <p:cNvPr id="5" name="图片 4" descr="12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87192" y="228124"/>
            <a:ext cx="1986677" cy="394811"/>
          </a:xfrm>
          <a:prstGeom prst="rect">
            <a:avLst/>
          </a:prstGeom>
        </p:spPr>
      </p:pic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hangingPunct="1"/>
            <a:endParaRPr lang="zh-CN" altLang="en-US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eaLnBrk="1" hangingPunct="1"/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eaLnBrk="1" hangingPunct="1"/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cs typeface="+mn-cs"/>
              </a:rPr>
            </a:fld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</p:spTree>
  </p:cSld>
  <p:clrMapOvr>
    <a:masterClrMapping/>
  </p:clrMapOvr>
  <p:transition spd="med"/>
</p:sldLayout>
</file>

<file path=ppt/slideLayouts/slideLayout18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502411" y="1731661"/>
            <a:ext cx="8139178" cy="674375"/>
          </a:xfrm>
        </p:spPr>
        <p:txBody>
          <a:bodyPr lIns="101600" tIns="38100" rIns="25400" bIns="38100" anchor="t" anchorCtr="0">
            <a:noAutofit/>
          </a:bodyPr>
          <a:lstStyle>
            <a:lvl1pPr algn="ctr">
              <a:defRPr sz="4050" b="0" spc="225">
                <a:effectLst/>
                <a:latin typeface="+mn-ea"/>
                <a:ea typeface="+mn-ea"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502444" y="2674144"/>
            <a:ext cx="8139113" cy="601028"/>
          </a:xfrm>
        </p:spPr>
        <p:txBody>
          <a:bodyPr lIns="101600"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1800" u="none" strike="noStrike" kern="1200" cap="none" spc="75" normalizeH="0" baseline="0">
                <a:solidFill>
                  <a:schemeClr val="tx1"/>
                </a:solidFill>
                <a:uFillTx/>
                <a:latin typeface="+mn-ea"/>
                <a:ea typeface="+mn-ea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zh-CN" altLang="en-US" dirty="0"/>
              <a:t>单击此处编辑副标题</a:t>
            </a:r>
            <a:endParaRPr lang="zh-CN" altLang="en-US" dirty="0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eaLnBrk="1" hangingPunct="1"/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eaLnBrk="1" hangingPunct="1"/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cs typeface="+mn-cs"/>
              </a:rPr>
            </a:fld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</p:spTree>
  </p:cSld>
  <p:clrMapOvr>
    <a:masterClrMapping/>
  </p:clrMapOvr>
</p:sldLayout>
</file>

<file path=ppt/slideLayouts/slideLayout18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hangingPunct="1"/>
            <a:endParaRPr lang="zh-CN" altLang="en-US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eaLnBrk="1" hangingPunct="1"/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eaLnBrk="1" hangingPunct="1"/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cs typeface="+mn-cs"/>
              </a:rPr>
            </a:fld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</p:spTree>
  </p:cSld>
  <p:clrMapOvr>
    <a:masterClrMapping/>
  </p:clrMapOvr>
</p:sldLayout>
</file>

<file path=ppt/slideLayouts/slideLayout18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502411" y="435919"/>
            <a:ext cx="8139178" cy="48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1" i="0" u="none" strike="noStrike" kern="1200" cap="none" spc="75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  <a:endParaRPr dirty="0">
              <a:sym typeface="+mn-ea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eaLnBrk="1" hangingPunct="1"/>
            <a:endParaRPr lang="zh-CN" altLang="en-US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eaLnBrk="1" hangingPunct="1"/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cs typeface="+mn-cs"/>
              </a:rPr>
            </a:fld>
            <a:endParaRPr lang="zh-CN" altLang="en-US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502444" y="1131094"/>
            <a:ext cx="8139113" cy="3561874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zh-CN" altLang="en-US" dirty="0"/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8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eaLnBrk="1" hangingPunct="1"/>
            <a:endParaRPr lang="zh-CN" altLang="en-US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eaLnBrk="1" hangingPunct="1"/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cs typeface="+mn-cs"/>
              </a:rPr>
            </a:fld>
            <a:endParaRPr lang="zh-CN" altLang="en-US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630079" y="545783"/>
            <a:ext cx="2948940" cy="836295"/>
          </a:xfrm>
        </p:spPr>
        <p:txBody>
          <a:bodyPr anchor="ctr" anchorCtr="0"/>
          <a:lstStyle>
            <a:lvl1pPr>
              <a:defRPr sz="240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3853815" y="545783"/>
            <a:ext cx="4629150" cy="4052411"/>
          </a:xfrm>
        </p:spPr>
        <p:txBody>
          <a:bodyPr/>
          <a:lstStyle>
            <a:lvl1pPr>
              <a:defRPr sz="1800">
                <a:latin typeface="+mn-ea"/>
                <a:ea typeface="+mn-ea"/>
              </a:defRPr>
            </a:lvl1pPr>
            <a:lvl2pPr marL="342900" indent="0">
              <a:buNone/>
              <a:defRPr sz="1800">
                <a:latin typeface="+mn-ea"/>
                <a:ea typeface="+mn-ea"/>
              </a:defRPr>
            </a:lvl2pPr>
            <a:lvl3pPr>
              <a:defRPr sz="1800">
                <a:latin typeface="+mn-ea"/>
                <a:ea typeface="+mn-ea"/>
              </a:defRPr>
            </a:lvl3pPr>
            <a:lvl4pPr>
              <a:defRPr sz="1800">
                <a:latin typeface="+mn-ea"/>
                <a:ea typeface="+mn-ea"/>
              </a:defRPr>
            </a:lvl4pPr>
            <a:lvl5pPr>
              <a:defRPr sz="1800">
                <a:latin typeface="+mn-ea"/>
                <a:ea typeface="+mn-ea"/>
              </a:defRPr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zh-CN" altLang="en-US"/>
              <a:t>单击此处编辑正文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630079" y="1679734"/>
            <a:ext cx="2948940" cy="2918936"/>
          </a:xfrm>
        </p:spPr>
        <p:txBody>
          <a:bodyPr/>
          <a:lstStyle>
            <a:lvl1pPr marL="257175" indent="-257175">
              <a:buFont typeface="Arial" panose="020B0604020202020204" pitchFamily="34" charset="0"/>
              <a:buChar char="•"/>
              <a:defRPr sz="1800">
                <a:latin typeface="+mn-ea"/>
                <a:ea typeface="+mn-ea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CN" altLang="en-US"/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>
              <a:sym typeface="+mn-ea"/>
            </a:endParaRP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18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eaLnBrk="1" hangingPunct="1"/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eaLnBrk="1" hangingPunct="1"/>
            <a:fld id="{FABC47A4-756D-490B-A52F-7D9E2C9FC05F}" type="slidenum">
              <a:rPr lang="zh-CN" altLang="en-US" smtClean="0">
                <a:solidFill>
                  <a:prstClr val="black">
                    <a:tint val="75000"/>
                  </a:prstClr>
                </a:solidFill>
                <a:cs typeface="+mn-cs"/>
              </a:rPr>
            </a:fld>
            <a:endParaRPr lang="zh-CN" altLang="en-US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9" name="标题 8"/>
          <p:cNvSpPr>
            <a:spLocks noGrp="1"/>
          </p:cNvSpPr>
          <p:nvPr>
            <p:ph type="title" hasCustomPrompt="1"/>
          </p:nvPr>
        </p:nvSpPr>
        <p:spPr>
          <a:xfrm>
            <a:off x="502444" y="4203859"/>
            <a:ext cx="8139113" cy="418624"/>
          </a:xfrm>
        </p:spPr>
        <p:txBody>
          <a:bodyPr/>
          <a:lstStyle>
            <a:lvl1pPr>
              <a:defRPr b="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单击此处编辑正文</a:t>
            </a:r>
            <a:endParaRPr lang="zh-CN" altLang="en-US"/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502444" y="481012"/>
            <a:ext cx="8139113" cy="3417094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250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  <a:endParaRPr dirty="0">
              <a:sym typeface="+mn-ea"/>
            </a:endParaRPr>
          </a:p>
        </p:txBody>
      </p:sp>
    </p:spTree>
  </p:cSld>
  <p:clrMapOvr>
    <a:masterClrMapping/>
  </p:clrMapOvr>
</p:sldLayout>
</file>

<file path=ppt/slideLayouts/slideLayout18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eaLnBrk="1" hangingPunct="1"/>
            <a:endParaRPr lang="zh-CN" altLang="en-US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eaLnBrk="1" hangingPunct="1"/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cs typeface="+mn-cs"/>
              </a:rPr>
            </a:fld>
            <a:endParaRPr lang="zh-CN" altLang="en-US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0" y="0"/>
            <a:ext cx="9147334" cy="5151120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250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  <a:endParaRPr dirty="0">
              <a:sym typeface="+mn-ea"/>
            </a:endParaRPr>
          </a:p>
        </p:txBody>
      </p:sp>
    </p:spTree>
  </p:cSld>
  <p:clrMapOvr>
    <a:masterClrMapping/>
  </p:clrMapOvr>
</p:sldLayout>
</file>

<file path=ppt/slideLayouts/slideLayout19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eaLnBrk="1" hangingPunct="1"/>
            <a:endParaRPr lang="zh-CN" altLang="en-US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eaLnBrk="1" hangingPunct="1"/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cs typeface="+mn-cs"/>
              </a:rPr>
            </a:fld>
            <a:endParaRPr lang="zh-CN" altLang="en-US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350996" y="423863"/>
            <a:ext cx="4050030" cy="4295775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250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  <a:endParaRPr dirty="0">
              <a:sym typeface="+mn-ea"/>
            </a:endParaRP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4715828" y="423863"/>
            <a:ext cx="4050030" cy="4295775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250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</a:t>
            </a:r>
            <a:r>
              <a:rPr>
                <a:sym typeface="+mn-ea"/>
              </a:rPr>
              <a:t>正文</a:t>
            </a:r>
            <a:endParaRPr dirty="0">
              <a:sym typeface="+mn-ea"/>
            </a:endParaRPr>
          </a:p>
        </p:txBody>
      </p:sp>
    </p:spTree>
  </p:cSld>
  <p:clrMapOvr>
    <a:masterClrMapping/>
  </p:clrMapOvr>
</p:sldLayout>
</file>

<file path=ppt/slideLayouts/slideLayout19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eaLnBrk="1" hangingPunct="1"/>
            <a:endParaRPr lang="zh-CN" altLang="en-US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eaLnBrk="1" hangingPunct="1"/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cs typeface="+mn-cs"/>
              </a:rPr>
            </a:fld>
            <a:endParaRPr lang="zh-CN" altLang="en-US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502411" y="467693"/>
            <a:ext cx="8139178" cy="674375"/>
          </a:xfrm>
        </p:spPr>
        <p:txBody>
          <a:bodyPr vert="horz" lIns="101600" tIns="38100" rIns="25400" bIns="38100" rtlCol="0" anchor="ctr" anchorCtr="0">
            <a:noAutofit/>
          </a:bodyPr>
          <a:lstStyle>
            <a:lvl1pPr marL="0" marR="0" algn="ctr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0" i="0" u="none" strike="noStrike" kern="1200" cap="none" spc="225" normalizeH="0" baseline="0" noProof="1" dirty="0">
                <a:solidFill>
                  <a:schemeClr val="tx1"/>
                </a:solidFill>
                <a:effectLst/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  <a:endParaRPr>
              <a:sym typeface="+mn-ea"/>
            </a:endParaRPr>
          </a:p>
        </p:txBody>
      </p:sp>
    </p:spTree>
  </p:cSld>
  <p:clrMapOvr>
    <a:masterClrMapping/>
  </p:clrMapOvr>
</p:sldLayout>
</file>

<file path=ppt/slideLayouts/slideLayout19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4173617" y="4947088"/>
            <a:ext cx="549354" cy="121187"/>
          </a:xfrm>
        </p:spPr>
        <p:txBody>
          <a:bodyPr wrap="square">
            <a:noAutofit/>
          </a:bodyPr>
          <a:lstStyle>
            <a:lvl1pPr algn="ctr">
              <a:defRPr sz="9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eaLnBrk="1" hangingPunct="1">
              <a:defRPr/>
            </a:pPr>
            <a:r>
              <a:rPr lang="en-US" altLang="zh-CN">
                <a:solidFill>
                  <a:prstClr val="white"/>
                </a:solidFill>
              </a:rPr>
              <a:t>-</a:t>
            </a:r>
            <a:fld id="{FAEDECE0-B3E3-4E93-9B91-9F10B30F5B07}" type="slidenum">
              <a:rPr lang="en-US" altLang="zh-CN" smtClean="0">
                <a:solidFill>
                  <a:prstClr val="white"/>
                </a:solidFill>
              </a:rPr>
            </a:fld>
            <a:r>
              <a:rPr lang="en-US" altLang="zh-CN">
                <a:solidFill>
                  <a:prstClr val="white"/>
                </a:solidFill>
              </a:rPr>
              <a:t>-</a:t>
            </a:r>
            <a:endParaRPr lang="zh-CN" altLang="en-US" dirty="0">
              <a:solidFill>
                <a:prstClr val="white"/>
              </a:solidFill>
            </a:endParaRPr>
          </a:p>
        </p:txBody>
      </p:sp>
      <p:sp>
        <p:nvSpPr>
          <p:cNvPr id="7" name="文本框 6"/>
          <p:cNvSpPr txBox="1"/>
          <p:nvPr userDrawn="1"/>
        </p:nvSpPr>
        <p:spPr>
          <a:xfrm>
            <a:off x="7440782" y="4932661"/>
            <a:ext cx="1900646" cy="150041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7145" tIns="17145" rIns="17145" bIns="17145" numCol="1" spcCol="38100" rtlCol="0" anchor="t">
            <a:spAutoFit/>
          </a:bodyPr>
          <a:lstStyle/>
          <a:p>
            <a:pPr marL="0" marR="0" lvl="0" indent="0" algn="ctr" defTabSz="30988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75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75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  <a:endParaRPr kumimoji="0" lang="zh-CN" altLang="en-US" sz="75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Arial" panose="020B0604020202020204" pitchFamily="34" charset="0"/>
              <a:sym typeface="Arial" panose="020B0604020202020204"/>
            </a:endParaRPr>
          </a:p>
        </p:txBody>
      </p:sp>
      <p:cxnSp>
        <p:nvCxnSpPr>
          <p:cNvPr id="9" name="直线连接符 3"/>
          <p:cNvCxnSpPr/>
          <p:nvPr userDrawn="1"/>
        </p:nvCxnSpPr>
        <p:spPr>
          <a:xfrm>
            <a:off x="2452523" y="686268"/>
            <a:ext cx="6423841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</p:cSld>
  <p:clrMapOvr>
    <a:masterClrMapping/>
  </p:clrMapOvr>
</p:sldLayout>
</file>

<file path=ppt/slideLayouts/slideLayout19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eaLnBrk="1" hangingPunct="1"/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eaLnBrk="1" hangingPunct="1"/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cs typeface="+mn-cs"/>
              </a:rPr>
            </a:fld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</p:spTree>
  </p:cSld>
  <p:clrMapOvr>
    <a:masterClrMapping/>
  </p:clrMapOvr>
</p:sldLayout>
</file>

<file path=ppt/slideLayouts/slideLayout19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502411" y="1731661"/>
            <a:ext cx="8139178" cy="674375"/>
          </a:xfrm>
        </p:spPr>
        <p:txBody>
          <a:bodyPr lIns="101600" tIns="38100" rIns="25400" bIns="38100" anchor="t" anchorCtr="0">
            <a:noAutofit/>
          </a:bodyPr>
          <a:lstStyle>
            <a:lvl1pPr algn="ctr">
              <a:defRPr sz="4050" b="0" spc="225">
                <a:effectLst/>
                <a:latin typeface="+mn-ea"/>
                <a:ea typeface="+mn-ea"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502444" y="2674144"/>
            <a:ext cx="8139113" cy="601028"/>
          </a:xfrm>
        </p:spPr>
        <p:txBody>
          <a:bodyPr lIns="101600"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1800" u="none" strike="noStrike" kern="1200" cap="none" spc="75" normalizeH="0" baseline="0">
                <a:solidFill>
                  <a:schemeClr val="tx1"/>
                </a:solidFill>
                <a:uFillTx/>
                <a:latin typeface="+mn-ea"/>
                <a:ea typeface="+mn-ea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zh-CN" altLang="en-US" dirty="0"/>
              <a:t>单击此处编辑副标题</a:t>
            </a:r>
            <a:endParaRPr lang="zh-CN" altLang="en-US" dirty="0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19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19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502411" y="435919"/>
            <a:ext cx="8139178" cy="48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1" i="0" u="none" strike="noStrike" kern="1200" cap="none" spc="75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  <a:endParaRPr dirty="0">
              <a:sym typeface="+mn-ea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502444" y="1131094"/>
            <a:ext cx="8139113" cy="3561874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zh-CN" altLang="en-US" dirty="0"/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9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630079" y="545783"/>
            <a:ext cx="2948940" cy="836295"/>
          </a:xfrm>
        </p:spPr>
        <p:txBody>
          <a:bodyPr anchor="ctr" anchorCtr="0"/>
          <a:lstStyle>
            <a:lvl1pPr>
              <a:defRPr sz="240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3853815" y="545783"/>
            <a:ext cx="4629150" cy="4052411"/>
          </a:xfrm>
        </p:spPr>
        <p:txBody>
          <a:bodyPr/>
          <a:lstStyle>
            <a:lvl1pPr>
              <a:defRPr sz="1800">
                <a:latin typeface="+mn-ea"/>
                <a:ea typeface="+mn-ea"/>
              </a:defRPr>
            </a:lvl1pPr>
            <a:lvl2pPr marL="342900" indent="0">
              <a:buNone/>
              <a:defRPr sz="1800">
                <a:latin typeface="+mn-ea"/>
                <a:ea typeface="+mn-ea"/>
              </a:defRPr>
            </a:lvl2pPr>
            <a:lvl3pPr>
              <a:defRPr sz="1800">
                <a:latin typeface="+mn-ea"/>
                <a:ea typeface="+mn-ea"/>
              </a:defRPr>
            </a:lvl3pPr>
            <a:lvl4pPr>
              <a:defRPr sz="1800">
                <a:latin typeface="+mn-ea"/>
                <a:ea typeface="+mn-ea"/>
              </a:defRPr>
            </a:lvl4pPr>
            <a:lvl5pPr>
              <a:defRPr sz="1800">
                <a:latin typeface="+mn-ea"/>
                <a:ea typeface="+mn-ea"/>
              </a:defRPr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zh-CN" altLang="en-US"/>
              <a:t>单击此处编辑正文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630079" y="1679734"/>
            <a:ext cx="2948940" cy="2918936"/>
          </a:xfrm>
        </p:spPr>
        <p:txBody>
          <a:bodyPr/>
          <a:lstStyle>
            <a:lvl1pPr marL="257175" indent="-257175">
              <a:buFont typeface="Arial" panose="020B0604020202020204" pitchFamily="34" charset="0"/>
              <a:buChar char="•"/>
              <a:defRPr sz="1800">
                <a:latin typeface="+mn-ea"/>
                <a:ea typeface="+mn-ea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CN" altLang="en-US"/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>
              <a:sym typeface="+mn-ea"/>
            </a:endParaRP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19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 hasCustomPrompt="1"/>
          </p:nvPr>
        </p:nvSpPr>
        <p:spPr>
          <a:xfrm>
            <a:off x="502444" y="4203859"/>
            <a:ext cx="8139113" cy="418624"/>
          </a:xfrm>
        </p:spPr>
        <p:txBody>
          <a:bodyPr/>
          <a:lstStyle>
            <a:lvl1pPr>
              <a:defRPr b="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单击此处编辑正文</a:t>
            </a:r>
            <a:endParaRPr lang="zh-CN" altLang="en-US"/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502444" y="481012"/>
            <a:ext cx="8139113" cy="3417094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250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  <a:endParaRPr dirty="0">
              <a:sym typeface="+mn-ea"/>
            </a:endParaRPr>
          </a:p>
        </p:txBody>
      </p:sp>
    </p:spTree>
  </p:cSld>
  <p:clrMapOvr>
    <a:masterClrMapping/>
  </p:clrMapOvr>
</p:sldLayout>
</file>

<file path=ppt/slideLayouts/slideLayout19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0" y="0"/>
            <a:ext cx="9147334" cy="5151120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250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  <a:endParaRPr dirty="0">
              <a:sym typeface="+mn-ea"/>
            </a:endParaRPr>
          </a:p>
        </p:txBody>
      </p:sp>
    </p:spTree>
  </p:cSld>
  <p:clrMapOvr>
    <a:masterClrMapping/>
  </p:clrMapOvr>
</p:sldLayout>
</file>

<file path=ppt/slideLayouts/slideLayout20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350996" y="423863"/>
            <a:ext cx="4050030" cy="4295775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250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  <a:endParaRPr dirty="0">
              <a:sym typeface="+mn-ea"/>
            </a:endParaRP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4715828" y="423863"/>
            <a:ext cx="4050030" cy="4295775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250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</a:t>
            </a:r>
            <a:r>
              <a:rPr>
                <a:sym typeface="+mn-ea"/>
              </a:rPr>
              <a:t>正文</a:t>
            </a:r>
            <a:endParaRPr dirty="0">
              <a:sym typeface="+mn-ea"/>
            </a:endParaRPr>
          </a:p>
        </p:txBody>
      </p:sp>
    </p:spTree>
  </p:cSld>
  <p:clrMapOvr>
    <a:masterClrMapping/>
  </p:clrMapOvr>
</p:sldLayout>
</file>

<file path=ppt/slideLayouts/slideLayout20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502411" y="467693"/>
            <a:ext cx="8139178" cy="674375"/>
          </a:xfrm>
        </p:spPr>
        <p:txBody>
          <a:bodyPr vert="horz" lIns="101600" tIns="38100" rIns="25400" bIns="38100" rtlCol="0" anchor="ctr" anchorCtr="0">
            <a:noAutofit/>
          </a:bodyPr>
          <a:lstStyle>
            <a:lvl1pPr marL="0" marR="0" algn="ctr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0" i="0" u="none" strike="noStrike" kern="1200" cap="none" spc="225" normalizeH="0" baseline="0" noProof="1" dirty="0">
                <a:solidFill>
                  <a:schemeClr val="tx1"/>
                </a:solidFill>
                <a:effectLst/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  <a:endParaRPr>
              <a:sym typeface="+mn-ea"/>
            </a:endParaRPr>
          </a:p>
        </p:txBody>
      </p:sp>
    </p:spTree>
  </p:cSld>
  <p:clrMapOvr>
    <a:masterClrMapping/>
  </p:clrMapOvr>
</p:sldLayout>
</file>

<file path=ppt/slideLayouts/slideLayout20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4173617" y="4947088"/>
            <a:ext cx="549354" cy="121187"/>
          </a:xfrm>
        </p:spPr>
        <p:txBody>
          <a:bodyPr wrap="square">
            <a:noAutofit/>
          </a:bodyPr>
          <a:lstStyle>
            <a:lvl1pPr algn="ctr">
              <a:defRPr sz="9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altLang="zh-CN"/>
              <a:t>-</a:t>
            </a:r>
            <a:fld id="{FAEDECE0-B3E3-4E93-9B91-9F10B30F5B07}" type="slidenum">
              <a:rPr lang="en-US" altLang="zh-CN" smtClean="0"/>
            </a:fld>
            <a:r>
              <a:rPr lang="en-US" altLang="zh-CN"/>
              <a:t>-</a:t>
            </a:r>
            <a:endParaRPr lang="zh-CN" altLang="en-US" dirty="0"/>
          </a:p>
        </p:txBody>
      </p:sp>
      <p:sp>
        <p:nvSpPr>
          <p:cNvPr id="7" name="文本框 6"/>
          <p:cNvSpPr txBox="1"/>
          <p:nvPr userDrawn="1"/>
        </p:nvSpPr>
        <p:spPr>
          <a:xfrm>
            <a:off x="7440782" y="4932661"/>
            <a:ext cx="1900646" cy="150041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7145" tIns="17145" rIns="17145" bIns="17145" numCol="1" spcCol="38100" rtlCol="0" anchor="t">
            <a:spAutoFit/>
          </a:bodyPr>
          <a:lstStyle/>
          <a:p>
            <a:pPr marL="0" marR="0" indent="0" algn="ctr" defTabSz="30988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750" b="0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750" b="0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  <a:endParaRPr kumimoji="0" lang="zh-CN" altLang="en-US" sz="750" b="0" i="0" u="none" strike="noStrike" cap="none" spc="0" normalizeH="0" baseline="0" dirty="0">
              <a:ln>
                <a:noFill/>
              </a:ln>
              <a:solidFill>
                <a:schemeClr val="bg1"/>
              </a:solidFill>
              <a:effectLst/>
              <a:uFillTx/>
              <a:latin typeface="微软雅黑" panose="020B0503020204020204" pitchFamily="34" charset="-122"/>
              <a:ea typeface="微软雅黑" panose="020B0503020204020204" pitchFamily="34" charset="-122"/>
              <a:cs typeface="Arial" panose="020B0604020202020204" pitchFamily="34" charset="0"/>
              <a:sym typeface="Arial" panose="020B0604020202020204"/>
            </a:endParaRPr>
          </a:p>
        </p:txBody>
      </p:sp>
      <p:cxnSp>
        <p:nvCxnSpPr>
          <p:cNvPr id="9" name="直线连接符 3"/>
          <p:cNvCxnSpPr/>
          <p:nvPr userDrawn="1"/>
        </p:nvCxnSpPr>
        <p:spPr>
          <a:xfrm>
            <a:off x="2452523" y="686268"/>
            <a:ext cx="6423841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</p:cSld>
  <p:clrMapOvr>
    <a:masterClrMapping/>
  </p:clrMapOvr>
</p:sldLayout>
</file>

<file path=ppt/slideLayouts/slideLayout20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0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 with photo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Линия"/>
          <p:cNvSpPr/>
          <p:nvPr userDrawn="1"/>
        </p:nvSpPr>
        <p:spPr>
          <a:xfrm flipV="1">
            <a:off x="2620089" y="491014"/>
            <a:ext cx="6581061" cy="238"/>
          </a:xfrm>
          <a:prstGeom prst="line">
            <a:avLst/>
          </a:prstGeom>
          <a:ln w="57150" cap="flat" cmpd="sng">
            <a:solidFill>
              <a:srgbClr val="2F5A9E"/>
            </a:solidFill>
            <a:prstDash val="solid"/>
            <a:miter/>
            <a:headEnd type="none" w="med" len="med"/>
            <a:tailEnd type="none" w="med" len="med"/>
          </a:ln>
        </p:spPr>
      </p:sp>
      <p:sp>
        <p:nvSpPr>
          <p:cNvPr id="6" name="矩形 5"/>
          <p:cNvSpPr/>
          <p:nvPr userDrawn="1"/>
        </p:nvSpPr>
        <p:spPr>
          <a:xfrm>
            <a:off x="-28575" y="4855765"/>
            <a:ext cx="9201150" cy="213521"/>
          </a:xfrm>
          <a:prstGeom prst="rect">
            <a:avLst/>
          </a:prstGeom>
          <a:solidFill>
            <a:srgbClr val="2F5A9E"/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14288" tIns="14288" rIns="14288" bIns="14288" numCol="1" spcCol="38100" rtlCol="0" anchor="ctr" forceAA="0">
            <a:spAutoFit/>
          </a:bodyPr>
          <a:lstStyle/>
          <a:p>
            <a:pPr marL="0" marR="0" lvl="0" indent="0" algn="ctr" defTabSz="30988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1" i="0" u="none" strike="noStrike" kern="1200" cap="none" spc="0" normalizeH="0" baseline="0" noProof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Helvetica Light"/>
              <a:ea typeface="Helvetica Light"/>
              <a:cs typeface="Helvetica Light"/>
              <a:sym typeface="Helvetica Light"/>
            </a:endParaRPr>
          </a:p>
        </p:txBody>
      </p:sp>
      <p:sp>
        <p:nvSpPr>
          <p:cNvPr id="11" name="矩形 10"/>
          <p:cNvSpPr/>
          <p:nvPr userDrawn="1"/>
        </p:nvSpPr>
        <p:spPr>
          <a:xfrm>
            <a:off x="8520708" y="4855765"/>
            <a:ext cx="651867" cy="213521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14288" tIns="14288" rIns="14288" bIns="14288" numCol="1" spcCol="38100" rtlCol="0" anchor="ctr" forceAA="0">
            <a:spAutoFit/>
          </a:bodyPr>
          <a:lstStyle/>
          <a:p>
            <a:pPr marL="0" marR="0" lvl="0" indent="0" algn="ctr" defTabSz="30988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1" i="0" u="none" strike="noStrike" kern="1200" cap="none" spc="0" normalizeH="0" baseline="0" noProof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Helvetica Light"/>
              <a:ea typeface="Helvetica Light"/>
              <a:cs typeface="Helvetica Light"/>
              <a:sym typeface="Helvetica Light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>
          <a:xfrm>
            <a:off x="8470531" y="4657159"/>
            <a:ext cx="222818" cy="215444"/>
          </a:xfrm>
          <a:prstGeom prst="rect">
            <a:avLst/>
          </a:prstGeom>
          <a:noFill/>
          <a:ln w="12700">
            <a:noFill/>
          </a:ln>
        </p:spPr>
        <p:txBody>
          <a:bodyPr wrap="none" lIns="38100" tIns="38100" rIns="38100" bIns="38100">
            <a:spAutoFit/>
          </a:bodyPr>
          <a:lstStyle/>
          <a:p>
            <a:pPr eaLnBrk="1" hangingPunct="1">
              <a:defRPr/>
            </a:pPr>
            <a:fld id="{9A0DB2DC-4C9A-4742-B13C-FB6460FD3503}" type="slidenum">
              <a:rPr lang="zh-CN" altLang="en-US" noProof="1" smtClean="0">
                <a:solidFill>
                  <a:prstClr val="black">
                    <a:tint val="75000"/>
                  </a:prstClr>
                </a:solidFill>
                <a:latin typeface="Open Sans" panose="020B0606030504020204" pitchFamily="34" charset="0"/>
                <a:ea typeface="Arial" panose="020B0604020202020204" pitchFamily="34" charset="0"/>
                <a:cs typeface="Open Sans" panose="020B0606030504020204" pitchFamily="34" charset="0"/>
                <a:sym typeface="Open Sans" panose="020B0606030504020204" pitchFamily="34" charset="0"/>
              </a:rPr>
            </a:fld>
            <a:endParaRPr lang="zh-CN" altLang="en-US" noProof="1">
              <a:solidFill>
                <a:prstClr val="black">
                  <a:tint val="75000"/>
                </a:prstClr>
              </a:solidFill>
              <a:latin typeface="Arial" panose="020B0604020202020204" pitchFamily="34" charset="0"/>
              <a:cs typeface="Open Sans" panose="020B0606030504020204" pitchFamily="34" charset="0"/>
              <a:sym typeface="Open Sans" panose="020B0606030504020204" pitchFamily="34" charset="0"/>
            </a:endParaRPr>
          </a:p>
        </p:txBody>
      </p:sp>
      <p:pic>
        <p:nvPicPr>
          <p:cNvPr id="5" name="图片 4" descr="12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87191" y="228124"/>
            <a:ext cx="1986677" cy="394811"/>
          </a:xfrm>
          <a:prstGeom prst="rect">
            <a:avLst/>
          </a:prstGeom>
        </p:spPr>
      </p:pic>
    </p:spTree>
  </p:cSld>
  <p:clrMapOvr>
    <a:masterClrMapping/>
  </p:clrMapOvr>
  <p:transition spd="med"/>
</p:sldLayout>
</file>

<file path=ppt/slideLayouts/slideLayout20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502411" y="1731661"/>
            <a:ext cx="8139178" cy="674375"/>
          </a:xfrm>
        </p:spPr>
        <p:txBody>
          <a:bodyPr lIns="101600" tIns="38100" rIns="25400" bIns="38100" anchor="t" anchorCtr="0">
            <a:noAutofit/>
          </a:bodyPr>
          <a:lstStyle>
            <a:lvl1pPr algn="ctr">
              <a:defRPr sz="4050" b="0" spc="225">
                <a:effectLst/>
                <a:latin typeface="华文楷体" panose="02010600040101010101" pitchFamily="2" charset="-122"/>
                <a:ea typeface="华文楷体" panose="02010600040101010101" pitchFamily="2" charset="-122"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502444" y="2674144"/>
            <a:ext cx="8139113" cy="601028"/>
          </a:xfrm>
        </p:spPr>
        <p:txBody>
          <a:bodyPr lIns="101600"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1800" u="none" strike="noStrike" kern="1200" cap="none" spc="75" normalizeH="0" baseline="0">
                <a:solidFill>
                  <a:schemeClr val="tx1"/>
                </a:solidFill>
                <a:uFillTx/>
                <a:latin typeface="华文楷体" panose="02010600040101010101" pitchFamily="2" charset="-122"/>
                <a:ea typeface="华文楷体" panose="02010600040101010101" pitchFamily="2" charset="-122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zh-CN" altLang="en-US" dirty="0"/>
              <a:t>单击此处编辑副标题</a:t>
            </a:r>
            <a:endParaRPr lang="zh-CN" altLang="en-US" dirty="0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marL="0" marR="0" lvl="0" indent="0" algn="ctr" defTabSz="3098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华文楷体" panose="02010600040101010101" pitchFamily="2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marL="0" marR="0" lvl="0" indent="0" algn="r" defTabSz="3098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49AE70B2-8BF9-45C0-BB95-33D1B9D3A854}" type="slidenum">
              <a:rPr kumimoji="0" lang="zh-CN" alt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华文楷体" panose="02010600040101010101" pitchFamily="2" charset="-122"/>
                <a:cs typeface="+mn-cs"/>
                <a:sym typeface="Arial" panose="020B0604020202020204" pitchFamily="34" charset="0"/>
              </a:rPr>
            </a:fld>
            <a:endParaRPr kumimoji="0" lang="zh-CN" alt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华文楷体" panose="02010600040101010101" pitchFamily="2" charset="-122"/>
              <a:cs typeface="+mn-cs"/>
              <a:sym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20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  <a:ea typeface="华文楷体" panose="02010600040101010101" pitchFamily="2" charset="-122"/>
              </a:defRPr>
            </a:lvl1pPr>
          </a:lstStyle>
          <a:p>
            <a:r>
              <a:rPr kumimoji="1" lang="zh-CN" altLang="en-US" dirty="0"/>
              <a:t>单击此处编辑母版标题样式</a:t>
            </a:r>
            <a:endParaRPr kumimoji="1"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3098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华文楷体" panose="02010600040101010101" pitchFamily="2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3098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华文楷体" panose="02010600040101010101" pitchFamily="2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3098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49AE70B2-8BF9-45C0-BB95-33D1B9D3A854}" type="slidenum">
              <a:rPr kumimoji="0" lang="zh-CN" alt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华文楷体" panose="02010600040101010101" pitchFamily="2" charset="-122"/>
                <a:cs typeface="+mn-cs"/>
                <a:sym typeface="Arial" panose="020B0604020202020204" pitchFamily="34" charset="0"/>
              </a:rPr>
            </a:fld>
            <a:endParaRPr kumimoji="0" lang="zh-CN" alt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华文楷体" panose="02010600040101010101" pitchFamily="2" charset="-122"/>
              <a:cs typeface="+mn-cs"/>
              <a:sym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20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502411" y="435919"/>
            <a:ext cx="8139178" cy="48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1" i="0" u="none" strike="noStrike" kern="1200" cap="none" spc="75" normalizeH="0" baseline="0" noProof="1" dirty="0">
                <a:solidFill>
                  <a:schemeClr val="tx1"/>
                </a:solidFill>
                <a:uFillTx/>
                <a:latin typeface="华文楷体" panose="02010600040101010101" pitchFamily="2" charset="-122"/>
                <a:ea typeface="华文楷体" panose="02010600040101010101" pitchFamily="2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  <a:endParaRPr dirty="0">
              <a:sym typeface="+mn-ea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marL="0" marR="0" lvl="0" indent="0" algn="ctr" defTabSz="3098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华文楷体" panose="02010600040101010101" pitchFamily="2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marL="0" marR="0" lvl="0" indent="0" algn="r" defTabSz="3098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49AE70B2-8BF9-45C0-BB95-33D1B9D3A854}" type="slidenum">
              <a:rPr kumimoji="0" lang="zh-CN" alt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华文楷体" panose="02010600040101010101" pitchFamily="2" charset="-122"/>
                <a:cs typeface="+mn-cs"/>
                <a:sym typeface="Arial" panose="020B0604020202020204" pitchFamily="34" charset="0"/>
              </a:rPr>
            </a:fld>
            <a:endParaRPr kumimoji="0" lang="zh-CN" alt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华文楷体" panose="02010600040101010101" pitchFamily="2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502444" y="1131094"/>
            <a:ext cx="8139113" cy="3561874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zh-CN" altLang="en-US" dirty="0"/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0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marL="0" marR="0" lvl="0" indent="0" algn="ctr" defTabSz="3098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华文楷体" panose="02010600040101010101" pitchFamily="2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marL="0" marR="0" lvl="0" indent="0" algn="r" defTabSz="3098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49AE70B2-8BF9-45C0-BB95-33D1B9D3A854}" type="slidenum">
              <a:rPr kumimoji="0" lang="zh-CN" alt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华文楷体" panose="02010600040101010101" pitchFamily="2" charset="-122"/>
                <a:cs typeface="+mn-cs"/>
                <a:sym typeface="Arial" panose="020B0604020202020204" pitchFamily="34" charset="0"/>
              </a:rPr>
            </a:fld>
            <a:endParaRPr kumimoji="0" lang="zh-CN" alt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华文楷体" panose="02010600040101010101" pitchFamily="2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630079" y="545783"/>
            <a:ext cx="2948940" cy="836295"/>
          </a:xfrm>
        </p:spPr>
        <p:txBody>
          <a:bodyPr anchor="ctr" anchorCtr="0"/>
          <a:lstStyle>
            <a:lvl1pPr>
              <a:defRPr sz="2400">
                <a:latin typeface="华文楷体" panose="02010600040101010101" pitchFamily="2" charset="-122"/>
                <a:ea typeface="华文楷体" panose="02010600040101010101" pitchFamily="2" charset="-122"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3853815" y="545783"/>
            <a:ext cx="4629150" cy="4052411"/>
          </a:xfrm>
        </p:spPr>
        <p:txBody>
          <a:bodyPr/>
          <a:lstStyle>
            <a:lvl1pPr>
              <a:defRPr sz="1800">
                <a:latin typeface="华文楷体" panose="02010600040101010101" pitchFamily="2" charset="-122"/>
                <a:ea typeface="华文楷体" panose="02010600040101010101" pitchFamily="2" charset="-122"/>
              </a:defRPr>
            </a:lvl1pPr>
            <a:lvl2pPr marL="342900" indent="0">
              <a:buNone/>
              <a:defRPr sz="1800">
                <a:latin typeface="+mn-ea"/>
                <a:ea typeface="+mn-ea"/>
              </a:defRPr>
            </a:lvl2pPr>
            <a:lvl3pPr>
              <a:defRPr sz="1800">
                <a:latin typeface="+mn-ea"/>
                <a:ea typeface="+mn-ea"/>
              </a:defRPr>
            </a:lvl3pPr>
            <a:lvl4pPr>
              <a:defRPr sz="1800">
                <a:latin typeface="+mn-ea"/>
                <a:ea typeface="+mn-ea"/>
              </a:defRPr>
            </a:lvl4pPr>
            <a:lvl5pPr>
              <a:defRPr sz="1800">
                <a:latin typeface="+mn-ea"/>
                <a:ea typeface="+mn-ea"/>
              </a:defRPr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zh-CN" altLang="en-US" dirty="0"/>
              <a:t>单击此处编辑正文</a:t>
            </a:r>
            <a:endParaRPr lang="zh-CN" altLang="en-US" dirty="0"/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630079" y="1679734"/>
            <a:ext cx="2948940" cy="2918936"/>
          </a:xfrm>
        </p:spPr>
        <p:txBody>
          <a:bodyPr/>
          <a:lstStyle>
            <a:lvl1pPr marL="257175" indent="-257175">
              <a:buFont typeface="Arial" panose="020B0604020202020204" pitchFamily="34" charset="0"/>
              <a:buChar char="•"/>
              <a:defRPr sz="1800">
                <a:latin typeface="华文楷体" panose="02010600040101010101" pitchFamily="2" charset="-122"/>
                <a:ea typeface="华文楷体" panose="02010600040101010101" pitchFamily="2" charset="-122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CN" altLang="en-US" dirty="0"/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>
              <a:sym typeface="+mn-ea"/>
            </a:endParaRP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0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marL="0" marR="0" lvl="0" indent="0" algn="ctr" defTabSz="3098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华文楷体" panose="02010600040101010101" pitchFamily="2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marL="0" marR="0" lvl="0" indent="0" algn="r" defTabSz="3098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FABC47A4-756D-490B-A52F-7D9E2C9FC05F}" type="slidenum">
              <a:rPr kumimoji="0" lang="zh-CN" alt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华文楷体" panose="02010600040101010101" pitchFamily="2" charset="-122"/>
                <a:cs typeface="+mn-cs"/>
                <a:sym typeface="Arial" panose="020B0604020202020204" pitchFamily="34" charset="0"/>
              </a:rPr>
            </a:fld>
            <a:endParaRPr kumimoji="0" lang="zh-CN" alt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华文楷体" panose="02010600040101010101" pitchFamily="2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9" name="标题 8"/>
          <p:cNvSpPr>
            <a:spLocks noGrp="1"/>
          </p:cNvSpPr>
          <p:nvPr>
            <p:ph type="title" hasCustomPrompt="1"/>
          </p:nvPr>
        </p:nvSpPr>
        <p:spPr>
          <a:xfrm>
            <a:off x="502444" y="4203859"/>
            <a:ext cx="8139113" cy="418624"/>
          </a:xfrm>
        </p:spPr>
        <p:txBody>
          <a:bodyPr/>
          <a:lstStyle>
            <a:lvl1pPr>
              <a:defRPr b="0">
                <a:latin typeface="华文楷体" panose="02010600040101010101" pitchFamily="2" charset="-122"/>
                <a:ea typeface="华文楷体" panose="02010600040101010101" pitchFamily="2" charset="-122"/>
              </a:defRPr>
            </a:lvl1pPr>
          </a:lstStyle>
          <a:p>
            <a:r>
              <a:rPr lang="zh-CN" altLang="en-US" dirty="0"/>
              <a:t>单击此处编辑正文</a:t>
            </a:r>
            <a:endParaRPr lang="zh-CN" altLang="en-US" dirty="0"/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502444" y="481012"/>
            <a:ext cx="8139113" cy="3417094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华文楷体" panose="02010600040101010101" pitchFamily="2" charset="-122"/>
                <a:ea typeface="华文楷体" panose="02010600040101010101" pitchFamily="2" charset="-122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250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  <a:endParaRPr dirty="0">
              <a:sym typeface="+mn-ea"/>
            </a:endParaRPr>
          </a:p>
        </p:txBody>
      </p:sp>
    </p:spTree>
  </p:cSld>
  <p:clrMapOvr>
    <a:masterClrMapping/>
  </p:clrMapOvr>
</p:sldLayout>
</file>

<file path=ppt/slideLayouts/slideLayout2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marL="0" marR="0" lvl="0" indent="0" algn="ctr" defTabSz="3098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华文楷体" panose="02010600040101010101" pitchFamily="2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marL="0" marR="0" lvl="0" indent="0" algn="r" defTabSz="3098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49AE70B2-8BF9-45C0-BB95-33D1B9D3A854}" type="slidenum">
              <a:rPr kumimoji="0" lang="zh-CN" alt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华文楷体" panose="02010600040101010101" pitchFamily="2" charset="-122"/>
                <a:cs typeface="+mn-cs"/>
                <a:sym typeface="Arial" panose="020B0604020202020204" pitchFamily="34" charset="0"/>
              </a:rPr>
            </a:fld>
            <a:endParaRPr kumimoji="0" lang="zh-CN" alt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华文楷体" panose="02010600040101010101" pitchFamily="2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0" y="0"/>
            <a:ext cx="9147334" cy="5151120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华文楷体" panose="02010600040101010101" pitchFamily="2" charset="-122"/>
                <a:ea typeface="华文楷体" panose="02010600040101010101" pitchFamily="2" charset="-122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250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  <a:endParaRPr dirty="0">
              <a:sym typeface="+mn-ea"/>
            </a:endParaRPr>
          </a:p>
        </p:txBody>
      </p:sp>
    </p:spTree>
  </p:cSld>
  <p:clrMapOvr>
    <a:masterClrMapping/>
  </p:clrMapOvr>
</p:sldLayout>
</file>

<file path=ppt/slideLayouts/slideLayout2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marL="0" marR="0" lvl="0" indent="0" algn="ctr" defTabSz="3098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华文楷体" panose="02010600040101010101" pitchFamily="2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marL="0" marR="0" lvl="0" indent="0" algn="r" defTabSz="3098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49AE70B2-8BF9-45C0-BB95-33D1B9D3A854}" type="slidenum">
              <a:rPr kumimoji="0" lang="zh-CN" alt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华文楷体" panose="02010600040101010101" pitchFamily="2" charset="-122"/>
                <a:cs typeface="+mn-cs"/>
                <a:sym typeface="Arial" panose="020B0604020202020204" pitchFamily="34" charset="0"/>
              </a:rPr>
            </a:fld>
            <a:endParaRPr kumimoji="0" lang="zh-CN" alt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华文楷体" panose="02010600040101010101" pitchFamily="2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350996" y="423863"/>
            <a:ext cx="4050030" cy="4295775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华文楷体" panose="02010600040101010101" pitchFamily="2" charset="-122"/>
                <a:ea typeface="华文楷体" panose="02010600040101010101" pitchFamily="2" charset="-122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250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  <a:endParaRPr dirty="0">
              <a:sym typeface="+mn-ea"/>
            </a:endParaRP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4715828" y="423863"/>
            <a:ext cx="4050030" cy="4295775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华文楷体" panose="02010600040101010101" pitchFamily="2" charset="-122"/>
                <a:ea typeface="华文楷体" panose="02010600040101010101" pitchFamily="2" charset="-122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250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  <a:endParaRPr dirty="0">
              <a:sym typeface="+mn-ea"/>
            </a:endParaRPr>
          </a:p>
        </p:txBody>
      </p:sp>
    </p:spTree>
  </p:cSld>
  <p:clrMapOvr>
    <a:masterClrMapping/>
  </p:clrMapOvr>
</p:sldLayout>
</file>

<file path=ppt/slideLayouts/slideLayout2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marL="0" marR="0" lvl="0" indent="0" algn="ctr" defTabSz="3098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华文楷体" panose="02010600040101010101" pitchFamily="2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marL="0" marR="0" lvl="0" indent="0" algn="r" defTabSz="3098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49AE70B2-8BF9-45C0-BB95-33D1B9D3A854}" type="slidenum">
              <a:rPr kumimoji="0" lang="zh-CN" alt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华文楷体" panose="02010600040101010101" pitchFamily="2" charset="-122"/>
                <a:cs typeface="+mn-cs"/>
                <a:sym typeface="Arial" panose="020B0604020202020204" pitchFamily="34" charset="0"/>
              </a:rPr>
            </a:fld>
            <a:endParaRPr kumimoji="0" lang="zh-CN" alt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华文楷体" panose="02010600040101010101" pitchFamily="2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502411" y="467693"/>
            <a:ext cx="8139178" cy="674375"/>
          </a:xfrm>
        </p:spPr>
        <p:txBody>
          <a:bodyPr vert="horz" lIns="101600" tIns="38100" rIns="25400" bIns="38100" rtlCol="0" anchor="ctr" anchorCtr="0">
            <a:noAutofit/>
          </a:bodyPr>
          <a:lstStyle>
            <a:lvl1pPr marL="0" marR="0" algn="ctr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0" i="0" u="none" strike="noStrike" kern="1200" cap="none" spc="225" normalizeH="0" baseline="0" noProof="1" dirty="0">
                <a:solidFill>
                  <a:schemeClr val="tx1"/>
                </a:solidFill>
                <a:effectLst/>
                <a:uFillTx/>
                <a:latin typeface="华文楷体" panose="02010600040101010101" pitchFamily="2" charset="-122"/>
                <a:ea typeface="华文楷体" panose="02010600040101010101" pitchFamily="2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  <a:endParaRPr dirty="0">
              <a:sym typeface="+mn-ea"/>
            </a:endParaRPr>
          </a:p>
        </p:txBody>
      </p:sp>
    </p:spTree>
  </p:cSld>
  <p:clrMapOvr>
    <a:masterClrMapping/>
  </p:clrMapOvr>
</p:sldLayout>
</file>

<file path=ppt/slideLayouts/slideLayout2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4173617" y="4947088"/>
            <a:ext cx="549354" cy="121187"/>
          </a:xfrm>
        </p:spPr>
        <p:txBody>
          <a:bodyPr wrap="square">
            <a:noAutofit/>
          </a:bodyPr>
          <a:lstStyle>
            <a:lvl1pPr algn="ctr">
              <a:defRPr sz="9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3098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9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-</a:t>
            </a:r>
            <a:fld id="{FAEDECE0-B3E3-4E93-9B91-9F10B30F5B07}" type="slidenum">
              <a:rPr kumimoji="0" lang="en-US" altLang="zh-CN" sz="900" b="0" i="0" u="none" strike="noStrike" kern="1200" cap="none" spc="0" normalizeH="0" baseline="0" noProof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</a:fld>
            <a:r>
              <a:rPr kumimoji="0" lang="en-US" altLang="zh-CN" sz="9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-</a:t>
            </a:r>
            <a:endParaRPr kumimoji="0" lang="zh-CN" altLang="en-US" sz="9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7" name="文本框 6"/>
          <p:cNvSpPr txBox="1"/>
          <p:nvPr userDrawn="1"/>
        </p:nvSpPr>
        <p:spPr>
          <a:xfrm>
            <a:off x="7440782" y="4932661"/>
            <a:ext cx="1900646" cy="150041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7145" tIns="17145" rIns="17145" bIns="17145" numCol="1" spcCol="38100" rtlCol="0" anchor="t">
            <a:spAutoFit/>
          </a:bodyPr>
          <a:lstStyle/>
          <a:p>
            <a:pPr marL="0" marR="0" lvl="0" indent="0" algn="ctr" defTabSz="30988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75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华文楷体" panose="02010600040101010101" pitchFamily="2" charset="-122"/>
                <a:ea typeface="华文楷体" panose="02010600040101010101" pitchFamily="2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75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华文楷体" panose="02010600040101010101" pitchFamily="2" charset="-122"/>
                <a:ea typeface="华文楷体" panose="02010600040101010101" pitchFamily="2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  <a:endParaRPr kumimoji="0" lang="zh-CN" altLang="en-US" sz="75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华文楷体" panose="02010600040101010101" pitchFamily="2" charset="-122"/>
              <a:ea typeface="华文楷体" panose="02010600040101010101" pitchFamily="2" charset="-122"/>
              <a:cs typeface="Arial" panose="020B0604020202020204" pitchFamily="34" charset="0"/>
              <a:sym typeface="Arial" panose="020B0604020202020204"/>
            </a:endParaRPr>
          </a:p>
        </p:txBody>
      </p:sp>
      <p:cxnSp>
        <p:nvCxnSpPr>
          <p:cNvPr id="9" name="直线连接符 3"/>
          <p:cNvCxnSpPr/>
          <p:nvPr userDrawn="1"/>
        </p:nvCxnSpPr>
        <p:spPr>
          <a:xfrm>
            <a:off x="2452523" y="686268"/>
            <a:ext cx="6423841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</p:cSld>
  <p:clrMapOvr>
    <a:masterClrMapping/>
  </p:clrMapOvr>
</p:sldLayout>
</file>

<file path=ppt/slideLayouts/slideLayout2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marL="0" marR="0" lvl="0" indent="0" algn="ctr" defTabSz="3098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华文楷体" panose="02010600040101010101" pitchFamily="2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marL="0" marR="0" lvl="0" indent="0" algn="r" defTabSz="3098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49AE70B2-8BF9-45C0-BB95-33D1B9D3A854}" type="slidenum">
              <a:rPr kumimoji="0" lang="zh-CN" alt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华文楷体" panose="02010600040101010101" pitchFamily="2" charset="-122"/>
                <a:cs typeface="+mn-cs"/>
                <a:sym typeface="Arial" panose="020B0604020202020204" pitchFamily="34" charset="0"/>
              </a:rPr>
            </a:fld>
            <a:endParaRPr kumimoji="0" lang="zh-CN" alt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华文楷体" panose="02010600040101010101" pitchFamily="2" charset="-122"/>
              <a:cs typeface="+mn-cs"/>
              <a:sym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21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 with photo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Линия"/>
          <p:cNvSpPr/>
          <p:nvPr userDrawn="1"/>
        </p:nvSpPr>
        <p:spPr>
          <a:xfrm flipV="1">
            <a:off x="2620090" y="491252"/>
            <a:ext cx="6523911" cy="0"/>
          </a:xfrm>
          <a:prstGeom prst="line">
            <a:avLst/>
          </a:prstGeom>
          <a:ln w="57150" cap="flat" cmpd="sng">
            <a:solidFill>
              <a:srgbClr val="2F5A9E"/>
            </a:solidFill>
            <a:prstDash val="solid"/>
            <a:miter/>
            <a:headEnd type="none" w="med" len="med"/>
            <a:tailEnd type="none" w="med" len="med"/>
          </a:ln>
        </p:spPr>
      </p:sp>
      <p:sp>
        <p:nvSpPr>
          <p:cNvPr id="6" name="矩形 5"/>
          <p:cNvSpPr/>
          <p:nvPr userDrawn="1"/>
        </p:nvSpPr>
        <p:spPr>
          <a:xfrm>
            <a:off x="0" y="4855765"/>
            <a:ext cx="9144000" cy="213521"/>
          </a:xfrm>
          <a:prstGeom prst="rect">
            <a:avLst/>
          </a:prstGeom>
          <a:solidFill>
            <a:srgbClr val="2F5A9E"/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14288" tIns="14288" rIns="14288" bIns="14288" numCol="1" spcCol="38100" rtlCol="0" anchor="ctr" forceAA="0">
            <a:spAutoFit/>
          </a:bodyPr>
          <a:lstStyle/>
          <a:p>
            <a:pPr marL="0" marR="0" lvl="0" indent="0" algn="ctr" defTabSz="30988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1" i="0" u="none" strike="noStrike" kern="1200" cap="none" spc="0" normalizeH="0" baseline="0" noProof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Helvetica Light"/>
              <a:ea typeface="Helvetica Light"/>
              <a:cs typeface="Helvetica Light"/>
              <a:sym typeface="Helvetica Light"/>
            </a:endParaRPr>
          </a:p>
        </p:txBody>
      </p:sp>
      <p:sp>
        <p:nvSpPr>
          <p:cNvPr id="11" name="矩形 10"/>
          <p:cNvSpPr/>
          <p:nvPr userDrawn="1"/>
        </p:nvSpPr>
        <p:spPr>
          <a:xfrm>
            <a:off x="8520709" y="4855765"/>
            <a:ext cx="623292" cy="213521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14288" tIns="14288" rIns="14288" bIns="14288" numCol="1" spcCol="38100" rtlCol="0" anchor="ctr" forceAA="0">
            <a:spAutoFit/>
          </a:bodyPr>
          <a:lstStyle/>
          <a:p>
            <a:pPr marL="0" marR="0" lvl="0" indent="0" algn="ctr" defTabSz="30988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1" i="0" u="none" strike="noStrike" kern="1200" cap="none" spc="0" normalizeH="0" baseline="0" noProof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Helvetica Light"/>
              <a:ea typeface="Helvetica Light"/>
              <a:cs typeface="Helvetica Light"/>
              <a:sym typeface="Helvetica Light"/>
            </a:endParaRPr>
          </a:p>
        </p:txBody>
      </p:sp>
      <p:pic>
        <p:nvPicPr>
          <p:cNvPr id="5" name="图片 4" descr="12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87192" y="228124"/>
            <a:ext cx="1986677" cy="394811"/>
          </a:xfrm>
          <a:prstGeom prst="rect">
            <a:avLst/>
          </a:prstGeom>
        </p:spPr>
      </p:pic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3098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华文楷体" panose="02010600040101010101" pitchFamily="2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3098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华文楷体" panose="02010600040101010101" pitchFamily="2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3098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49AE70B2-8BF9-45C0-BB95-33D1B9D3A854}" type="slidenum">
              <a:rPr kumimoji="0" lang="zh-CN" alt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华文楷体" panose="02010600040101010101" pitchFamily="2" charset="-122"/>
                <a:cs typeface="+mn-cs"/>
                <a:sym typeface="Arial" panose="020B0604020202020204" pitchFamily="34" charset="0"/>
              </a:rPr>
            </a:fld>
            <a:endParaRPr kumimoji="0" lang="zh-CN" alt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华文楷体" panose="02010600040101010101" pitchFamily="2" charset="-122"/>
              <a:cs typeface="+mn-cs"/>
              <a:sym typeface="Arial" panose="020B0604020202020204" pitchFamily="34" charset="0"/>
            </a:endParaRPr>
          </a:p>
        </p:txBody>
      </p:sp>
    </p:spTree>
  </p:cSld>
  <p:clrMapOvr>
    <a:masterClrMapping/>
  </p:clrMapOvr>
  <p:transition spd="med"/>
</p:sldLayout>
</file>

<file path=ppt/slideLayouts/slideLayout2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502461" y="1731661"/>
            <a:ext cx="8139980" cy="674375"/>
          </a:xfrm>
        </p:spPr>
        <p:txBody>
          <a:bodyPr lIns="101600" tIns="38100" rIns="25400" bIns="38100" anchor="t" anchorCtr="0">
            <a:noAutofit/>
          </a:bodyPr>
          <a:lstStyle>
            <a:lvl1pPr algn="ctr">
              <a:defRPr sz="4050" b="0" spc="450">
                <a:effectLst/>
                <a:latin typeface="+mn-ea"/>
                <a:ea typeface="+mn-ea"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502494" y="2674144"/>
            <a:ext cx="8139914" cy="601028"/>
          </a:xfrm>
        </p:spPr>
        <p:txBody>
          <a:bodyPr lIns="101600"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1800" u="none" strike="noStrike" kern="1200" cap="none" spc="150" normalizeH="0" baseline="0">
                <a:solidFill>
                  <a:schemeClr val="tx1"/>
                </a:solidFill>
                <a:uFillTx/>
                <a:latin typeface="+mn-ea"/>
                <a:ea typeface="+mn-ea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zh-CN" altLang="en-US" dirty="0"/>
              <a:t>单击此处编辑副标题</a:t>
            </a:r>
            <a:endParaRPr lang="zh-CN" altLang="en-US" dirty="0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502461" y="435919"/>
            <a:ext cx="8139980" cy="48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685800" rtl="0" eaLnBrk="1" fontAlgn="auto" latinLnBrk="0" hangingPunct="1">
              <a:lnSpc>
                <a:spcPct val="100000"/>
              </a:lnSpc>
              <a:buNone/>
              <a:defRPr kumimoji="0" lang="zh-CN" altLang="en-US" sz="2400" b="1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  <a:endParaRPr dirty="0">
              <a:sym typeface="+mn-ea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502494" y="1131094"/>
            <a:ext cx="8139914" cy="3561874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zh-CN" altLang="en-US" dirty="0"/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630142" y="545783"/>
            <a:ext cx="2949230" cy="836295"/>
          </a:xfrm>
        </p:spPr>
        <p:txBody>
          <a:bodyPr anchor="ctr" anchorCtr="0"/>
          <a:lstStyle>
            <a:lvl1pPr>
              <a:defRPr sz="240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3854195" y="545783"/>
            <a:ext cx="4629606" cy="4052411"/>
          </a:xfrm>
        </p:spPr>
        <p:txBody>
          <a:bodyPr/>
          <a:lstStyle>
            <a:lvl1pPr>
              <a:defRPr sz="1800">
                <a:latin typeface="+mn-ea"/>
                <a:ea typeface="+mn-ea"/>
              </a:defRPr>
            </a:lvl1pPr>
            <a:lvl2pPr marL="342900" indent="0">
              <a:buNone/>
              <a:defRPr sz="1800">
                <a:latin typeface="+mn-ea"/>
                <a:ea typeface="+mn-ea"/>
              </a:defRPr>
            </a:lvl2pPr>
            <a:lvl3pPr>
              <a:defRPr sz="1800">
                <a:latin typeface="+mn-ea"/>
                <a:ea typeface="+mn-ea"/>
              </a:defRPr>
            </a:lvl3pPr>
            <a:lvl4pPr>
              <a:defRPr sz="1800">
                <a:latin typeface="+mn-ea"/>
                <a:ea typeface="+mn-ea"/>
              </a:defRPr>
            </a:lvl4pPr>
            <a:lvl5pPr>
              <a:defRPr sz="1800">
                <a:latin typeface="+mn-ea"/>
                <a:ea typeface="+mn-ea"/>
              </a:defRPr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zh-CN" altLang="en-US"/>
              <a:t>单击此处编辑正文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630142" y="1679734"/>
            <a:ext cx="2949230" cy="2918936"/>
          </a:xfrm>
        </p:spPr>
        <p:txBody>
          <a:bodyPr/>
          <a:lstStyle>
            <a:lvl1pPr marL="257175" indent="-257175">
              <a:buFont typeface="Arial" panose="020B0604020202020204" pitchFamily="34" charset="0"/>
              <a:buChar char="•"/>
              <a:defRPr sz="1800">
                <a:latin typeface="+mn-ea"/>
                <a:ea typeface="+mn-ea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CN" altLang="en-US"/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>
              <a:sym typeface="+mn-ea"/>
            </a:endParaRP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2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 hasCustomPrompt="1"/>
          </p:nvPr>
        </p:nvSpPr>
        <p:spPr>
          <a:xfrm>
            <a:off x="502494" y="4203859"/>
            <a:ext cx="8139914" cy="418624"/>
          </a:xfrm>
        </p:spPr>
        <p:txBody>
          <a:bodyPr/>
          <a:lstStyle>
            <a:lvl1pPr>
              <a:defRPr b="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单击此处编辑正文</a:t>
            </a:r>
            <a:endParaRPr lang="zh-CN" altLang="en-US"/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502494" y="481013"/>
            <a:ext cx="8139914" cy="3417094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750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113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342900" marR="0" lvl="1" indent="0" algn="l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750"/>
              </a:spcAft>
              <a:buFont typeface="Arial" panose="020B0604020202020204" pitchFamily="34" charset="0"/>
              <a:buNone/>
              <a:tabLst>
                <a:tab pos="1207135" algn="l"/>
              </a:tabLst>
              <a:defRPr kumimoji="0" lang="zh-CN" altLang="en-US" sz="1800" b="0" i="0" u="none" strike="noStrike" kern="1200" cap="none" spc="113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750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113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750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113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750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113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  <a:endParaRPr dirty="0">
              <a:sym typeface="+mn-ea"/>
            </a:endParaRPr>
          </a:p>
        </p:txBody>
      </p:sp>
    </p:spTree>
  </p:cSld>
  <p:clrMapOvr>
    <a:masterClrMapping/>
  </p:clrMapOvr>
</p:sldLayout>
</file>

<file path=ppt/slideLayouts/slideLayout2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0" y="0"/>
            <a:ext cx="9148235" cy="5151120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750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113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342900" marR="0" lvl="1" indent="0" algn="l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750"/>
              </a:spcAft>
              <a:buFont typeface="Arial" panose="020B0604020202020204" pitchFamily="34" charset="0"/>
              <a:buNone/>
              <a:tabLst>
                <a:tab pos="1207135" algn="l"/>
              </a:tabLst>
              <a:defRPr kumimoji="0" lang="zh-CN" altLang="en-US" sz="1800" b="0" i="0" u="none" strike="noStrike" kern="1200" cap="none" spc="113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750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113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750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113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750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113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  <a:endParaRPr dirty="0">
              <a:sym typeface="+mn-ea"/>
            </a:endParaRPr>
          </a:p>
        </p:txBody>
      </p:sp>
    </p:spTree>
  </p:cSld>
  <p:clrMapOvr>
    <a:masterClrMapping/>
  </p:clrMapOvr>
</p:sldLayout>
</file>

<file path=ppt/slideLayouts/slideLayout2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351031" y="423863"/>
            <a:ext cx="4050429" cy="4295775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750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113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514350" marR="0" lvl="1" indent="-171450" algn="l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750"/>
              </a:spcAft>
              <a:buFont typeface="Arial" panose="020B0604020202020204" pitchFamily="34" charset="0"/>
              <a:buChar char="•"/>
              <a:tabLst>
                <a:tab pos="1207135" algn="l"/>
              </a:tabLst>
              <a:defRPr kumimoji="0" lang="zh-CN" altLang="en-US" sz="1800" b="0" i="0" u="none" strike="noStrike" kern="1200" cap="none" spc="113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750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113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750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113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750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113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  <a:endParaRPr dirty="0">
              <a:sym typeface="+mn-ea"/>
            </a:endParaRP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4716292" y="423863"/>
            <a:ext cx="4050429" cy="4295775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750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113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514350" marR="0" lvl="1" indent="-171450" algn="l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750"/>
              </a:spcAft>
              <a:buFont typeface="Arial" panose="020B0604020202020204" pitchFamily="34" charset="0"/>
              <a:buChar char="•"/>
              <a:tabLst>
                <a:tab pos="1207135" algn="l"/>
              </a:tabLst>
              <a:defRPr kumimoji="0" lang="zh-CN" altLang="en-US" sz="1800" b="0" i="0" u="none" strike="noStrike" kern="1200" cap="none" spc="113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750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113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750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113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750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113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</a:t>
            </a:r>
            <a:r>
              <a:rPr>
                <a:sym typeface="+mn-ea"/>
              </a:rPr>
              <a:t>正文</a:t>
            </a:r>
            <a:endParaRPr dirty="0">
              <a:sym typeface="+mn-ea"/>
            </a:endParaRPr>
          </a:p>
        </p:txBody>
      </p:sp>
    </p:spTree>
  </p:cSld>
  <p:clrMapOvr>
    <a:masterClrMapping/>
  </p:clrMapOvr>
</p:sldLayout>
</file>

<file path=ppt/slideLayouts/slideLayout2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502461" y="467694"/>
            <a:ext cx="8139980" cy="674375"/>
          </a:xfrm>
        </p:spPr>
        <p:txBody>
          <a:bodyPr vert="horz" lIns="101600" tIns="38100" rIns="25400" bIns="38100" rtlCol="0" anchor="ctr" anchorCtr="0">
            <a:noAutofit/>
          </a:bodyPr>
          <a:lstStyle>
            <a:lvl1pPr marL="0" marR="0" algn="ctr" defTabSz="685800" rtl="0" eaLnBrk="1" fontAlgn="auto" latinLnBrk="0" hangingPunct="1">
              <a:lnSpc>
                <a:spcPct val="100000"/>
              </a:lnSpc>
              <a:buNone/>
              <a:defRPr kumimoji="0" lang="zh-CN" altLang="en-US" sz="2400" b="0" i="0" u="none" strike="noStrike" kern="1200" cap="none" spc="450" normalizeH="0" baseline="0" noProof="1" dirty="0">
                <a:solidFill>
                  <a:schemeClr val="tx1"/>
                </a:solidFill>
                <a:effectLst/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  <a:endParaRPr>
              <a:sym typeface="+mn-ea"/>
            </a:endParaRPr>
          </a:p>
        </p:txBody>
      </p:sp>
    </p:spTree>
  </p:cSld>
  <p:clrMapOvr>
    <a:masterClrMapping/>
  </p:clrMapOvr>
</p:sldLayout>
</file>

<file path=ppt/slideLayouts/slideLayout2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4174029" y="4947088"/>
            <a:ext cx="549409" cy="121187"/>
          </a:xfrm>
        </p:spPr>
        <p:txBody>
          <a:bodyPr wrap="square">
            <a:noAutofit/>
          </a:bodyPr>
          <a:lstStyle>
            <a:lvl1pPr algn="ctr">
              <a:defRPr sz="9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altLang="zh-CN"/>
              <a:t>-</a:t>
            </a:r>
            <a:fld id="{FAEDECE0-B3E3-4E93-9B91-9F10B30F5B07}" type="slidenum">
              <a:rPr lang="en-US" altLang="zh-CN" smtClean="0"/>
            </a:fld>
            <a:r>
              <a:rPr lang="en-US" altLang="zh-CN"/>
              <a:t>-</a:t>
            </a:r>
            <a:endParaRPr lang="zh-CN" altLang="en-US" dirty="0"/>
          </a:p>
        </p:txBody>
      </p:sp>
      <p:sp>
        <p:nvSpPr>
          <p:cNvPr id="7" name="文本框 6"/>
          <p:cNvSpPr txBox="1"/>
          <p:nvPr userDrawn="1"/>
        </p:nvSpPr>
        <p:spPr>
          <a:xfrm>
            <a:off x="7441515" y="4932661"/>
            <a:ext cx="1900834" cy="150039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7144" tIns="17144" rIns="17144" bIns="17144" numCol="1" spcCol="38100" rtlCol="0" anchor="t">
            <a:spAutoFit/>
          </a:bodyPr>
          <a:lstStyle/>
          <a:p>
            <a:pPr marL="0" marR="0" indent="0" algn="ctr" defTabSz="619125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750" b="0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750" b="0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  <a:endParaRPr kumimoji="0" lang="zh-CN" altLang="en-US" sz="750" b="0" i="0" u="none" strike="noStrike" cap="none" spc="0" normalizeH="0" baseline="0" dirty="0">
              <a:ln>
                <a:noFill/>
              </a:ln>
              <a:solidFill>
                <a:schemeClr val="bg1"/>
              </a:solidFill>
              <a:effectLst/>
              <a:uFillTx/>
              <a:latin typeface="微软雅黑" panose="020B0503020204020204" pitchFamily="34" charset="-122"/>
              <a:ea typeface="微软雅黑" panose="020B0503020204020204" pitchFamily="34" charset="-122"/>
              <a:cs typeface="Arial" panose="020B0604020202020204" pitchFamily="34" charset="0"/>
              <a:sym typeface="Arial" panose="020B0604020202020204"/>
            </a:endParaRPr>
          </a:p>
        </p:txBody>
      </p:sp>
      <p:cxnSp>
        <p:nvCxnSpPr>
          <p:cNvPr id="9" name="直线连接符 3"/>
          <p:cNvCxnSpPr/>
          <p:nvPr userDrawn="1"/>
        </p:nvCxnSpPr>
        <p:spPr>
          <a:xfrm>
            <a:off x="2452765" y="686268"/>
            <a:ext cx="6424473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</p:cSld>
  <p:clrMapOvr>
    <a:masterClrMapping/>
  </p:clrMapOvr>
</p:sldLayout>
</file>

<file path=ppt/slideLayouts/slideLayout2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2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 with photo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Линия"/>
          <p:cNvSpPr/>
          <p:nvPr userDrawn="1"/>
        </p:nvSpPr>
        <p:spPr>
          <a:xfrm flipV="1">
            <a:off x="2620227" y="491252"/>
            <a:ext cx="6524251" cy="0"/>
          </a:xfrm>
          <a:prstGeom prst="line">
            <a:avLst/>
          </a:prstGeom>
          <a:ln w="57150" cap="flat" cmpd="sng">
            <a:solidFill>
              <a:srgbClr val="2F5A9E"/>
            </a:solidFill>
            <a:prstDash val="solid"/>
            <a:miter/>
            <a:headEnd type="none" w="med" len="med"/>
            <a:tailEnd type="none" w="med" len="med"/>
          </a:ln>
        </p:spPr>
      </p:sp>
      <p:sp>
        <p:nvSpPr>
          <p:cNvPr id="6" name="矩形 5"/>
          <p:cNvSpPr/>
          <p:nvPr userDrawn="1"/>
        </p:nvSpPr>
        <p:spPr>
          <a:xfrm>
            <a:off x="1" y="4855765"/>
            <a:ext cx="9144476" cy="213521"/>
          </a:xfrm>
          <a:prstGeom prst="rect">
            <a:avLst/>
          </a:prstGeom>
          <a:solidFill>
            <a:srgbClr val="2F5A9E"/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14288" tIns="14288" rIns="14288" bIns="14288" numCol="1" spcCol="38100" rtlCol="0" anchor="ctr" forceAA="0">
            <a:spAutoFit/>
          </a:bodyPr>
          <a:lstStyle/>
          <a:p>
            <a:pPr marL="0" marR="0" indent="0" algn="ctr" defTabSz="30988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200" b="1" i="0" u="none" strike="noStrike" cap="none" spc="0" normalizeH="0" baseline="0" noProof="1">
              <a:ln>
                <a:noFill/>
              </a:ln>
              <a:solidFill>
                <a:srgbClr val="FFFFFF"/>
              </a:solidFill>
              <a:effectLst/>
              <a:uFillTx/>
              <a:latin typeface="Helvetica Light"/>
              <a:ea typeface="Helvetica Light"/>
              <a:cs typeface="Helvetica Light"/>
              <a:sym typeface="Helvetica Light"/>
            </a:endParaRPr>
          </a:p>
        </p:txBody>
      </p:sp>
      <p:sp>
        <p:nvSpPr>
          <p:cNvPr id="11" name="矩形 10"/>
          <p:cNvSpPr/>
          <p:nvPr userDrawn="1"/>
        </p:nvSpPr>
        <p:spPr>
          <a:xfrm>
            <a:off x="8521153" y="4855765"/>
            <a:ext cx="623324" cy="213521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14288" tIns="14288" rIns="14288" bIns="14288" numCol="1" spcCol="38100" rtlCol="0" anchor="ctr" forceAA="0">
            <a:spAutoFit/>
          </a:bodyPr>
          <a:lstStyle/>
          <a:p>
            <a:pPr marL="0" marR="0" indent="0" algn="ctr" defTabSz="30988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200" b="1" i="0" u="none" strike="noStrike" cap="none" spc="0" normalizeH="0" baseline="0" noProof="1">
              <a:ln>
                <a:noFill/>
              </a:ln>
              <a:solidFill>
                <a:srgbClr val="FFFFFF"/>
              </a:solidFill>
              <a:effectLst/>
              <a:uFillTx/>
              <a:latin typeface="Helvetica Light"/>
              <a:ea typeface="Helvetica Light"/>
              <a:cs typeface="Helvetica Light"/>
              <a:sym typeface="Helvetica Light"/>
            </a:endParaRPr>
          </a:p>
        </p:txBody>
      </p:sp>
      <p:pic>
        <p:nvPicPr>
          <p:cNvPr id="5" name="图片 4" descr="12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87212" y="228124"/>
            <a:ext cx="1986781" cy="394811"/>
          </a:xfrm>
          <a:prstGeom prst="rect">
            <a:avLst/>
          </a:prstGeom>
        </p:spPr>
      </p:pic>
    </p:spTree>
  </p:cSld>
  <p:clrMapOvr>
    <a:masterClrMapping/>
  </p:clrMapOvr>
  <p:transition spd="med"/>
</p:sldLayout>
</file>

<file path=ppt/slideLayouts/slideLayout2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502461" y="1731661"/>
            <a:ext cx="8139980" cy="674375"/>
          </a:xfrm>
        </p:spPr>
        <p:txBody>
          <a:bodyPr lIns="101600" tIns="38100" rIns="25400" bIns="38100" anchor="t" anchorCtr="0">
            <a:noAutofit/>
          </a:bodyPr>
          <a:lstStyle>
            <a:lvl1pPr algn="ctr">
              <a:defRPr sz="4050" b="0" spc="450">
                <a:effectLst/>
                <a:latin typeface="+mn-ea"/>
                <a:ea typeface="+mn-ea"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502494" y="2674144"/>
            <a:ext cx="8139914" cy="601028"/>
          </a:xfrm>
        </p:spPr>
        <p:txBody>
          <a:bodyPr lIns="101600"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1800" u="none" strike="noStrike" kern="1200" cap="none" spc="150" normalizeH="0" baseline="0">
                <a:solidFill>
                  <a:schemeClr val="tx1"/>
                </a:solidFill>
                <a:uFillTx/>
                <a:latin typeface="+mn-ea"/>
                <a:ea typeface="+mn-ea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zh-CN" altLang="en-US" dirty="0"/>
              <a:t>单击此处编辑副标题</a:t>
            </a:r>
            <a:endParaRPr lang="zh-CN" altLang="en-US" dirty="0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2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502461" y="435919"/>
            <a:ext cx="8139980" cy="48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685800" rtl="0" eaLnBrk="1" fontAlgn="auto" latinLnBrk="0" hangingPunct="1">
              <a:lnSpc>
                <a:spcPct val="100000"/>
              </a:lnSpc>
              <a:buNone/>
              <a:defRPr kumimoji="0" lang="zh-CN" altLang="en-US" sz="2400" b="1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  <a:endParaRPr dirty="0">
              <a:sym typeface="+mn-ea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502494" y="1131094"/>
            <a:ext cx="8139914" cy="3561874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zh-CN" altLang="en-US" dirty="0"/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3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630142" y="545783"/>
            <a:ext cx="2949230" cy="836295"/>
          </a:xfrm>
        </p:spPr>
        <p:txBody>
          <a:bodyPr anchor="ctr" anchorCtr="0"/>
          <a:lstStyle>
            <a:lvl1pPr>
              <a:defRPr sz="240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3854195" y="545783"/>
            <a:ext cx="4629606" cy="4052411"/>
          </a:xfrm>
        </p:spPr>
        <p:txBody>
          <a:bodyPr/>
          <a:lstStyle>
            <a:lvl1pPr>
              <a:defRPr sz="1800">
                <a:latin typeface="+mn-ea"/>
                <a:ea typeface="+mn-ea"/>
              </a:defRPr>
            </a:lvl1pPr>
            <a:lvl2pPr marL="342900" indent="0">
              <a:buNone/>
              <a:defRPr sz="1800">
                <a:latin typeface="+mn-ea"/>
                <a:ea typeface="+mn-ea"/>
              </a:defRPr>
            </a:lvl2pPr>
            <a:lvl3pPr>
              <a:defRPr sz="1800">
                <a:latin typeface="+mn-ea"/>
                <a:ea typeface="+mn-ea"/>
              </a:defRPr>
            </a:lvl3pPr>
            <a:lvl4pPr>
              <a:defRPr sz="1800">
                <a:latin typeface="+mn-ea"/>
                <a:ea typeface="+mn-ea"/>
              </a:defRPr>
            </a:lvl4pPr>
            <a:lvl5pPr>
              <a:defRPr sz="1800">
                <a:latin typeface="+mn-ea"/>
                <a:ea typeface="+mn-ea"/>
              </a:defRPr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zh-CN" altLang="en-US"/>
              <a:t>单击此处编辑正文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630142" y="1679734"/>
            <a:ext cx="2949230" cy="2918936"/>
          </a:xfrm>
        </p:spPr>
        <p:txBody>
          <a:bodyPr/>
          <a:lstStyle>
            <a:lvl1pPr marL="257175" indent="-257175">
              <a:buFont typeface="Arial" panose="020B0604020202020204" pitchFamily="34" charset="0"/>
              <a:buChar char="•"/>
              <a:defRPr sz="1800">
                <a:latin typeface="+mn-ea"/>
                <a:ea typeface="+mn-ea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CN" altLang="en-US"/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>
              <a:sym typeface="+mn-ea"/>
            </a:endParaRP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2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 hasCustomPrompt="1"/>
          </p:nvPr>
        </p:nvSpPr>
        <p:spPr>
          <a:xfrm>
            <a:off x="502494" y="4203859"/>
            <a:ext cx="8139914" cy="418624"/>
          </a:xfrm>
        </p:spPr>
        <p:txBody>
          <a:bodyPr/>
          <a:lstStyle>
            <a:lvl1pPr>
              <a:defRPr b="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单击此处编辑正文</a:t>
            </a:r>
            <a:endParaRPr lang="zh-CN" altLang="en-US"/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502494" y="481013"/>
            <a:ext cx="8139914" cy="3417094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750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113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342900" marR="0" lvl="1" indent="0" algn="l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750"/>
              </a:spcAft>
              <a:buFont typeface="Arial" panose="020B0604020202020204" pitchFamily="34" charset="0"/>
              <a:buNone/>
              <a:tabLst>
                <a:tab pos="1207135" algn="l"/>
              </a:tabLst>
              <a:defRPr kumimoji="0" lang="zh-CN" altLang="en-US" sz="1800" b="0" i="0" u="none" strike="noStrike" kern="1200" cap="none" spc="113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750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113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750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113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750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113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  <a:endParaRPr dirty="0">
              <a:sym typeface="+mn-ea"/>
            </a:endParaRPr>
          </a:p>
        </p:txBody>
      </p:sp>
    </p:spTree>
  </p:cSld>
  <p:clrMapOvr>
    <a:masterClrMapping/>
  </p:clrMapOvr>
</p:sldLayout>
</file>

<file path=ppt/slideLayouts/slideLayout2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0" y="0"/>
            <a:ext cx="9148235" cy="5151120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750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113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342900" marR="0" lvl="1" indent="0" algn="l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750"/>
              </a:spcAft>
              <a:buFont typeface="Arial" panose="020B0604020202020204" pitchFamily="34" charset="0"/>
              <a:buNone/>
              <a:tabLst>
                <a:tab pos="1207135" algn="l"/>
              </a:tabLst>
              <a:defRPr kumimoji="0" lang="zh-CN" altLang="en-US" sz="1800" b="0" i="0" u="none" strike="noStrike" kern="1200" cap="none" spc="113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750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113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750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113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750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113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  <a:endParaRPr dirty="0">
              <a:sym typeface="+mn-ea"/>
            </a:endParaRPr>
          </a:p>
        </p:txBody>
      </p:sp>
    </p:spTree>
  </p:cSld>
  <p:clrMapOvr>
    <a:masterClrMapping/>
  </p:clrMapOvr>
</p:sldLayout>
</file>

<file path=ppt/slideLayouts/slideLayout2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351031" y="423863"/>
            <a:ext cx="4050429" cy="4295775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750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113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514350" marR="0" lvl="1" indent="-171450" algn="l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750"/>
              </a:spcAft>
              <a:buFont typeface="Arial" panose="020B0604020202020204" pitchFamily="34" charset="0"/>
              <a:buChar char="•"/>
              <a:tabLst>
                <a:tab pos="1207135" algn="l"/>
              </a:tabLst>
              <a:defRPr kumimoji="0" lang="zh-CN" altLang="en-US" sz="1800" b="0" i="0" u="none" strike="noStrike" kern="1200" cap="none" spc="113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750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113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750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113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750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113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  <a:endParaRPr dirty="0">
              <a:sym typeface="+mn-ea"/>
            </a:endParaRP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4716292" y="423863"/>
            <a:ext cx="4050429" cy="4295775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750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113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514350" marR="0" lvl="1" indent="-171450" algn="l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750"/>
              </a:spcAft>
              <a:buFont typeface="Arial" panose="020B0604020202020204" pitchFamily="34" charset="0"/>
              <a:buChar char="•"/>
              <a:tabLst>
                <a:tab pos="1207135" algn="l"/>
              </a:tabLst>
              <a:defRPr kumimoji="0" lang="zh-CN" altLang="en-US" sz="1800" b="0" i="0" u="none" strike="noStrike" kern="1200" cap="none" spc="113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750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113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750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113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6858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750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113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</a:t>
            </a:r>
            <a:r>
              <a:rPr>
                <a:sym typeface="+mn-ea"/>
              </a:rPr>
              <a:t>正文</a:t>
            </a:r>
            <a:endParaRPr dirty="0">
              <a:sym typeface="+mn-ea"/>
            </a:endParaRPr>
          </a:p>
        </p:txBody>
      </p:sp>
    </p:spTree>
  </p:cSld>
  <p:clrMapOvr>
    <a:masterClrMapping/>
  </p:clrMapOvr>
</p:sldLayout>
</file>

<file path=ppt/slideLayouts/slideLayout2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502461" y="467694"/>
            <a:ext cx="8139980" cy="674375"/>
          </a:xfrm>
        </p:spPr>
        <p:txBody>
          <a:bodyPr vert="horz" lIns="101600" tIns="38100" rIns="25400" bIns="38100" rtlCol="0" anchor="ctr" anchorCtr="0">
            <a:noAutofit/>
          </a:bodyPr>
          <a:lstStyle>
            <a:lvl1pPr marL="0" marR="0" algn="ctr" defTabSz="685800" rtl="0" eaLnBrk="1" fontAlgn="auto" latinLnBrk="0" hangingPunct="1">
              <a:lnSpc>
                <a:spcPct val="100000"/>
              </a:lnSpc>
              <a:buNone/>
              <a:defRPr kumimoji="0" lang="zh-CN" altLang="en-US" sz="2400" b="0" i="0" u="none" strike="noStrike" kern="1200" cap="none" spc="450" normalizeH="0" baseline="0" noProof="1" dirty="0">
                <a:solidFill>
                  <a:schemeClr val="tx1"/>
                </a:solidFill>
                <a:effectLst/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  <a:endParaRPr>
              <a:sym typeface="+mn-ea"/>
            </a:endParaRPr>
          </a:p>
        </p:txBody>
      </p:sp>
    </p:spTree>
  </p:cSld>
  <p:clrMapOvr>
    <a:masterClrMapping/>
  </p:clrMapOvr>
</p:sldLayout>
</file>

<file path=ppt/slideLayouts/slideLayout2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4174029" y="4947088"/>
            <a:ext cx="549409" cy="121187"/>
          </a:xfrm>
        </p:spPr>
        <p:txBody>
          <a:bodyPr wrap="square">
            <a:noAutofit/>
          </a:bodyPr>
          <a:lstStyle>
            <a:lvl1pPr algn="ctr">
              <a:defRPr sz="9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altLang="zh-CN"/>
              <a:t>-</a:t>
            </a:r>
            <a:fld id="{FAEDECE0-B3E3-4E93-9B91-9F10B30F5B07}" type="slidenum">
              <a:rPr lang="en-US" altLang="zh-CN" smtClean="0"/>
            </a:fld>
            <a:r>
              <a:rPr lang="en-US" altLang="zh-CN"/>
              <a:t>-</a:t>
            </a:r>
            <a:endParaRPr lang="zh-CN" altLang="en-US" dirty="0"/>
          </a:p>
        </p:txBody>
      </p:sp>
      <p:sp>
        <p:nvSpPr>
          <p:cNvPr id="7" name="文本框 6"/>
          <p:cNvSpPr txBox="1"/>
          <p:nvPr userDrawn="1"/>
        </p:nvSpPr>
        <p:spPr>
          <a:xfrm>
            <a:off x="7441515" y="4932661"/>
            <a:ext cx="1900834" cy="150039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7144" tIns="17144" rIns="17144" bIns="17144" numCol="1" spcCol="38100" rtlCol="0" anchor="t">
            <a:spAutoFit/>
          </a:bodyPr>
          <a:lstStyle/>
          <a:p>
            <a:pPr marL="0" marR="0" indent="0" algn="ctr" defTabSz="619125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750" b="0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750" b="0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  <a:endParaRPr kumimoji="0" lang="zh-CN" altLang="en-US" sz="750" b="0" i="0" u="none" strike="noStrike" cap="none" spc="0" normalizeH="0" baseline="0" dirty="0">
              <a:ln>
                <a:noFill/>
              </a:ln>
              <a:solidFill>
                <a:schemeClr val="bg1"/>
              </a:solidFill>
              <a:effectLst/>
              <a:uFillTx/>
              <a:latin typeface="微软雅黑" panose="020B0503020204020204" pitchFamily="34" charset="-122"/>
              <a:ea typeface="微软雅黑" panose="020B0503020204020204" pitchFamily="34" charset="-122"/>
              <a:cs typeface="Arial" panose="020B0604020202020204" pitchFamily="34" charset="0"/>
              <a:sym typeface="Arial" panose="020B0604020202020204"/>
            </a:endParaRPr>
          </a:p>
        </p:txBody>
      </p:sp>
      <p:cxnSp>
        <p:nvCxnSpPr>
          <p:cNvPr id="9" name="直线连接符 3"/>
          <p:cNvCxnSpPr/>
          <p:nvPr userDrawn="1"/>
        </p:nvCxnSpPr>
        <p:spPr>
          <a:xfrm>
            <a:off x="2452765" y="686268"/>
            <a:ext cx="6424473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</p:cSld>
  <p:clrMapOvr>
    <a:masterClrMapping/>
  </p:clrMapOvr>
</p:sldLayout>
</file>

<file path=ppt/slideLayouts/slideLayout2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3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 with photo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Линия"/>
          <p:cNvSpPr/>
          <p:nvPr userDrawn="1"/>
        </p:nvSpPr>
        <p:spPr>
          <a:xfrm flipV="1">
            <a:off x="2620227" y="491252"/>
            <a:ext cx="6524251" cy="0"/>
          </a:xfrm>
          <a:prstGeom prst="line">
            <a:avLst/>
          </a:prstGeom>
          <a:ln w="57150" cap="flat" cmpd="sng">
            <a:solidFill>
              <a:srgbClr val="2F5A9E"/>
            </a:solidFill>
            <a:prstDash val="solid"/>
            <a:miter/>
            <a:headEnd type="none" w="med" len="med"/>
            <a:tailEnd type="none" w="med" len="med"/>
          </a:ln>
        </p:spPr>
      </p:sp>
      <p:sp>
        <p:nvSpPr>
          <p:cNvPr id="6" name="矩形 5"/>
          <p:cNvSpPr/>
          <p:nvPr userDrawn="1"/>
        </p:nvSpPr>
        <p:spPr>
          <a:xfrm>
            <a:off x="1" y="4855765"/>
            <a:ext cx="9144476" cy="213521"/>
          </a:xfrm>
          <a:prstGeom prst="rect">
            <a:avLst/>
          </a:prstGeom>
          <a:solidFill>
            <a:srgbClr val="2F5A9E"/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14288" tIns="14288" rIns="14288" bIns="14288" numCol="1" spcCol="38100" rtlCol="0" anchor="ctr" forceAA="0">
            <a:spAutoFit/>
          </a:bodyPr>
          <a:lstStyle/>
          <a:p>
            <a:pPr marL="0" marR="0" indent="0" algn="ctr" defTabSz="30988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200" b="1" i="0" u="none" strike="noStrike" cap="none" spc="0" normalizeH="0" baseline="0" noProof="1">
              <a:ln>
                <a:noFill/>
              </a:ln>
              <a:solidFill>
                <a:srgbClr val="FFFFFF"/>
              </a:solidFill>
              <a:effectLst/>
              <a:uFillTx/>
              <a:latin typeface="Helvetica Light"/>
              <a:ea typeface="Helvetica Light"/>
              <a:cs typeface="Helvetica Light"/>
              <a:sym typeface="Helvetica Light"/>
            </a:endParaRPr>
          </a:p>
        </p:txBody>
      </p:sp>
      <p:sp>
        <p:nvSpPr>
          <p:cNvPr id="11" name="矩形 10"/>
          <p:cNvSpPr/>
          <p:nvPr userDrawn="1"/>
        </p:nvSpPr>
        <p:spPr>
          <a:xfrm>
            <a:off x="8521153" y="4855765"/>
            <a:ext cx="623324" cy="213521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14288" tIns="14288" rIns="14288" bIns="14288" numCol="1" spcCol="38100" rtlCol="0" anchor="ctr" forceAA="0">
            <a:spAutoFit/>
          </a:bodyPr>
          <a:lstStyle/>
          <a:p>
            <a:pPr marL="0" marR="0" indent="0" algn="ctr" defTabSz="30988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200" b="1" i="0" u="none" strike="noStrike" cap="none" spc="0" normalizeH="0" baseline="0" noProof="1">
              <a:ln>
                <a:noFill/>
              </a:ln>
              <a:solidFill>
                <a:srgbClr val="FFFFFF"/>
              </a:solidFill>
              <a:effectLst/>
              <a:uFillTx/>
              <a:latin typeface="Helvetica Light"/>
              <a:ea typeface="Helvetica Light"/>
              <a:cs typeface="Helvetica Light"/>
              <a:sym typeface="Helvetica Light"/>
            </a:endParaRPr>
          </a:p>
        </p:txBody>
      </p:sp>
      <p:pic>
        <p:nvPicPr>
          <p:cNvPr id="5" name="图片 4" descr="12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87212" y="228124"/>
            <a:ext cx="1986781" cy="394811"/>
          </a:xfrm>
          <a:prstGeom prst="rect">
            <a:avLst/>
          </a:prstGeom>
        </p:spPr>
      </p:pic>
    </p:spTree>
  </p:cSld>
  <p:clrMapOvr>
    <a:masterClrMapping/>
  </p:clrMapOvr>
  <p:transition spd="med"/>
</p:sldLayout>
</file>

<file path=ppt/slideLayouts/slideLayout23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502412" y="1731661"/>
            <a:ext cx="8139178" cy="674375"/>
          </a:xfrm>
        </p:spPr>
        <p:txBody>
          <a:bodyPr lIns="101600" tIns="38100" rIns="25400" bIns="38100" anchor="t" anchorCtr="0">
            <a:noAutofit/>
          </a:bodyPr>
          <a:lstStyle>
            <a:lvl1pPr algn="ctr">
              <a:defRPr sz="4050" b="0" spc="225">
                <a:effectLst/>
                <a:latin typeface="+mn-ea"/>
                <a:ea typeface="+mn-ea"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502444" y="2674144"/>
            <a:ext cx="8139113" cy="601028"/>
          </a:xfrm>
        </p:spPr>
        <p:txBody>
          <a:bodyPr lIns="101600"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1800" u="none" strike="noStrike" kern="1200" cap="none" spc="75" normalizeH="0" baseline="0">
                <a:solidFill>
                  <a:schemeClr val="tx1"/>
                </a:solidFill>
                <a:uFillTx/>
                <a:latin typeface="+mn-ea"/>
                <a:ea typeface="+mn-ea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zh-CN" altLang="en-US" dirty="0"/>
              <a:t>单击此处编辑副标题</a:t>
            </a:r>
            <a:endParaRPr lang="zh-CN" altLang="en-US" dirty="0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4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502412" y="435919"/>
            <a:ext cx="8139178" cy="48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1" i="0" u="none" strike="noStrike" kern="1200" cap="none" spc="75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  <a:endParaRPr dirty="0">
              <a:sym typeface="+mn-ea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502444" y="1131094"/>
            <a:ext cx="8139113" cy="3561874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zh-CN" altLang="en-US" dirty="0"/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4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630079" y="545783"/>
            <a:ext cx="2948940" cy="836295"/>
          </a:xfrm>
        </p:spPr>
        <p:txBody>
          <a:bodyPr anchor="ctr" anchorCtr="0"/>
          <a:lstStyle>
            <a:lvl1pPr>
              <a:defRPr sz="240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3853815" y="545783"/>
            <a:ext cx="4629150" cy="4052411"/>
          </a:xfrm>
        </p:spPr>
        <p:txBody>
          <a:bodyPr/>
          <a:lstStyle>
            <a:lvl1pPr>
              <a:defRPr sz="1800">
                <a:latin typeface="+mn-ea"/>
                <a:ea typeface="+mn-ea"/>
              </a:defRPr>
            </a:lvl1pPr>
            <a:lvl2pPr marL="342900" indent="0">
              <a:buNone/>
              <a:defRPr sz="1800">
                <a:latin typeface="+mn-ea"/>
                <a:ea typeface="+mn-ea"/>
              </a:defRPr>
            </a:lvl2pPr>
            <a:lvl3pPr>
              <a:defRPr sz="1800">
                <a:latin typeface="+mn-ea"/>
                <a:ea typeface="+mn-ea"/>
              </a:defRPr>
            </a:lvl3pPr>
            <a:lvl4pPr>
              <a:defRPr sz="1800">
                <a:latin typeface="+mn-ea"/>
                <a:ea typeface="+mn-ea"/>
              </a:defRPr>
            </a:lvl4pPr>
            <a:lvl5pPr>
              <a:defRPr sz="1800">
                <a:latin typeface="+mn-ea"/>
                <a:ea typeface="+mn-ea"/>
              </a:defRPr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zh-CN" altLang="en-US"/>
              <a:t>单击此处编辑正文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630079" y="1679734"/>
            <a:ext cx="2948940" cy="2918936"/>
          </a:xfrm>
        </p:spPr>
        <p:txBody>
          <a:bodyPr/>
          <a:lstStyle>
            <a:lvl1pPr marL="257175" indent="-257175">
              <a:buFont typeface="Arial" panose="020B0604020202020204" pitchFamily="34" charset="0"/>
              <a:buChar char="•"/>
              <a:defRPr sz="1800">
                <a:latin typeface="+mn-ea"/>
                <a:ea typeface="+mn-ea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CN" altLang="en-US"/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>
              <a:sym typeface="+mn-ea"/>
            </a:endParaRP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2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 hasCustomPrompt="1"/>
          </p:nvPr>
        </p:nvSpPr>
        <p:spPr>
          <a:xfrm>
            <a:off x="502444" y="4203859"/>
            <a:ext cx="8139113" cy="418624"/>
          </a:xfrm>
        </p:spPr>
        <p:txBody>
          <a:bodyPr/>
          <a:lstStyle>
            <a:lvl1pPr>
              <a:defRPr b="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单击此处编辑正文</a:t>
            </a:r>
            <a:endParaRPr lang="zh-CN" altLang="en-US"/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502444" y="481013"/>
            <a:ext cx="8139113" cy="3417094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250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  <a:endParaRPr dirty="0">
              <a:sym typeface="+mn-ea"/>
            </a:endParaRPr>
          </a:p>
        </p:txBody>
      </p:sp>
    </p:spTree>
  </p:cSld>
  <p:clrMapOvr>
    <a:masterClrMapping/>
  </p:clrMapOvr>
</p:sldLayout>
</file>

<file path=ppt/slideLayouts/slideLayout24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0" y="0"/>
            <a:ext cx="9147334" cy="5151120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250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  <a:endParaRPr dirty="0">
              <a:sym typeface="+mn-ea"/>
            </a:endParaRPr>
          </a:p>
        </p:txBody>
      </p:sp>
    </p:spTree>
  </p:cSld>
  <p:clrMapOvr>
    <a:masterClrMapping/>
  </p:clrMapOvr>
</p:sldLayout>
</file>

<file path=ppt/slideLayouts/slideLayout2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350996" y="423863"/>
            <a:ext cx="4050030" cy="4295775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250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  <a:endParaRPr dirty="0">
              <a:sym typeface="+mn-ea"/>
            </a:endParaRP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4715828" y="423863"/>
            <a:ext cx="4050030" cy="4295775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250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</a:t>
            </a:r>
            <a:r>
              <a:rPr>
                <a:sym typeface="+mn-ea"/>
              </a:rPr>
              <a:t>正文</a:t>
            </a:r>
            <a:endParaRPr dirty="0">
              <a:sym typeface="+mn-ea"/>
            </a:endParaRPr>
          </a:p>
        </p:txBody>
      </p:sp>
    </p:spTree>
  </p:cSld>
  <p:clrMapOvr>
    <a:masterClrMapping/>
  </p:clrMapOvr>
</p:sldLayout>
</file>

<file path=ppt/slideLayouts/slideLayout2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502412" y="467694"/>
            <a:ext cx="8139178" cy="674375"/>
          </a:xfrm>
        </p:spPr>
        <p:txBody>
          <a:bodyPr vert="horz" lIns="101600" tIns="38100" rIns="25400" bIns="38100" rtlCol="0" anchor="ctr" anchorCtr="0">
            <a:noAutofit/>
          </a:bodyPr>
          <a:lstStyle>
            <a:lvl1pPr marL="0" marR="0" algn="ctr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0" i="0" u="none" strike="noStrike" kern="1200" cap="none" spc="225" normalizeH="0" baseline="0" noProof="1" dirty="0">
                <a:solidFill>
                  <a:schemeClr val="tx1"/>
                </a:solidFill>
                <a:effectLst/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  <a:endParaRPr>
              <a:sym typeface="+mn-ea"/>
            </a:endParaRPr>
          </a:p>
        </p:txBody>
      </p:sp>
    </p:spTree>
  </p:cSld>
  <p:clrMapOvr>
    <a:masterClrMapping/>
  </p:clrMapOvr>
</p:sldLayout>
</file>

<file path=ppt/slideLayouts/slideLayout2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4173618" y="4947088"/>
            <a:ext cx="549355" cy="121187"/>
          </a:xfrm>
        </p:spPr>
        <p:txBody>
          <a:bodyPr wrap="square">
            <a:noAutofit/>
          </a:bodyPr>
          <a:lstStyle>
            <a:lvl1pPr algn="ctr">
              <a:defRPr sz="9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altLang="zh-CN"/>
              <a:t>-</a:t>
            </a:r>
            <a:fld id="{FAEDECE0-B3E3-4E93-9B91-9F10B30F5B07}" type="slidenum">
              <a:rPr lang="en-US" altLang="zh-CN" smtClean="0"/>
            </a:fld>
            <a:r>
              <a:rPr lang="en-US" altLang="zh-CN"/>
              <a:t>-</a:t>
            </a:r>
            <a:endParaRPr lang="zh-CN" altLang="en-US" dirty="0"/>
          </a:p>
        </p:txBody>
      </p:sp>
      <p:sp>
        <p:nvSpPr>
          <p:cNvPr id="7" name="文本框 6"/>
          <p:cNvSpPr txBox="1"/>
          <p:nvPr userDrawn="1"/>
        </p:nvSpPr>
        <p:spPr>
          <a:xfrm>
            <a:off x="7440782" y="4932661"/>
            <a:ext cx="1900646" cy="150041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7145" tIns="17145" rIns="17145" bIns="17145" numCol="1" spcCol="38100" rtlCol="0" anchor="t">
            <a:spAutoFit/>
          </a:bodyPr>
          <a:lstStyle/>
          <a:p>
            <a:pPr marL="0" marR="0" indent="0" algn="ctr" defTabSz="30988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750" b="0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750" b="0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  <a:endParaRPr kumimoji="0" lang="zh-CN" altLang="en-US" sz="750" b="0" i="0" u="none" strike="noStrike" cap="none" spc="0" normalizeH="0" baseline="0" dirty="0">
              <a:ln>
                <a:noFill/>
              </a:ln>
              <a:solidFill>
                <a:schemeClr val="bg1"/>
              </a:solidFill>
              <a:effectLst/>
              <a:uFillTx/>
              <a:latin typeface="微软雅黑" panose="020B0503020204020204" pitchFamily="34" charset="-122"/>
              <a:ea typeface="微软雅黑" panose="020B0503020204020204" pitchFamily="34" charset="-122"/>
              <a:cs typeface="Arial" panose="020B0604020202020204" pitchFamily="34" charset="0"/>
              <a:sym typeface="Arial" panose="020B0604020202020204"/>
            </a:endParaRPr>
          </a:p>
        </p:txBody>
      </p:sp>
      <p:cxnSp>
        <p:nvCxnSpPr>
          <p:cNvPr id="9" name="直线连接符 3"/>
          <p:cNvCxnSpPr/>
          <p:nvPr userDrawn="1"/>
        </p:nvCxnSpPr>
        <p:spPr>
          <a:xfrm>
            <a:off x="2452524" y="686268"/>
            <a:ext cx="6423841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</p:cSld>
  <p:clrMapOvr>
    <a:masterClrMapping/>
  </p:clrMapOvr>
</p:sldLayout>
</file>

<file path=ppt/slideLayouts/slideLayout2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4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502412" y="1731662"/>
            <a:ext cx="8139178" cy="674375"/>
          </a:xfrm>
        </p:spPr>
        <p:txBody>
          <a:bodyPr lIns="101600" tIns="38100" rIns="25400" bIns="38100" anchor="t" anchorCtr="0">
            <a:noAutofit/>
          </a:bodyPr>
          <a:lstStyle>
            <a:lvl1pPr algn="ctr">
              <a:defRPr sz="4050" b="0" spc="225">
                <a:effectLst/>
                <a:latin typeface="+mn-ea"/>
                <a:ea typeface="+mn-ea"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502444" y="2674144"/>
            <a:ext cx="8139113" cy="601028"/>
          </a:xfrm>
        </p:spPr>
        <p:txBody>
          <a:bodyPr lIns="101600"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1800" u="none" strike="noStrike" kern="1200" cap="none" spc="75" normalizeH="0" baseline="0">
                <a:solidFill>
                  <a:schemeClr val="tx1"/>
                </a:solidFill>
                <a:uFillTx/>
                <a:latin typeface="+mn-ea"/>
                <a:ea typeface="+mn-ea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zh-CN" altLang="en-US" dirty="0"/>
              <a:t>单击此处编辑副标题</a:t>
            </a:r>
            <a:endParaRPr lang="zh-CN" altLang="en-US" dirty="0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</a:fld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2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</a:fld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25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502412" y="435919"/>
            <a:ext cx="8139178" cy="48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1" i="0" u="none" strike="noStrike" kern="1200" cap="none" spc="75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  <a:endParaRPr dirty="0">
              <a:sym typeface="+mn-ea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502444" y="1131095"/>
            <a:ext cx="8139113" cy="3561874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zh-CN" altLang="en-US" dirty="0"/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5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630079" y="545783"/>
            <a:ext cx="2948940" cy="836295"/>
          </a:xfrm>
        </p:spPr>
        <p:txBody>
          <a:bodyPr anchor="ctr" anchorCtr="0"/>
          <a:lstStyle>
            <a:lvl1pPr>
              <a:defRPr sz="240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3853815" y="545783"/>
            <a:ext cx="4629150" cy="4052411"/>
          </a:xfrm>
        </p:spPr>
        <p:txBody>
          <a:bodyPr/>
          <a:lstStyle>
            <a:lvl1pPr>
              <a:defRPr sz="1800">
                <a:latin typeface="+mn-ea"/>
                <a:ea typeface="+mn-ea"/>
              </a:defRPr>
            </a:lvl1pPr>
            <a:lvl2pPr marL="342900" indent="0">
              <a:buNone/>
              <a:defRPr sz="1800">
                <a:latin typeface="+mn-ea"/>
                <a:ea typeface="+mn-ea"/>
              </a:defRPr>
            </a:lvl2pPr>
            <a:lvl3pPr>
              <a:defRPr sz="1800">
                <a:latin typeface="+mn-ea"/>
                <a:ea typeface="+mn-ea"/>
              </a:defRPr>
            </a:lvl3pPr>
            <a:lvl4pPr>
              <a:defRPr sz="1800">
                <a:latin typeface="+mn-ea"/>
                <a:ea typeface="+mn-ea"/>
              </a:defRPr>
            </a:lvl4pPr>
            <a:lvl5pPr>
              <a:defRPr sz="1800">
                <a:latin typeface="+mn-ea"/>
                <a:ea typeface="+mn-ea"/>
              </a:defRPr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zh-CN" altLang="en-US"/>
              <a:t>单击此处编辑正文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630079" y="1679735"/>
            <a:ext cx="2948940" cy="2918936"/>
          </a:xfrm>
        </p:spPr>
        <p:txBody>
          <a:bodyPr/>
          <a:lstStyle>
            <a:lvl1pPr marL="257175" indent="-257175">
              <a:buFont typeface="Arial" panose="020B0604020202020204" pitchFamily="34" charset="0"/>
              <a:buChar char="•"/>
              <a:defRPr sz="1800">
                <a:latin typeface="+mn-ea"/>
                <a:ea typeface="+mn-ea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CN" altLang="en-US"/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>
              <a:sym typeface="+mn-ea"/>
            </a:endParaRP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2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fld id="{FABC47A4-756D-490B-A52F-7D9E2C9FC05F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9" name="标题 8"/>
          <p:cNvSpPr>
            <a:spLocks noGrp="1"/>
          </p:cNvSpPr>
          <p:nvPr>
            <p:ph type="title" hasCustomPrompt="1"/>
          </p:nvPr>
        </p:nvSpPr>
        <p:spPr>
          <a:xfrm>
            <a:off x="502444" y="4203860"/>
            <a:ext cx="8139113" cy="418624"/>
          </a:xfrm>
        </p:spPr>
        <p:txBody>
          <a:bodyPr/>
          <a:lstStyle>
            <a:lvl1pPr>
              <a:defRPr b="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单击此处编辑正文</a:t>
            </a:r>
            <a:endParaRPr lang="zh-CN" altLang="en-US"/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502444" y="481014"/>
            <a:ext cx="8139113" cy="3417094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250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  <a:endParaRPr dirty="0">
              <a:sym typeface="+mn-ea"/>
            </a:endParaRPr>
          </a:p>
        </p:txBody>
      </p:sp>
    </p:spTree>
  </p:cSld>
  <p:clrMapOvr>
    <a:masterClrMapping/>
  </p:clrMapOvr>
</p:sldLayout>
</file>

<file path=ppt/slideLayouts/slideLayout25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1" y="0"/>
            <a:ext cx="9147334" cy="5151120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250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  <a:endParaRPr dirty="0">
              <a:sym typeface="+mn-ea"/>
            </a:endParaRPr>
          </a:p>
        </p:txBody>
      </p:sp>
    </p:spTree>
  </p:cSld>
  <p:clrMapOvr>
    <a:masterClrMapping/>
  </p:clrMapOvr>
</p:sldLayout>
</file>

<file path=ppt/slideLayouts/slideLayout2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350996" y="423863"/>
            <a:ext cx="4050030" cy="4295775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250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  <a:endParaRPr dirty="0">
              <a:sym typeface="+mn-ea"/>
            </a:endParaRP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4715828" y="423863"/>
            <a:ext cx="4050030" cy="4295775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250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</a:t>
            </a:r>
            <a:r>
              <a:rPr>
                <a:sym typeface="+mn-ea"/>
              </a:rPr>
              <a:t>正文</a:t>
            </a:r>
            <a:endParaRPr dirty="0">
              <a:sym typeface="+mn-ea"/>
            </a:endParaRPr>
          </a:p>
        </p:txBody>
      </p:sp>
    </p:spTree>
  </p:cSld>
  <p:clrMapOvr>
    <a:masterClrMapping/>
  </p:clrMapOvr>
</p:sldLayout>
</file>

<file path=ppt/slideLayouts/slideLayout2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502412" y="467695"/>
            <a:ext cx="8139178" cy="674375"/>
          </a:xfrm>
        </p:spPr>
        <p:txBody>
          <a:bodyPr vert="horz" lIns="101600" tIns="38100" rIns="25400" bIns="38100" rtlCol="0" anchor="ctr" anchorCtr="0">
            <a:noAutofit/>
          </a:bodyPr>
          <a:lstStyle>
            <a:lvl1pPr marL="0" marR="0" algn="ctr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0" i="0" u="none" strike="noStrike" kern="1200" cap="none" spc="225" normalizeH="0" baseline="0" noProof="1" dirty="0">
                <a:solidFill>
                  <a:schemeClr val="tx1"/>
                </a:solidFill>
                <a:effectLst/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  <a:endParaRPr>
              <a:sym typeface="+mn-ea"/>
            </a:endParaRPr>
          </a:p>
        </p:txBody>
      </p:sp>
    </p:spTree>
  </p:cSld>
  <p:clrMapOvr>
    <a:masterClrMapping/>
  </p:clrMapOvr>
</p:sldLayout>
</file>

<file path=ppt/slideLayouts/slideLayout2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4173618" y="4947089"/>
            <a:ext cx="549355" cy="121187"/>
          </a:xfrm>
        </p:spPr>
        <p:txBody>
          <a:bodyPr wrap="square">
            <a:noAutofit/>
          </a:bodyPr>
          <a:lstStyle>
            <a:lvl1pPr algn="ctr">
              <a:defRPr sz="9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altLang="zh-CN">
                <a:solidFill>
                  <a:prstClr val="white"/>
                </a:solidFill>
              </a:rPr>
              <a:t>-</a:t>
            </a:r>
            <a:fld id="{FAEDECE0-B3E3-4E93-9B91-9F10B30F5B07}" type="slidenum">
              <a:rPr lang="en-US" altLang="zh-CN" smtClean="0">
                <a:solidFill>
                  <a:prstClr val="white"/>
                </a:solidFill>
              </a:rPr>
            </a:fld>
            <a:r>
              <a:rPr lang="en-US" altLang="zh-CN">
                <a:solidFill>
                  <a:prstClr val="white"/>
                </a:solidFill>
              </a:rPr>
              <a:t>-</a:t>
            </a:r>
            <a:endParaRPr lang="zh-CN" altLang="en-US" dirty="0">
              <a:solidFill>
                <a:prstClr val="white"/>
              </a:solidFill>
            </a:endParaRPr>
          </a:p>
        </p:txBody>
      </p:sp>
      <p:sp>
        <p:nvSpPr>
          <p:cNvPr id="7" name="文本框 6"/>
          <p:cNvSpPr txBox="1"/>
          <p:nvPr userDrawn="1"/>
        </p:nvSpPr>
        <p:spPr>
          <a:xfrm>
            <a:off x="7440783" y="4932661"/>
            <a:ext cx="1900646" cy="150041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7145" tIns="17145" rIns="17145" bIns="17145" numCol="1" spcCol="38100" rtlCol="0" anchor="t">
            <a:spAutoFit/>
          </a:bodyPr>
          <a:lstStyle/>
          <a:p>
            <a:pPr marL="0" marR="0" lvl="0" indent="0" algn="ctr" defTabSz="30988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75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75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  <a:endParaRPr kumimoji="0" lang="zh-CN" altLang="en-US" sz="75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Arial" panose="020B0604020202020204" pitchFamily="34" charset="0"/>
              <a:sym typeface="Arial" panose="020B0604020202020204"/>
            </a:endParaRPr>
          </a:p>
        </p:txBody>
      </p:sp>
      <p:cxnSp>
        <p:nvCxnSpPr>
          <p:cNvPr id="9" name="直线连接符 3"/>
          <p:cNvCxnSpPr/>
          <p:nvPr userDrawn="1"/>
        </p:nvCxnSpPr>
        <p:spPr>
          <a:xfrm>
            <a:off x="2452524" y="686268"/>
            <a:ext cx="6423841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</p:cSld>
  <p:clrMapOvr>
    <a:masterClrMapping/>
  </p:clrMapOvr>
</p:sldLayout>
</file>

<file path=ppt/slideLayouts/slideLayout2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</a:fld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25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502411" y="1731661"/>
            <a:ext cx="8139178" cy="674375"/>
          </a:xfrm>
        </p:spPr>
        <p:txBody>
          <a:bodyPr lIns="101600" tIns="38100" rIns="25400" bIns="38100" anchor="t" anchorCtr="0">
            <a:noAutofit/>
          </a:bodyPr>
          <a:lstStyle>
            <a:lvl1pPr algn="ctr">
              <a:defRPr sz="4050" b="0" spc="225">
                <a:effectLst/>
                <a:latin typeface="+mn-ea"/>
                <a:ea typeface="+mn-ea"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502444" y="2674144"/>
            <a:ext cx="8139113" cy="601028"/>
          </a:xfrm>
        </p:spPr>
        <p:txBody>
          <a:bodyPr lIns="101600"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1800" u="none" strike="noStrike" kern="1200" cap="none" spc="75" normalizeH="0" baseline="0">
                <a:solidFill>
                  <a:schemeClr val="tx1"/>
                </a:solidFill>
                <a:uFillTx/>
                <a:latin typeface="+mn-ea"/>
                <a:ea typeface="+mn-ea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zh-CN" altLang="en-US" dirty="0"/>
              <a:t>单击此处编辑副标题</a:t>
            </a:r>
            <a:endParaRPr lang="zh-CN" altLang="en-US" dirty="0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6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502411" y="435919"/>
            <a:ext cx="8139178" cy="48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1" i="0" u="none" strike="noStrike" kern="1200" cap="none" spc="75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  <a:endParaRPr dirty="0">
              <a:sym typeface="+mn-ea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502444" y="1131094"/>
            <a:ext cx="8139113" cy="3561874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zh-CN" altLang="en-US" dirty="0"/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6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630079" y="545783"/>
            <a:ext cx="2948940" cy="836295"/>
          </a:xfrm>
        </p:spPr>
        <p:txBody>
          <a:bodyPr anchor="ctr" anchorCtr="0"/>
          <a:lstStyle>
            <a:lvl1pPr>
              <a:defRPr sz="240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3853815" y="545783"/>
            <a:ext cx="4629150" cy="4052411"/>
          </a:xfrm>
        </p:spPr>
        <p:txBody>
          <a:bodyPr/>
          <a:lstStyle>
            <a:lvl1pPr>
              <a:defRPr sz="1800">
                <a:latin typeface="+mn-ea"/>
                <a:ea typeface="+mn-ea"/>
              </a:defRPr>
            </a:lvl1pPr>
            <a:lvl2pPr marL="342900" indent="0">
              <a:buNone/>
              <a:defRPr sz="1800">
                <a:latin typeface="+mn-ea"/>
                <a:ea typeface="+mn-ea"/>
              </a:defRPr>
            </a:lvl2pPr>
            <a:lvl3pPr>
              <a:defRPr sz="1800">
                <a:latin typeface="+mn-ea"/>
                <a:ea typeface="+mn-ea"/>
              </a:defRPr>
            </a:lvl3pPr>
            <a:lvl4pPr>
              <a:defRPr sz="1800">
                <a:latin typeface="+mn-ea"/>
                <a:ea typeface="+mn-ea"/>
              </a:defRPr>
            </a:lvl4pPr>
            <a:lvl5pPr>
              <a:defRPr sz="1800">
                <a:latin typeface="+mn-ea"/>
                <a:ea typeface="+mn-ea"/>
              </a:defRPr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zh-CN" altLang="en-US"/>
              <a:t>单击此处编辑正文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630079" y="1679734"/>
            <a:ext cx="2948940" cy="2918936"/>
          </a:xfrm>
        </p:spPr>
        <p:txBody>
          <a:bodyPr/>
          <a:lstStyle>
            <a:lvl1pPr marL="257175" indent="-257175">
              <a:buFont typeface="Arial" panose="020B0604020202020204" pitchFamily="34" charset="0"/>
              <a:buChar char="•"/>
              <a:defRPr sz="1800">
                <a:latin typeface="+mn-ea"/>
                <a:ea typeface="+mn-ea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CN" altLang="en-US"/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>
              <a:sym typeface="+mn-ea"/>
            </a:endParaRP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2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 hasCustomPrompt="1"/>
          </p:nvPr>
        </p:nvSpPr>
        <p:spPr>
          <a:xfrm>
            <a:off x="502444" y="4203859"/>
            <a:ext cx="8139113" cy="418624"/>
          </a:xfrm>
        </p:spPr>
        <p:txBody>
          <a:bodyPr/>
          <a:lstStyle>
            <a:lvl1pPr>
              <a:defRPr b="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单击此处编辑正文</a:t>
            </a:r>
            <a:endParaRPr lang="zh-CN" altLang="en-US"/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502444" y="481012"/>
            <a:ext cx="8139113" cy="3417094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250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  <a:endParaRPr dirty="0">
              <a:sym typeface="+mn-ea"/>
            </a:endParaRPr>
          </a:p>
        </p:txBody>
      </p:sp>
    </p:spTree>
  </p:cSld>
  <p:clrMapOvr>
    <a:masterClrMapping/>
  </p:clrMapOvr>
</p:sldLayout>
</file>

<file path=ppt/slideLayouts/slideLayout26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0" y="0"/>
            <a:ext cx="9147334" cy="5151120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250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  <a:endParaRPr dirty="0">
              <a:sym typeface="+mn-ea"/>
            </a:endParaRPr>
          </a:p>
        </p:txBody>
      </p:sp>
    </p:spTree>
  </p:cSld>
  <p:clrMapOvr>
    <a:masterClrMapping/>
  </p:clrMapOvr>
</p:sldLayout>
</file>

<file path=ppt/slideLayouts/slideLayout2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350996" y="423863"/>
            <a:ext cx="4050030" cy="4295775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250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  <a:endParaRPr dirty="0">
              <a:sym typeface="+mn-ea"/>
            </a:endParaRP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4715828" y="423863"/>
            <a:ext cx="4050030" cy="4295775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250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</a:t>
            </a:r>
            <a:r>
              <a:rPr>
                <a:sym typeface="+mn-ea"/>
              </a:rPr>
              <a:t>正文</a:t>
            </a:r>
            <a:endParaRPr dirty="0">
              <a:sym typeface="+mn-ea"/>
            </a:endParaRPr>
          </a:p>
        </p:txBody>
      </p:sp>
    </p:spTree>
  </p:cSld>
  <p:clrMapOvr>
    <a:masterClrMapping/>
  </p:clrMapOvr>
</p:sldLayout>
</file>

<file path=ppt/slideLayouts/slideLayout2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502411" y="467693"/>
            <a:ext cx="8139178" cy="674375"/>
          </a:xfrm>
        </p:spPr>
        <p:txBody>
          <a:bodyPr vert="horz" lIns="101600" tIns="38100" rIns="25400" bIns="38100" rtlCol="0" anchor="ctr" anchorCtr="0">
            <a:noAutofit/>
          </a:bodyPr>
          <a:lstStyle>
            <a:lvl1pPr marL="0" marR="0" algn="ctr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0" i="0" u="none" strike="noStrike" kern="1200" cap="none" spc="225" normalizeH="0" baseline="0" noProof="1" dirty="0">
                <a:solidFill>
                  <a:schemeClr val="tx1"/>
                </a:solidFill>
                <a:effectLst/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  <a:endParaRPr>
              <a:sym typeface="+mn-ea"/>
            </a:endParaRPr>
          </a:p>
        </p:txBody>
      </p:sp>
    </p:spTree>
  </p:cSld>
  <p:clrMapOvr>
    <a:masterClrMapping/>
  </p:clrMapOvr>
</p:sldLayout>
</file>

<file path=ppt/slideLayouts/slideLayout2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4173617" y="4947088"/>
            <a:ext cx="549354" cy="121187"/>
          </a:xfrm>
        </p:spPr>
        <p:txBody>
          <a:bodyPr wrap="square">
            <a:noAutofit/>
          </a:bodyPr>
          <a:lstStyle>
            <a:lvl1pPr algn="ctr">
              <a:defRPr sz="9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altLang="zh-CN"/>
              <a:t>-</a:t>
            </a:r>
            <a:fld id="{FAEDECE0-B3E3-4E93-9B91-9F10B30F5B07}" type="slidenum">
              <a:rPr lang="en-US" altLang="zh-CN" smtClean="0"/>
            </a:fld>
            <a:r>
              <a:rPr lang="en-US" altLang="zh-CN"/>
              <a:t>-</a:t>
            </a:r>
            <a:endParaRPr lang="zh-CN" altLang="en-US" dirty="0"/>
          </a:p>
        </p:txBody>
      </p:sp>
      <p:sp>
        <p:nvSpPr>
          <p:cNvPr id="7" name="文本框 6"/>
          <p:cNvSpPr txBox="1"/>
          <p:nvPr userDrawn="1"/>
        </p:nvSpPr>
        <p:spPr>
          <a:xfrm>
            <a:off x="7440782" y="4932661"/>
            <a:ext cx="1900646" cy="150041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7145" tIns="17145" rIns="17145" bIns="17145" numCol="1" spcCol="38100" rtlCol="0" anchor="t">
            <a:spAutoFit/>
          </a:bodyPr>
          <a:lstStyle/>
          <a:p>
            <a:pPr marL="0" marR="0" indent="0" algn="ctr" defTabSz="30988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750" b="0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750" b="0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  <a:endParaRPr kumimoji="0" lang="zh-CN" altLang="en-US" sz="750" b="0" i="0" u="none" strike="noStrike" cap="none" spc="0" normalizeH="0" baseline="0" dirty="0">
              <a:ln>
                <a:noFill/>
              </a:ln>
              <a:solidFill>
                <a:schemeClr val="bg1"/>
              </a:solidFill>
              <a:effectLst/>
              <a:uFillTx/>
              <a:latin typeface="微软雅黑" panose="020B0503020204020204" pitchFamily="34" charset="-122"/>
              <a:ea typeface="微软雅黑" panose="020B0503020204020204" pitchFamily="34" charset="-122"/>
              <a:cs typeface="Arial" panose="020B0604020202020204" pitchFamily="34" charset="0"/>
              <a:sym typeface="Arial" panose="020B0604020202020204"/>
            </a:endParaRPr>
          </a:p>
        </p:txBody>
      </p:sp>
      <p:cxnSp>
        <p:nvCxnSpPr>
          <p:cNvPr id="9" name="直线连接符 3"/>
          <p:cNvCxnSpPr/>
          <p:nvPr userDrawn="1"/>
        </p:nvCxnSpPr>
        <p:spPr>
          <a:xfrm>
            <a:off x="2452523" y="686268"/>
            <a:ext cx="6423841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</p:cSld>
  <p:clrMapOvr>
    <a:masterClrMapping/>
  </p:clrMapOvr>
</p:sldLayout>
</file>

<file path=ppt/slideLayouts/slideLayout2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6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 with photo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Линия"/>
          <p:cNvSpPr/>
          <p:nvPr userDrawn="1"/>
        </p:nvSpPr>
        <p:spPr>
          <a:xfrm flipV="1">
            <a:off x="2620089" y="491014"/>
            <a:ext cx="6581061" cy="238"/>
          </a:xfrm>
          <a:prstGeom prst="line">
            <a:avLst/>
          </a:prstGeom>
          <a:ln w="57150" cap="flat" cmpd="sng">
            <a:solidFill>
              <a:srgbClr val="2F5A9E"/>
            </a:solidFill>
            <a:prstDash val="solid"/>
            <a:miter/>
            <a:headEnd type="none" w="med" len="med"/>
            <a:tailEnd type="none" w="med" len="med"/>
          </a:ln>
        </p:spPr>
      </p:sp>
      <p:sp>
        <p:nvSpPr>
          <p:cNvPr id="6" name="矩形 5"/>
          <p:cNvSpPr/>
          <p:nvPr userDrawn="1"/>
        </p:nvSpPr>
        <p:spPr>
          <a:xfrm>
            <a:off x="-28575" y="4855765"/>
            <a:ext cx="9201150" cy="213521"/>
          </a:xfrm>
          <a:prstGeom prst="rect">
            <a:avLst/>
          </a:prstGeom>
          <a:solidFill>
            <a:srgbClr val="2F5A9E"/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14288" tIns="14288" rIns="14288" bIns="14288" numCol="1" spcCol="38100" rtlCol="0" anchor="ctr" forceAA="0">
            <a:spAutoFit/>
          </a:bodyPr>
          <a:lstStyle/>
          <a:p>
            <a:pPr marL="0" marR="0" lvl="0" indent="0" algn="ctr" defTabSz="30988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1" i="0" u="none" strike="noStrike" kern="1200" cap="none" spc="0" normalizeH="0" baseline="0" noProof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Helvetica Light"/>
              <a:ea typeface="Helvetica Light"/>
              <a:cs typeface="Helvetica Light"/>
              <a:sym typeface="Helvetica Light"/>
            </a:endParaRPr>
          </a:p>
        </p:txBody>
      </p:sp>
      <p:sp>
        <p:nvSpPr>
          <p:cNvPr id="11" name="矩形 10"/>
          <p:cNvSpPr/>
          <p:nvPr userDrawn="1"/>
        </p:nvSpPr>
        <p:spPr>
          <a:xfrm>
            <a:off x="8520708" y="4855765"/>
            <a:ext cx="651867" cy="213521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14288" tIns="14288" rIns="14288" bIns="14288" numCol="1" spcCol="38100" rtlCol="0" anchor="ctr" forceAA="0">
            <a:spAutoFit/>
          </a:bodyPr>
          <a:lstStyle/>
          <a:p>
            <a:pPr marL="0" marR="0" lvl="0" indent="0" algn="ctr" defTabSz="30988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1" i="0" u="none" strike="noStrike" kern="1200" cap="none" spc="0" normalizeH="0" baseline="0" noProof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Helvetica Light"/>
              <a:ea typeface="Helvetica Light"/>
              <a:cs typeface="Helvetica Light"/>
              <a:sym typeface="Helvetica Light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>
          <a:xfrm>
            <a:off x="8470531" y="4657159"/>
            <a:ext cx="222818" cy="215444"/>
          </a:xfrm>
          <a:prstGeom prst="rect">
            <a:avLst/>
          </a:prstGeom>
          <a:noFill/>
          <a:ln w="12700">
            <a:noFill/>
          </a:ln>
        </p:spPr>
        <p:txBody>
          <a:bodyPr wrap="none" lIns="38100" tIns="38100" rIns="38100" bIns="38100">
            <a:spAutoFit/>
          </a:bodyPr>
          <a:lstStyle/>
          <a:p>
            <a:pPr eaLnBrk="1" hangingPunct="1">
              <a:defRPr/>
            </a:pPr>
            <a:fld id="{9A0DB2DC-4C9A-4742-B13C-FB6460FD3503}" type="slidenum">
              <a:rPr lang="zh-CN" altLang="en-US" noProof="1" smtClean="0">
                <a:solidFill>
                  <a:prstClr val="black">
                    <a:tint val="75000"/>
                  </a:prstClr>
                </a:solidFill>
                <a:latin typeface="Open Sans" panose="020B0606030504020204" pitchFamily="34" charset="0"/>
                <a:ea typeface="Arial" panose="020B0604020202020204" pitchFamily="34" charset="0"/>
                <a:cs typeface="Open Sans" panose="020B0606030504020204" pitchFamily="34" charset="0"/>
                <a:sym typeface="Open Sans" panose="020B0606030504020204" pitchFamily="34" charset="0"/>
              </a:rPr>
            </a:fld>
            <a:endParaRPr lang="zh-CN" altLang="en-US" noProof="1">
              <a:solidFill>
                <a:prstClr val="black">
                  <a:tint val="75000"/>
                </a:prstClr>
              </a:solidFill>
              <a:latin typeface="Arial" panose="020B0604020202020204" pitchFamily="34" charset="0"/>
              <a:cs typeface="Open Sans" panose="020B0606030504020204" pitchFamily="34" charset="0"/>
              <a:sym typeface="Open Sans" panose="020B0606030504020204" pitchFamily="34" charset="0"/>
            </a:endParaRPr>
          </a:p>
        </p:txBody>
      </p:sp>
      <p:pic>
        <p:nvPicPr>
          <p:cNvPr id="5" name="图片 4" descr="12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87191" y="228124"/>
            <a:ext cx="1986677" cy="394811"/>
          </a:xfrm>
          <a:prstGeom prst="rect">
            <a:avLst/>
          </a:prstGeom>
        </p:spPr>
      </p:pic>
    </p:spTree>
  </p:cSld>
  <p:clrMapOvr>
    <a:masterClrMapping/>
  </p:clrMapOvr>
  <p:transition spd="med"/>
</p:sldLayout>
</file>

<file path=ppt/slideLayouts/slideLayout26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502412" y="1731661"/>
            <a:ext cx="8139178" cy="674375"/>
          </a:xfrm>
        </p:spPr>
        <p:txBody>
          <a:bodyPr rIns="25400" anchor="t"/>
          <a:lstStyle>
            <a:lvl1pPr algn="ctr">
              <a:defRPr sz="4050" b="0" spc="225">
                <a:effectLst/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单击此处编辑母版标题样式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502444" y="2674144"/>
            <a:ext cx="8139113" cy="601028"/>
          </a:xfrm>
        </p:spPr>
        <p:txBody>
          <a:bodyPr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1800" u="none" strike="noStrike" kern="1200" cap="none" spc="75" normalizeH="0" baseline="0">
                <a:solidFill>
                  <a:schemeClr val="tx1"/>
                </a:solidFill>
                <a:uFillTx/>
                <a:latin typeface="+mn-ea"/>
                <a:ea typeface="+mn-ea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zh-CN" altLang="en-US"/>
              <a:t>单击以编辑母版副标题样式</a:t>
            </a:r>
            <a:endParaRPr lang="zh-CN" altLang="en-US" dirty="0"/>
          </a:p>
        </p:txBody>
      </p:sp>
      <p:sp>
        <p:nvSpPr>
          <p:cNvPr id="4" name="页脚占位符 16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defTabSz="685800"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5" name="灯片编号占位符 17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 defTabSz="685800" fontAlgn="auto">
              <a:spcBef>
                <a:spcPts val="0"/>
              </a:spcBef>
              <a:spcAft>
                <a:spcPts val="0"/>
              </a:spcAft>
              <a:defRPr/>
            </a:pPr>
            <a:fld id="{76FDEA65-46A8-4913-8920-3F11BF21BB3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ransition/>
</p:sldLayout>
</file>

<file path=ppt/slideLayouts/slideLayout2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 defTabSz="685800"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4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 defTabSz="685800"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5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 defTabSz="685800" fontAlgn="auto">
              <a:spcBef>
                <a:spcPts val="0"/>
              </a:spcBef>
              <a:spcAft>
                <a:spcPts val="0"/>
              </a:spcAft>
              <a:defRPr/>
            </a:pPr>
            <a:fld id="{7C6B0BCE-AE4E-4AD3-868A-2BEE0723A9BA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ransition/>
</p:sldLayout>
</file>

<file path=ppt/slideLayouts/slideLayout27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502412" y="435919"/>
            <a:ext cx="8139178" cy="486000"/>
          </a:xfrm>
        </p:spPr>
        <p:txBody>
          <a:bodyPr/>
          <a:lstStyle>
            <a:lvl1pPr marL="0" marR="0" algn="l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1" i="0" u="none" strike="noStrike" kern="1200" cap="none" spc="75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lang="zh-CN" altLang="en-US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502444" y="1131094"/>
            <a:ext cx="8139113" cy="3561874"/>
          </a:xfrm>
          <a:prstGeom prst="rect">
            <a:avLst/>
          </a:prstGeo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 dirty="0"/>
          </a:p>
        </p:txBody>
      </p:sp>
      <p:sp>
        <p:nvSpPr>
          <p:cNvPr id="4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defTabSz="685800"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5" name="灯片编号占位符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 defTabSz="685800" fontAlgn="auto">
              <a:spcBef>
                <a:spcPts val="0"/>
              </a:spcBef>
              <a:spcAft>
                <a:spcPts val="0"/>
              </a:spcAft>
              <a:defRPr/>
            </a:pPr>
            <a:fld id="{D82051A0-9400-48B3-A842-506311329E2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ransition/>
</p:sldLayout>
</file>

<file path=ppt/slideLayouts/slideLayout27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/>
          </p:nvPr>
        </p:nvSpPr>
        <p:spPr>
          <a:xfrm>
            <a:off x="630079" y="545783"/>
            <a:ext cx="2948940" cy="836295"/>
          </a:xfrm>
        </p:spPr>
        <p:txBody>
          <a:bodyPr/>
          <a:lstStyle>
            <a:lvl1pPr>
              <a:defRPr sz="240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3853815" y="545783"/>
            <a:ext cx="4629150" cy="4052411"/>
          </a:xfrm>
        </p:spPr>
        <p:txBody>
          <a:bodyPr/>
          <a:lstStyle>
            <a:lvl1pPr>
              <a:defRPr sz="1800">
                <a:latin typeface="+mn-ea"/>
                <a:ea typeface="+mn-ea"/>
              </a:defRPr>
            </a:lvl1pPr>
            <a:lvl2pPr marL="342900" indent="0">
              <a:buNone/>
              <a:defRPr sz="1800">
                <a:latin typeface="+mn-ea"/>
                <a:ea typeface="+mn-ea"/>
              </a:defRPr>
            </a:lvl2pPr>
            <a:lvl3pPr>
              <a:defRPr sz="1800">
                <a:latin typeface="+mn-ea"/>
                <a:ea typeface="+mn-ea"/>
              </a:defRPr>
            </a:lvl3pPr>
            <a:lvl4pPr>
              <a:defRPr sz="1800">
                <a:latin typeface="+mn-ea"/>
                <a:ea typeface="+mn-ea"/>
              </a:defRPr>
            </a:lvl4pPr>
            <a:lvl5pPr>
              <a:defRPr sz="1800">
                <a:latin typeface="+mn-ea"/>
                <a:ea typeface="+mn-ea"/>
              </a:defRPr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zh-CN" altLang="en-US"/>
              <a:t>编辑母版文本样式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630079" y="1679734"/>
            <a:ext cx="2948940" cy="2918936"/>
          </a:xfrm>
        </p:spPr>
        <p:txBody>
          <a:bodyPr/>
          <a:lstStyle>
            <a:lvl1pPr marL="257175" indent="-257175">
              <a:buFont typeface="Arial" panose="020B0604020202020204" pitchFamily="34" charset="0"/>
              <a:buChar char="•"/>
              <a:defRPr sz="1800">
                <a:latin typeface="+mn-ea"/>
                <a:ea typeface="+mn-ea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8" name="页脚占位符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defTabSz="685800"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9" name="灯片编号占位符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 defTabSz="685800" fontAlgn="auto">
              <a:spcBef>
                <a:spcPts val="0"/>
              </a:spcBef>
              <a:spcAft>
                <a:spcPts val="0"/>
              </a:spcAft>
              <a:defRPr/>
            </a:pPr>
            <a:fld id="{9BBC77F9-E65C-42B5-B805-51F7F5C52E7B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ransition/>
</p:sldLayout>
</file>

<file path=ppt/slideLayouts/slideLayout2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标题 8"/>
          <p:cNvSpPr>
            <a:spLocks noGrp="1"/>
          </p:cNvSpPr>
          <p:nvPr>
            <p:ph type="title"/>
          </p:nvPr>
        </p:nvSpPr>
        <p:spPr>
          <a:xfrm>
            <a:off x="502444" y="4203859"/>
            <a:ext cx="8139113" cy="418624"/>
          </a:xfrm>
        </p:spPr>
        <p:txBody>
          <a:bodyPr/>
          <a:lstStyle>
            <a:lvl1pPr>
              <a:defRPr b="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502444" y="481013"/>
            <a:ext cx="8139113" cy="3417094"/>
          </a:xfrm>
        </p:spPr>
        <p:txBody>
          <a:bodyPr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250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lang="zh-CN" altLang="en-US">
                <a:sym typeface="+mn-ea"/>
              </a:rPr>
              <a:t>编辑母版文本样式</a:t>
            </a:r>
            <a:endParaRPr lang="zh-CN" altLang="en-US">
              <a:sym typeface="+mn-ea"/>
            </a:endParaRPr>
          </a:p>
        </p:txBody>
      </p:sp>
      <p:sp>
        <p:nvSpPr>
          <p:cNvPr id="4" name="页脚占位符 5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defTabSz="685800"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5" name="灯片编号占位符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 defTabSz="685800" fontAlgn="auto">
              <a:spcBef>
                <a:spcPts val="0"/>
              </a:spcBef>
              <a:spcAft>
                <a:spcPts val="0"/>
              </a:spcAft>
              <a:defRPr/>
            </a:pPr>
            <a:fld id="{9F8FDE57-BAA4-4B86-A024-8CFE55F57765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ransition/>
</p:sldLayout>
</file>

<file path=ppt/slideLayouts/slideLayout27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0" y="0"/>
            <a:ext cx="9147334" cy="5151120"/>
          </a:xfrm>
        </p:spPr>
        <p:txBody>
          <a:bodyPr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250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lang="zh-CN" altLang="en-US">
                <a:sym typeface="+mn-ea"/>
              </a:rPr>
              <a:t>编辑母版文本样式</a:t>
            </a:r>
            <a:endParaRPr lang="zh-CN" altLang="en-US">
              <a:sym typeface="+mn-ea"/>
            </a:endParaRPr>
          </a:p>
        </p:txBody>
      </p:sp>
      <p:sp>
        <p:nvSpPr>
          <p:cNvPr id="3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defTabSz="685800"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4" name="灯片编号占位符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 defTabSz="685800" fontAlgn="auto">
              <a:spcBef>
                <a:spcPts val="0"/>
              </a:spcBef>
              <a:spcAft>
                <a:spcPts val="0"/>
              </a:spcAft>
              <a:defRPr/>
            </a:pPr>
            <a:fld id="{3534DAF6-43AB-41C5-B40F-3E56E6713C2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ransition/>
</p:sldLayout>
</file>

<file path=ppt/slideLayouts/slideLayout2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350996" y="423863"/>
            <a:ext cx="4050030" cy="4295775"/>
          </a:xfrm>
        </p:spPr>
        <p:txBody>
          <a:bodyPr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250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lang="zh-CN" altLang="en-US">
                <a:sym typeface="+mn-ea"/>
              </a:rPr>
              <a:t>编辑母版文本样式</a:t>
            </a:r>
            <a:endParaRPr lang="zh-CN" altLang="en-US">
              <a:sym typeface="+mn-ea"/>
            </a:endParaRP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4715828" y="423863"/>
            <a:ext cx="4050030" cy="4295775"/>
          </a:xfrm>
        </p:spPr>
        <p:txBody>
          <a:bodyPr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250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lang="zh-CN" altLang="en-US">
                <a:sym typeface="+mn-ea"/>
              </a:rPr>
              <a:t>编辑母版文本样式</a:t>
            </a:r>
            <a:endParaRPr lang="zh-CN" altLang="en-US">
              <a:sym typeface="+mn-ea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4"/>
          </p:nvPr>
        </p:nvSpPr>
        <p:spPr/>
        <p:txBody>
          <a:bodyPr/>
          <a:lstStyle>
            <a:lvl1pPr>
              <a:defRPr/>
            </a:lvl1pPr>
          </a:lstStyle>
          <a:p>
            <a:pPr defTabSz="685800"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5"/>
          </p:nvPr>
        </p:nvSpPr>
        <p:spPr/>
        <p:txBody>
          <a:bodyPr/>
          <a:lstStyle>
            <a:lvl1pPr>
              <a:defRPr/>
            </a:lvl1pPr>
          </a:lstStyle>
          <a:p>
            <a:pPr defTabSz="685800" fontAlgn="auto">
              <a:spcBef>
                <a:spcPts val="0"/>
              </a:spcBef>
              <a:spcAft>
                <a:spcPts val="0"/>
              </a:spcAft>
              <a:defRPr/>
            </a:pPr>
            <a:fld id="{9C6B0A39-673F-48CA-8178-AD7C9B614DA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ransition/>
</p:sldLayout>
</file>

<file path=ppt/slideLayouts/slideLayout2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502412" y="467694"/>
            <a:ext cx="8139178" cy="674375"/>
          </a:xfrm>
        </p:spPr>
        <p:txBody>
          <a:bodyPr rIns="25400"/>
          <a:lstStyle>
            <a:lvl1pPr marL="0" marR="0" algn="ctr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0" i="0" u="none" strike="noStrike" kern="1200" cap="none" spc="225" normalizeH="0" baseline="0" noProof="1" dirty="0">
                <a:solidFill>
                  <a:schemeClr val="tx1"/>
                </a:solidFill>
                <a:effectLst/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lang="zh-CN" altLang="en-US">
                <a:sym typeface="+mn-ea"/>
              </a:rPr>
              <a:t>单击此处编辑母版标题样式</a:t>
            </a:r>
            <a:endParaRPr>
              <a:sym typeface="+mn-ea"/>
            </a:endParaRPr>
          </a:p>
        </p:txBody>
      </p:sp>
      <p:sp>
        <p:nvSpPr>
          <p:cNvPr id="3" name="页脚占位符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defTabSz="685800"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4" name="灯片编号占位符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 defTabSz="685800" fontAlgn="auto">
              <a:spcBef>
                <a:spcPts val="0"/>
              </a:spcBef>
              <a:spcAft>
                <a:spcPts val="0"/>
              </a:spcAft>
              <a:defRPr/>
            </a:pPr>
            <a:fld id="{8CF02BE4-918D-4214-9668-5E5E5E0C1CD1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ransition/>
</p:sldLayout>
</file>

<file path=ppt/slideLayouts/slideLayout2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bg>
      <p:bgPr>
        <a:blipFill dpi="0" rotWithShape="0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7440812" y="4932760"/>
            <a:ext cx="1900833" cy="138499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spcFirstLastPara="1" lIns="17145" tIns="17145" rIns="17145" bIns="17145" spcCol="38100">
            <a:spAutoFit/>
          </a:bodyPr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675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675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  <a:endParaRPr kumimoji="0" lang="zh-CN" altLang="en-US" sz="675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Arial" panose="020B0604020202020204" pitchFamily="34" charset="0"/>
              <a:sym typeface="Arial" panose="020B0604020202020204"/>
            </a:endParaRPr>
          </a:p>
        </p:txBody>
      </p:sp>
      <p:cxnSp>
        <p:nvCxnSpPr>
          <p:cNvPr id="3" name="直线连接符 3"/>
          <p:cNvCxnSpPr/>
          <p:nvPr/>
        </p:nvCxnSpPr>
        <p:spPr>
          <a:xfrm>
            <a:off x="2452688" y="686396"/>
            <a:ext cx="6423422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sp>
        <p:nvSpPr>
          <p:cNvPr id="4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4173737" y="4947048"/>
            <a:ext cx="549473" cy="121444"/>
          </a:xfrm>
        </p:spPr>
        <p:txBody>
          <a:bodyPr>
            <a:noAutofit/>
          </a:bodyPr>
          <a:lstStyle>
            <a:lvl1pPr algn="ctr">
              <a:defRPr>
                <a:solidFill>
                  <a:schemeClr val="bg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</a:lstStyle>
          <a:p>
            <a:pPr defTabSz="685800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zh-CN">
                <a:solidFill>
                  <a:prstClr val="white"/>
                </a:solidFill>
              </a:rPr>
              <a:t>-</a:t>
            </a:r>
            <a:fld id="{2A93B75A-B628-4B58-A0E2-AF8B7C034669}" type="slidenum">
              <a:rPr lang="en-US" altLang="zh-CN" smtClean="0">
                <a:solidFill>
                  <a:prstClr val="white"/>
                </a:solidFill>
              </a:rPr>
            </a:fld>
            <a:r>
              <a:rPr lang="en-US" altLang="zh-CN">
                <a:solidFill>
                  <a:prstClr val="white"/>
                </a:solidFill>
              </a:rPr>
              <a:t>-</a:t>
            </a:r>
            <a:endParaRPr lang="zh-CN" altLang="en-US">
              <a:solidFill>
                <a:prstClr val="white"/>
              </a:solidFill>
            </a:endParaRPr>
          </a:p>
        </p:txBody>
      </p:sp>
    </p:spTree>
  </p:cSld>
  <p:clrMapOvr>
    <a:masterClrMapping/>
  </p:clrMapOvr>
  <p:transition/>
</p:sldLayout>
</file>

<file path=ppt/slideLayouts/slideLayout2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脚占位符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defTabSz="685800"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3" name="灯片编号占位符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 defTabSz="685800" fontAlgn="auto">
              <a:spcBef>
                <a:spcPts val="0"/>
              </a:spcBef>
              <a:spcAft>
                <a:spcPts val="0"/>
              </a:spcAft>
              <a:defRPr/>
            </a:pPr>
            <a:fld id="{41CD7546-58C9-4B7A-904B-762BA40EE7D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transition/>
</p:sldLayout>
</file>

<file path=ppt/slideLayouts/slideLayout27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502411" y="1731661"/>
            <a:ext cx="8139178" cy="674375"/>
          </a:xfrm>
        </p:spPr>
        <p:txBody>
          <a:bodyPr rIns="25400" anchor="t"/>
          <a:lstStyle>
            <a:lvl1pPr algn="ctr">
              <a:defRPr sz="4050" b="0" spc="225">
                <a:effectLst/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单击此处编辑母版标题样式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502444" y="2674144"/>
            <a:ext cx="8139113" cy="601028"/>
          </a:xfrm>
        </p:spPr>
        <p:txBody>
          <a:bodyPr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1800" u="none" strike="noStrike" kern="1200" cap="none" spc="75" normalizeH="0" baseline="0">
                <a:solidFill>
                  <a:schemeClr val="tx1"/>
                </a:solidFill>
                <a:uFillTx/>
                <a:latin typeface="+mn-ea"/>
                <a:ea typeface="+mn-ea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zh-CN" altLang="en-US"/>
              <a:t>单击以编辑母版副标题样式</a:t>
            </a:r>
            <a:endParaRPr lang="zh-CN" altLang="en-US" dirty="0"/>
          </a:p>
        </p:txBody>
      </p:sp>
      <p:sp>
        <p:nvSpPr>
          <p:cNvPr id="4" name="页脚占位符 16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5" name="灯片编号占位符 17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6FDEA65-46A8-4913-8920-3F11BF21BB3F}" type="slidenum">
              <a:rPr lang="zh-CN" altLang="en-US"/>
            </a:fld>
            <a:endParaRPr lang="zh-CN" altLang="en-US"/>
          </a:p>
        </p:txBody>
      </p:sp>
    </p:spTree>
  </p:cSld>
  <p:clrMapOvr>
    <a:masterClrMapping/>
  </p:clrMapOvr>
  <p:transition/>
</p:sldLayout>
</file>

<file path=ppt/slideLayouts/slideLayout2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4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5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C6B0BCE-AE4E-4AD3-868A-2BEE0723A9BA}" type="slidenum">
              <a:rPr lang="zh-CN" altLang="en-US"/>
            </a:fld>
            <a:endParaRPr lang="zh-CN" altLang="en-US"/>
          </a:p>
        </p:txBody>
      </p:sp>
    </p:spTree>
  </p:cSld>
  <p:clrMapOvr>
    <a:masterClrMapping/>
  </p:clrMapOvr>
  <p:transition/>
</p:sldLayout>
</file>

<file path=ppt/slideLayouts/slideLayout28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502411" y="435919"/>
            <a:ext cx="8139178" cy="486000"/>
          </a:xfrm>
        </p:spPr>
        <p:txBody>
          <a:bodyPr/>
          <a:lstStyle>
            <a:lvl1pPr marL="0" marR="0" algn="l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1" i="0" u="none" strike="noStrike" kern="1200" cap="none" spc="75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lang="zh-CN" altLang="en-US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502444" y="1131094"/>
            <a:ext cx="8139113" cy="3561874"/>
          </a:xfrm>
          <a:prstGeom prst="rect">
            <a:avLst/>
          </a:prstGeo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 dirty="0"/>
          </a:p>
        </p:txBody>
      </p:sp>
      <p:sp>
        <p:nvSpPr>
          <p:cNvPr id="4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5" name="灯片编号占位符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82051A0-9400-48B3-A842-506311329E20}" type="slidenum">
              <a:rPr lang="zh-CN" altLang="en-US"/>
            </a:fld>
            <a:endParaRPr lang="zh-CN" altLang="en-US"/>
          </a:p>
        </p:txBody>
      </p:sp>
    </p:spTree>
  </p:cSld>
  <p:clrMapOvr>
    <a:masterClrMapping/>
  </p:clrMapOvr>
  <p:transition/>
</p:sldLayout>
</file>

<file path=ppt/slideLayouts/slideLayout28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/>
          </p:nvPr>
        </p:nvSpPr>
        <p:spPr>
          <a:xfrm>
            <a:off x="630079" y="545783"/>
            <a:ext cx="2948940" cy="836295"/>
          </a:xfrm>
        </p:spPr>
        <p:txBody>
          <a:bodyPr/>
          <a:lstStyle>
            <a:lvl1pPr>
              <a:defRPr sz="240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3853815" y="545783"/>
            <a:ext cx="4629150" cy="4052411"/>
          </a:xfrm>
        </p:spPr>
        <p:txBody>
          <a:bodyPr/>
          <a:lstStyle>
            <a:lvl1pPr>
              <a:defRPr sz="1800">
                <a:latin typeface="+mn-ea"/>
                <a:ea typeface="+mn-ea"/>
              </a:defRPr>
            </a:lvl1pPr>
            <a:lvl2pPr marL="342900" indent="0">
              <a:buNone/>
              <a:defRPr sz="1800">
                <a:latin typeface="+mn-ea"/>
                <a:ea typeface="+mn-ea"/>
              </a:defRPr>
            </a:lvl2pPr>
            <a:lvl3pPr>
              <a:defRPr sz="1800">
                <a:latin typeface="+mn-ea"/>
                <a:ea typeface="+mn-ea"/>
              </a:defRPr>
            </a:lvl3pPr>
            <a:lvl4pPr>
              <a:defRPr sz="1800">
                <a:latin typeface="+mn-ea"/>
                <a:ea typeface="+mn-ea"/>
              </a:defRPr>
            </a:lvl4pPr>
            <a:lvl5pPr>
              <a:defRPr sz="1800">
                <a:latin typeface="+mn-ea"/>
                <a:ea typeface="+mn-ea"/>
              </a:defRPr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zh-CN" altLang="en-US"/>
              <a:t>编辑母版文本样式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630079" y="1679734"/>
            <a:ext cx="2948940" cy="2918936"/>
          </a:xfrm>
        </p:spPr>
        <p:txBody>
          <a:bodyPr/>
          <a:lstStyle>
            <a:lvl1pPr marL="257175" indent="-257175">
              <a:buFont typeface="Arial" panose="020B0604020202020204" pitchFamily="34" charset="0"/>
              <a:buChar char="•"/>
              <a:defRPr sz="1800">
                <a:latin typeface="+mn-ea"/>
                <a:ea typeface="+mn-ea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8" name="页脚占位符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9" name="灯片编号占位符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BBC77F9-E65C-42B5-B805-51F7F5C52E7B}" type="slidenum">
              <a:rPr lang="zh-CN" altLang="en-US"/>
            </a:fld>
            <a:endParaRPr lang="zh-CN" altLang="en-US"/>
          </a:p>
        </p:txBody>
      </p:sp>
    </p:spTree>
  </p:cSld>
  <p:clrMapOvr>
    <a:masterClrMapping/>
  </p:clrMapOvr>
  <p:transition/>
</p:sldLayout>
</file>

<file path=ppt/slideLayouts/slideLayout28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标题 8"/>
          <p:cNvSpPr>
            <a:spLocks noGrp="1"/>
          </p:cNvSpPr>
          <p:nvPr>
            <p:ph type="title"/>
          </p:nvPr>
        </p:nvSpPr>
        <p:spPr>
          <a:xfrm>
            <a:off x="502444" y="4203859"/>
            <a:ext cx="8139113" cy="418624"/>
          </a:xfrm>
        </p:spPr>
        <p:txBody>
          <a:bodyPr/>
          <a:lstStyle>
            <a:lvl1pPr>
              <a:defRPr b="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502444" y="481012"/>
            <a:ext cx="8139113" cy="3417094"/>
          </a:xfrm>
        </p:spPr>
        <p:txBody>
          <a:bodyPr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250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lang="zh-CN" altLang="en-US">
                <a:sym typeface="+mn-ea"/>
              </a:rPr>
              <a:t>编辑母版文本样式</a:t>
            </a:r>
            <a:endParaRPr lang="zh-CN" altLang="en-US">
              <a:sym typeface="+mn-ea"/>
            </a:endParaRPr>
          </a:p>
        </p:txBody>
      </p:sp>
      <p:sp>
        <p:nvSpPr>
          <p:cNvPr id="4" name="页脚占位符 5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5" name="灯片编号占位符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F8FDE57-BAA4-4B86-A024-8CFE55F57765}" type="slidenum">
              <a:rPr lang="zh-CN" altLang="en-US"/>
            </a:fld>
            <a:endParaRPr lang="zh-CN" altLang="en-US"/>
          </a:p>
        </p:txBody>
      </p:sp>
    </p:spTree>
  </p:cSld>
  <p:clrMapOvr>
    <a:masterClrMapping/>
  </p:clrMapOvr>
  <p:transition/>
</p:sldLayout>
</file>

<file path=ppt/slideLayouts/slideLayout28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0" y="0"/>
            <a:ext cx="9147334" cy="5151120"/>
          </a:xfrm>
        </p:spPr>
        <p:txBody>
          <a:bodyPr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250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lang="zh-CN" altLang="en-US">
                <a:sym typeface="+mn-ea"/>
              </a:rPr>
              <a:t>编辑母版文本样式</a:t>
            </a:r>
            <a:endParaRPr lang="zh-CN" altLang="en-US">
              <a:sym typeface="+mn-ea"/>
            </a:endParaRPr>
          </a:p>
        </p:txBody>
      </p:sp>
      <p:sp>
        <p:nvSpPr>
          <p:cNvPr id="3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4" name="灯片编号占位符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534DAF6-43AB-41C5-B40F-3E56E6713C24}" type="slidenum">
              <a:rPr lang="zh-CN" altLang="en-US"/>
            </a:fld>
            <a:endParaRPr lang="zh-CN" altLang="en-US"/>
          </a:p>
        </p:txBody>
      </p:sp>
    </p:spTree>
  </p:cSld>
  <p:clrMapOvr>
    <a:masterClrMapping/>
  </p:clrMapOvr>
  <p:transition/>
</p:sldLayout>
</file>

<file path=ppt/slideLayouts/slideLayout28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350996" y="423863"/>
            <a:ext cx="4050030" cy="4295775"/>
          </a:xfrm>
        </p:spPr>
        <p:txBody>
          <a:bodyPr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250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lang="zh-CN" altLang="en-US">
                <a:sym typeface="+mn-ea"/>
              </a:rPr>
              <a:t>编辑母版文本样式</a:t>
            </a:r>
            <a:endParaRPr lang="zh-CN" altLang="en-US">
              <a:sym typeface="+mn-ea"/>
            </a:endParaRP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4715828" y="423863"/>
            <a:ext cx="4050030" cy="4295775"/>
          </a:xfrm>
        </p:spPr>
        <p:txBody>
          <a:bodyPr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250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lang="zh-CN" altLang="en-US">
                <a:sym typeface="+mn-ea"/>
              </a:rPr>
              <a:t>编辑母版文本样式</a:t>
            </a:r>
            <a:endParaRPr lang="zh-CN" altLang="en-US">
              <a:sym typeface="+mn-ea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4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C6B0A39-673F-48CA-8178-AD7C9B614DAF}" type="slidenum">
              <a:rPr lang="zh-CN" altLang="en-US"/>
            </a:fld>
            <a:endParaRPr lang="zh-CN" altLang="en-US"/>
          </a:p>
        </p:txBody>
      </p:sp>
    </p:spTree>
  </p:cSld>
  <p:clrMapOvr>
    <a:masterClrMapping/>
  </p:clrMapOvr>
  <p:transition/>
</p:sldLayout>
</file>

<file path=ppt/slideLayouts/slideLayout28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502411" y="467693"/>
            <a:ext cx="8139178" cy="674375"/>
          </a:xfrm>
        </p:spPr>
        <p:txBody>
          <a:bodyPr rIns="25400"/>
          <a:lstStyle>
            <a:lvl1pPr marL="0" marR="0" algn="ctr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0" i="0" u="none" strike="noStrike" kern="1200" cap="none" spc="225" normalizeH="0" baseline="0" noProof="1" dirty="0">
                <a:solidFill>
                  <a:schemeClr val="tx1"/>
                </a:solidFill>
                <a:effectLst/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lang="zh-CN" altLang="en-US">
                <a:sym typeface="+mn-ea"/>
              </a:rPr>
              <a:t>单击此处编辑母版标题样式</a:t>
            </a:r>
            <a:endParaRPr>
              <a:sym typeface="+mn-ea"/>
            </a:endParaRPr>
          </a:p>
        </p:txBody>
      </p:sp>
      <p:sp>
        <p:nvSpPr>
          <p:cNvPr id="3" name="页脚占位符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4" name="灯片编号占位符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CF02BE4-918D-4214-9668-5E5E5E0C1CD1}" type="slidenum">
              <a:rPr lang="zh-CN" altLang="en-US"/>
            </a:fld>
            <a:endParaRPr lang="zh-CN" altLang="en-US"/>
          </a:p>
        </p:txBody>
      </p:sp>
    </p:spTree>
  </p:cSld>
  <p:clrMapOvr>
    <a:masterClrMapping/>
  </p:clrMapOvr>
  <p:transition/>
</p:sldLayout>
</file>

<file path=ppt/slideLayouts/slideLayout28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bg>
      <p:bgPr>
        <a:blipFill dpi="0" rotWithShape="0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7440811" y="4932759"/>
            <a:ext cx="1900833" cy="77842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spcFirstLastPara="1" lIns="17145" tIns="17145" rIns="17145" bIns="17145" spcCol="38100">
            <a:spAutoFit/>
          </a:bodyPr>
          <a:lstStyle/>
          <a:p>
            <a:pPr algn="ctr" eaLnBrk="1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zh-CN" sz="280" dirty="0">
                <a:solidFill>
                  <a:schemeClr val="bg1"/>
                </a:solidFill>
                <a:latin typeface="微软雅黑" panose="020B0503020204020204" pitchFamily="34" charset="-122"/>
                <a:ea typeface="+mn-ea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lang="zh-CN" altLang="en-US" sz="280" dirty="0">
                <a:solidFill>
                  <a:schemeClr val="bg1"/>
                </a:solidFill>
                <a:latin typeface="微软雅黑" panose="020B0503020204020204" pitchFamily="34" charset="-122"/>
                <a:ea typeface="+mn-ea"/>
                <a:cs typeface="Arial" panose="020B0604020202020204" pitchFamily="34" charset="0"/>
                <a:sym typeface="Arial" panose="020B0604020202020204"/>
              </a:rPr>
              <a:t>保密文件</a:t>
            </a:r>
            <a:endParaRPr lang="zh-CN" altLang="en-US" sz="280" dirty="0">
              <a:solidFill>
                <a:schemeClr val="bg1"/>
              </a:solidFill>
              <a:latin typeface="微软雅黑" panose="020B0503020204020204" pitchFamily="34" charset="-122"/>
              <a:ea typeface="+mn-ea"/>
              <a:cs typeface="Arial" panose="020B0604020202020204" pitchFamily="34" charset="0"/>
              <a:sym typeface="Arial" panose="020B0604020202020204"/>
            </a:endParaRPr>
          </a:p>
        </p:txBody>
      </p:sp>
      <p:cxnSp>
        <p:nvCxnSpPr>
          <p:cNvPr id="3" name="直线连接符 3"/>
          <p:cNvCxnSpPr/>
          <p:nvPr/>
        </p:nvCxnSpPr>
        <p:spPr>
          <a:xfrm>
            <a:off x="2452688" y="686396"/>
            <a:ext cx="6423422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sp>
        <p:nvSpPr>
          <p:cNvPr id="4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4173736" y="4947047"/>
            <a:ext cx="549473" cy="121444"/>
          </a:xfrm>
        </p:spPr>
        <p:txBody>
          <a:bodyPr>
            <a:noAutofit/>
          </a:bodyPr>
          <a:lstStyle>
            <a:lvl1pPr algn="ctr">
              <a:defRPr>
                <a:solidFill>
                  <a:schemeClr val="bg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</a:lstStyle>
          <a:p>
            <a:pPr>
              <a:defRPr/>
            </a:pPr>
            <a:r>
              <a:rPr lang="en-US" altLang="zh-CN"/>
              <a:t>-</a:t>
            </a:r>
            <a:fld id="{2A93B75A-B628-4B58-A0E2-AF8B7C034669}" type="slidenum">
              <a:rPr lang="en-US" altLang="zh-CN"/>
            </a:fld>
            <a:r>
              <a:rPr lang="en-US" altLang="zh-CN"/>
              <a:t>-</a:t>
            </a:r>
            <a:endParaRPr lang="zh-CN" altLang="en-US"/>
          </a:p>
        </p:txBody>
      </p:sp>
    </p:spTree>
  </p:cSld>
  <p:clrMapOvr>
    <a:masterClrMapping/>
  </p:clrMapOvr>
  <p:transition/>
</p:sldLayout>
</file>

<file path=ppt/slideLayouts/slideLayout28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脚占位符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3" name="灯片编号占位符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1CD7546-58C9-4B7A-904B-762BA40EE7DD}" type="slidenum">
              <a:rPr lang="zh-CN" altLang="en-US"/>
            </a:fld>
            <a:endParaRPr lang="zh-CN" altLang="en-US"/>
          </a:p>
        </p:txBody>
      </p:sp>
    </p:spTree>
  </p:cSld>
  <p:clrMapOvr>
    <a:masterClrMapping/>
  </p:clrMapOvr>
  <p:transition/>
</p:sldLayout>
</file>

<file path=ppt/slideLayouts/slideLayout28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502412" y="1731661"/>
            <a:ext cx="8139178" cy="674375"/>
          </a:xfrm>
        </p:spPr>
        <p:txBody>
          <a:bodyPr lIns="101600" tIns="38100" rIns="25400" bIns="38100" anchor="t" anchorCtr="0">
            <a:noAutofit/>
          </a:bodyPr>
          <a:lstStyle>
            <a:lvl1pPr algn="ctr">
              <a:defRPr sz="4050" b="0" spc="225">
                <a:effectLst/>
                <a:latin typeface="+mn-ea"/>
                <a:ea typeface="+mn-ea"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502444" y="2674144"/>
            <a:ext cx="8139113" cy="601028"/>
          </a:xfrm>
        </p:spPr>
        <p:txBody>
          <a:bodyPr lIns="101600"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1800" u="none" strike="noStrike" kern="1200" cap="none" spc="75" normalizeH="0" baseline="0">
                <a:solidFill>
                  <a:schemeClr val="tx1"/>
                </a:solidFill>
                <a:uFillTx/>
                <a:latin typeface="+mn-ea"/>
                <a:ea typeface="+mn-ea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zh-CN" altLang="en-US" dirty="0"/>
              <a:t>单击此处编辑副标题</a:t>
            </a:r>
            <a:endParaRPr lang="zh-CN" altLang="en-US" dirty="0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dirty="0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 panose="020B0503020204020204" pitchFamily="34" charset="-122"/>
                <a:cs typeface="+mn-cs"/>
              </a:rPr>
            </a:fld>
            <a:endParaRPr lang="zh-CN" altLang="en-US" dirty="0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</p:spTree>
  </p:cSld>
  <p:clrMapOvr>
    <a:masterClrMapping/>
  </p:clrMapOvr>
</p:sldLayout>
</file>

<file path=ppt/slideLayouts/slideLayout29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dirty="0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 panose="020B0503020204020204" pitchFamily="34" charset="-122"/>
                <a:cs typeface="+mn-cs"/>
              </a:rPr>
            </a:fld>
            <a:endParaRPr lang="zh-CN" altLang="en-US" dirty="0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</p:spTree>
  </p:cSld>
  <p:clrMapOvr>
    <a:masterClrMapping/>
  </p:clrMapOvr>
</p:sldLayout>
</file>

<file path=ppt/slideLayouts/slideLayout29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502412" y="435919"/>
            <a:ext cx="8139178" cy="48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1" i="0" u="none" strike="noStrike" kern="1200" cap="none" spc="75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  <a:endParaRPr dirty="0">
              <a:sym typeface="+mn-ea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 panose="020B0503020204020204" pitchFamily="34" charset="-122"/>
                <a:cs typeface="+mn-cs"/>
              </a:rPr>
            </a:fld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502444" y="1131094"/>
            <a:ext cx="8139113" cy="3561874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zh-CN" altLang="en-US" dirty="0"/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9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 panose="020B0503020204020204" pitchFamily="34" charset="-122"/>
                <a:cs typeface="+mn-cs"/>
              </a:rPr>
            </a:fld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630079" y="545783"/>
            <a:ext cx="2948940" cy="836295"/>
          </a:xfrm>
        </p:spPr>
        <p:txBody>
          <a:bodyPr anchor="ctr" anchorCtr="0"/>
          <a:lstStyle>
            <a:lvl1pPr>
              <a:defRPr sz="240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3853815" y="545783"/>
            <a:ext cx="4629150" cy="4052411"/>
          </a:xfrm>
        </p:spPr>
        <p:txBody>
          <a:bodyPr/>
          <a:lstStyle>
            <a:lvl1pPr>
              <a:defRPr sz="1800">
                <a:latin typeface="+mn-ea"/>
                <a:ea typeface="+mn-ea"/>
              </a:defRPr>
            </a:lvl1pPr>
            <a:lvl2pPr marL="342900" indent="0">
              <a:buNone/>
              <a:defRPr sz="1800">
                <a:latin typeface="+mn-ea"/>
                <a:ea typeface="+mn-ea"/>
              </a:defRPr>
            </a:lvl2pPr>
            <a:lvl3pPr>
              <a:defRPr sz="1800">
                <a:latin typeface="+mn-ea"/>
                <a:ea typeface="+mn-ea"/>
              </a:defRPr>
            </a:lvl3pPr>
            <a:lvl4pPr>
              <a:defRPr sz="1800">
                <a:latin typeface="+mn-ea"/>
                <a:ea typeface="+mn-ea"/>
              </a:defRPr>
            </a:lvl4pPr>
            <a:lvl5pPr>
              <a:defRPr sz="1800">
                <a:latin typeface="+mn-ea"/>
                <a:ea typeface="+mn-ea"/>
              </a:defRPr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zh-CN" altLang="en-US"/>
              <a:t>单击此处编辑正文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630079" y="1679734"/>
            <a:ext cx="2948940" cy="2918936"/>
          </a:xfrm>
        </p:spPr>
        <p:txBody>
          <a:bodyPr/>
          <a:lstStyle>
            <a:lvl1pPr marL="257175" indent="-257175">
              <a:buFont typeface="Arial" panose="020B0604020202020204" pitchFamily="34" charset="0"/>
              <a:buChar char="•"/>
              <a:defRPr sz="1800">
                <a:latin typeface="+mn-ea"/>
                <a:ea typeface="+mn-ea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CN" altLang="en-US"/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>
              <a:sym typeface="+mn-ea"/>
            </a:endParaRP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29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dirty="0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</a:pPr>
            <a:fld id="{FABC47A4-756D-490B-A52F-7D9E2C9FC05F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 panose="020B0503020204020204" pitchFamily="34" charset="-122"/>
                <a:cs typeface="+mn-cs"/>
              </a:rPr>
            </a:fld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9" name="标题 8"/>
          <p:cNvSpPr>
            <a:spLocks noGrp="1"/>
          </p:cNvSpPr>
          <p:nvPr>
            <p:ph type="title" hasCustomPrompt="1"/>
          </p:nvPr>
        </p:nvSpPr>
        <p:spPr>
          <a:xfrm>
            <a:off x="502444" y="4203859"/>
            <a:ext cx="8139113" cy="418624"/>
          </a:xfrm>
        </p:spPr>
        <p:txBody>
          <a:bodyPr/>
          <a:lstStyle>
            <a:lvl1pPr>
              <a:defRPr b="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单击此处编辑正文</a:t>
            </a:r>
            <a:endParaRPr lang="zh-CN" altLang="en-US"/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502444" y="481013"/>
            <a:ext cx="8139113" cy="3417094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250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  <a:endParaRPr dirty="0">
              <a:sym typeface="+mn-ea"/>
            </a:endParaRPr>
          </a:p>
        </p:txBody>
      </p:sp>
    </p:spTree>
  </p:cSld>
  <p:clrMapOvr>
    <a:masterClrMapping/>
  </p:clrMapOvr>
</p:sldLayout>
</file>

<file path=ppt/slideLayouts/slideLayout29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 panose="020B0503020204020204" pitchFamily="34" charset="-122"/>
                <a:cs typeface="+mn-cs"/>
              </a:rPr>
            </a:fld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0" y="0"/>
            <a:ext cx="9147334" cy="5151120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250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  <a:endParaRPr dirty="0">
              <a:sym typeface="+mn-ea"/>
            </a:endParaRPr>
          </a:p>
        </p:txBody>
      </p:sp>
    </p:spTree>
  </p:cSld>
  <p:clrMapOvr>
    <a:masterClrMapping/>
  </p:clrMapOvr>
</p:sldLayout>
</file>

<file path=ppt/slideLayouts/slideLayout29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 panose="020B0503020204020204" pitchFamily="34" charset="-122"/>
                <a:cs typeface="+mn-cs"/>
              </a:rPr>
            </a:fld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350996" y="423863"/>
            <a:ext cx="4050030" cy="4295775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250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  <a:endParaRPr dirty="0">
              <a:sym typeface="+mn-ea"/>
            </a:endParaRP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4715828" y="423863"/>
            <a:ext cx="4050030" cy="4295775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250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</a:t>
            </a:r>
            <a:r>
              <a:rPr>
                <a:sym typeface="+mn-ea"/>
              </a:rPr>
              <a:t>正文</a:t>
            </a:r>
            <a:endParaRPr dirty="0">
              <a:sym typeface="+mn-ea"/>
            </a:endParaRPr>
          </a:p>
        </p:txBody>
      </p:sp>
    </p:spTree>
  </p:cSld>
  <p:clrMapOvr>
    <a:masterClrMapping/>
  </p:clrMapOvr>
</p:sldLayout>
</file>

<file path=ppt/slideLayouts/slideLayout29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 panose="020B0503020204020204" pitchFamily="34" charset="-122"/>
                <a:cs typeface="+mn-cs"/>
              </a:rPr>
            </a:fld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502412" y="467694"/>
            <a:ext cx="8139178" cy="674375"/>
          </a:xfrm>
        </p:spPr>
        <p:txBody>
          <a:bodyPr vert="horz" lIns="101600" tIns="38100" rIns="25400" bIns="38100" rtlCol="0" anchor="ctr" anchorCtr="0">
            <a:noAutofit/>
          </a:bodyPr>
          <a:lstStyle>
            <a:lvl1pPr marL="0" marR="0" algn="ctr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0" i="0" u="none" strike="noStrike" kern="1200" cap="none" spc="225" normalizeH="0" baseline="0" noProof="1" dirty="0">
                <a:solidFill>
                  <a:schemeClr val="tx1"/>
                </a:solidFill>
                <a:effectLst/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  <a:endParaRPr>
              <a:sym typeface="+mn-ea"/>
            </a:endParaRPr>
          </a:p>
        </p:txBody>
      </p:sp>
    </p:spTree>
  </p:cSld>
  <p:clrMapOvr>
    <a:masterClrMapping/>
  </p:clrMapOvr>
</p:sldLayout>
</file>

<file path=ppt/slideLayouts/slideLayout29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4173618" y="4947088"/>
            <a:ext cx="549355" cy="121187"/>
          </a:xfrm>
        </p:spPr>
        <p:txBody>
          <a:bodyPr wrap="square">
            <a:noAutofit/>
          </a:bodyPr>
          <a:lstStyle>
            <a:lvl1pPr algn="ctr">
              <a:defRPr sz="9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zh-CN">
                <a:solidFill>
                  <a:prstClr val="white"/>
                </a:solidFill>
                <a:ea typeface="微软雅黑" panose="020B0503020204020204" pitchFamily="34" charset="-122"/>
              </a:rPr>
              <a:t>-</a:t>
            </a:r>
            <a:fld id="{FAEDECE0-B3E3-4E93-9B91-9F10B30F5B07}" type="slidenum">
              <a:rPr lang="en-US" altLang="zh-CN" smtClean="0">
                <a:solidFill>
                  <a:prstClr val="white"/>
                </a:solidFill>
                <a:ea typeface="微软雅黑" panose="020B0503020204020204" pitchFamily="34" charset="-122"/>
              </a:rPr>
            </a:fld>
            <a:r>
              <a:rPr lang="en-US" altLang="zh-CN">
                <a:solidFill>
                  <a:prstClr val="white"/>
                </a:solidFill>
                <a:ea typeface="微软雅黑" panose="020B0503020204020204" pitchFamily="34" charset="-122"/>
              </a:rPr>
              <a:t>-</a:t>
            </a:r>
            <a:endParaRPr lang="zh-CN" altLang="en-US" dirty="0">
              <a:solidFill>
                <a:prstClr val="white"/>
              </a:solidFill>
              <a:ea typeface="微软雅黑" panose="020B0503020204020204" pitchFamily="34" charset="-122"/>
            </a:endParaRPr>
          </a:p>
        </p:txBody>
      </p:sp>
      <p:sp>
        <p:nvSpPr>
          <p:cNvPr id="7" name="文本框 6"/>
          <p:cNvSpPr txBox="1"/>
          <p:nvPr userDrawn="1"/>
        </p:nvSpPr>
        <p:spPr>
          <a:xfrm>
            <a:off x="7440782" y="4932661"/>
            <a:ext cx="1900646" cy="150041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7145" tIns="17145" rIns="17145" bIns="17145" numCol="1" spcCol="38100" rtlCol="0" anchor="t">
            <a:spAutoFit/>
          </a:bodyPr>
          <a:lstStyle/>
          <a:p>
            <a:pPr marL="0" marR="0" lvl="0" indent="0" algn="ctr" defTabSz="30988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75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75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  <a:endParaRPr kumimoji="0" lang="zh-CN" altLang="en-US" sz="75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Arial" panose="020B0604020202020204" pitchFamily="34" charset="0"/>
              <a:sym typeface="Arial" panose="020B0604020202020204"/>
            </a:endParaRPr>
          </a:p>
        </p:txBody>
      </p:sp>
      <p:cxnSp>
        <p:nvCxnSpPr>
          <p:cNvPr id="9" name="直线连接符 3"/>
          <p:cNvCxnSpPr/>
          <p:nvPr userDrawn="1"/>
        </p:nvCxnSpPr>
        <p:spPr>
          <a:xfrm>
            <a:off x="2452524" y="686268"/>
            <a:ext cx="6423841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</p:cSld>
  <p:clrMapOvr>
    <a:masterClrMapping/>
  </p:clrMapOvr>
</p:sldLayout>
</file>

<file path=ppt/slideLayouts/slideLayout29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dirty="0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 panose="020B0503020204020204" pitchFamily="34" charset="-122"/>
                <a:cs typeface="+mn-cs"/>
              </a:rPr>
            </a:fld>
            <a:endParaRPr lang="zh-CN" altLang="en-US" dirty="0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</p:spTree>
  </p:cSld>
  <p:clrMapOvr>
    <a:masterClrMapping/>
  </p:clrMapOvr>
</p:sldLayout>
</file>

<file path=ppt/slideLayouts/slideLayout29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">
    <p:bg bwMode="auto">
      <p:bgPr>
        <a:solidFill>
          <a:srgbClr val="2F5A9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1" descr="2"/>
          <p:cNvPicPr>
            <a:picLocks noChangeAspect="1" noChangeArrowheads="1"/>
          </p:cNvPicPr>
          <p:nvPr userDrawn="1"/>
        </p:nvPicPr>
        <p:blipFill>
          <a:blip r:embed="rId2"/>
          <a:srcRect/>
          <a:stretch>
            <a:fillRect/>
          </a:stretch>
        </p:blipFill>
        <p:spPr bwMode="auto">
          <a:xfrm>
            <a:off x="731926" y="599307"/>
            <a:ext cx="2151953" cy="42939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文本框 4"/>
          <p:cNvSpPr txBox="1"/>
          <p:nvPr userDrawn="1"/>
        </p:nvSpPr>
        <p:spPr>
          <a:xfrm>
            <a:off x="7440782" y="4932661"/>
            <a:ext cx="1900646" cy="150041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7145" tIns="17145" rIns="17145" bIns="17145" numCol="1" spcCol="38100" rtlCol="0" anchor="t">
            <a:spAutoFit/>
          </a:bodyPr>
          <a:lstStyle/>
          <a:p>
            <a:pPr marL="0" marR="0" lvl="0" indent="0" algn="ctr" defTabSz="30988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75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75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  <a:endParaRPr kumimoji="0" lang="zh-CN" altLang="en-US" sz="75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Arial" panose="020B0604020202020204" pitchFamily="34" charset="0"/>
              <a:sym typeface="Arial" panose="020B0604020202020204"/>
            </a:endParaRPr>
          </a:p>
        </p:txBody>
      </p:sp>
      <p:pic>
        <p:nvPicPr>
          <p:cNvPr id="6" name="图片 5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 rot="19806617">
            <a:off x="5384758" y="-1947972"/>
            <a:ext cx="7591962" cy="7171646"/>
          </a:xfrm>
          <a:prstGeom prst="rect">
            <a:avLst/>
          </a:prstGeom>
        </p:spPr>
      </p:pic>
    </p:spTree>
  </p:cSld>
  <p:clrMapOvr>
    <a:masterClrMapping/>
  </p:clrMapOvr>
  <p:transition spd="med"/>
</p:sldLayout>
</file>

<file path=ppt/slideLayouts/slideLayout30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502412" y="1731661"/>
            <a:ext cx="8139178" cy="674375"/>
          </a:xfrm>
        </p:spPr>
        <p:txBody>
          <a:bodyPr lIns="101600" tIns="38100" rIns="25400" bIns="38100" anchor="t" anchorCtr="0">
            <a:noAutofit/>
          </a:bodyPr>
          <a:lstStyle>
            <a:lvl1pPr algn="ctr">
              <a:defRPr sz="4050" b="0" spc="225">
                <a:effectLst/>
                <a:latin typeface="+mn-ea"/>
                <a:ea typeface="+mn-ea"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502444" y="2674144"/>
            <a:ext cx="8139113" cy="601028"/>
          </a:xfrm>
        </p:spPr>
        <p:txBody>
          <a:bodyPr lIns="101600"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1800" u="none" strike="noStrike" kern="1200" cap="none" spc="75" normalizeH="0" baseline="0">
                <a:solidFill>
                  <a:schemeClr val="tx1"/>
                </a:solidFill>
                <a:uFillTx/>
                <a:latin typeface="+mn-ea"/>
                <a:ea typeface="+mn-ea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zh-CN" altLang="en-US" dirty="0"/>
              <a:t>单击此处编辑副标题</a:t>
            </a:r>
            <a:endParaRPr lang="zh-CN" altLang="en-US" dirty="0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30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30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502412" y="435919"/>
            <a:ext cx="8139178" cy="48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1" i="0" u="none" strike="noStrike" kern="1200" cap="none" spc="75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  <a:endParaRPr dirty="0">
              <a:sym typeface="+mn-ea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502444" y="1131094"/>
            <a:ext cx="8139113" cy="3561874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zh-CN" altLang="en-US" dirty="0"/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30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630079" y="545783"/>
            <a:ext cx="2948940" cy="836295"/>
          </a:xfrm>
        </p:spPr>
        <p:txBody>
          <a:bodyPr anchor="ctr" anchorCtr="0"/>
          <a:lstStyle>
            <a:lvl1pPr>
              <a:defRPr sz="240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3853815" y="545783"/>
            <a:ext cx="4629150" cy="4052411"/>
          </a:xfrm>
        </p:spPr>
        <p:txBody>
          <a:bodyPr/>
          <a:lstStyle>
            <a:lvl1pPr>
              <a:defRPr sz="1800">
                <a:latin typeface="+mn-ea"/>
                <a:ea typeface="+mn-ea"/>
              </a:defRPr>
            </a:lvl1pPr>
            <a:lvl2pPr marL="342900" indent="0">
              <a:buNone/>
              <a:defRPr sz="1800">
                <a:latin typeface="+mn-ea"/>
                <a:ea typeface="+mn-ea"/>
              </a:defRPr>
            </a:lvl2pPr>
            <a:lvl3pPr>
              <a:defRPr sz="1800">
                <a:latin typeface="+mn-ea"/>
                <a:ea typeface="+mn-ea"/>
              </a:defRPr>
            </a:lvl3pPr>
            <a:lvl4pPr>
              <a:defRPr sz="1800">
                <a:latin typeface="+mn-ea"/>
                <a:ea typeface="+mn-ea"/>
              </a:defRPr>
            </a:lvl4pPr>
            <a:lvl5pPr>
              <a:defRPr sz="1800">
                <a:latin typeface="+mn-ea"/>
                <a:ea typeface="+mn-ea"/>
              </a:defRPr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zh-CN" altLang="en-US"/>
              <a:t>单击此处编辑正文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630079" y="1679734"/>
            <a:ext cx="2948940" cy="2918936"/>
          </a:xfrm>
        </p:spPr>
        <p:txBody>
          <a:bodyPr/>
          <a:lstStyle>
            <a:lvl1pPr marL="257175" indent="-257175">
              <a:buFont typeface="Arial" panose="020B0604020202020204" pitchFamily="34" charset="0"/>
              <a:buChar char="•"/>
              <a:defRPr sz="1800">
                <a:latin typeface="+mn-ea"/>
                <a:ea typeface="+mn-ea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CN" altLang="en-US"/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>
              <a:sym typeface="+mn-ea"/>
            </a:endParaRP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30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 hasCustomPrompt="1"/>
          </p:nvPr>
        </p:nvSpPr>
        <p:spPr>
          <a:xfrm>
            <a:off x="502444" y="4203859"/>
            <a:ext cx="8139113" cy="418624"/>
          </a:xfrm>
        </p:spPr>
        <p:txBody>
          <a:bodyPr/>
          <a:lstStyle>
            <a:lvl1pPr>
              <a:defRPr b="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单击此处编辑正文</a:t>
            </a:r>
            <a:endParaRPr lang="zh-CN" altLang="en-US"/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502444" y="481013"/>
            <a:ext cx="8139113" cy="3417094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250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  <a:endParaRPr dirty="0">
              <a:sym typeface="+mn-ea"/>
            </a:endParaRPr>
          </a:p>
        </p:txBody>
      </p:sp>
    </p:spTree>
  </p:cSld>
  <p:clrMapOvr>
    <a:masterClrMapping/>
  </p:clrMapOvr>
</p:sldLayout>
</file>

<file path=ppt/slideLayouts/slideLayout30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0" y="0"/>
            <a:ext cx="9147334" cy="5151120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250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  <a:endParaRPr dirty="0">
              <a:sym typeface="+mn-ea"/>
            </a:endParaRPr>
          </a:p>
        </p:txBody>
      </p:sp>
    </p:spTree>
  </p:cSld>
  <p:clrMapOvr>
    <a:masterClrMapping/>
  </p:clrMapOvr>
</p:sldLayout>
</file>

<file path=ppt/slideLayouts/slideLayout30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350996" y="423863"/>
            <a:ext cx="4050030" cy="4295775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250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  <a:endParaRPr dirty="0">
              <a:sym typeface="+mn-ea"/>
            </a:endParaRP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4715828" y="423863"/>
            <a:ext cx="4050030" cy="4295775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250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</a:t>
            </a:r>
            <a:r>
              <a:rPr>
                <a:sym typeface="+mn-ea"/>
              </a:rPr>
              <a:t>正文</a:t>
            </a:r>
            <a:endParaRPr dirty="0">
              <a:sym typeface="+mn-ea"/>
            </a:endParaRPr>
          </a:p>
        </p:txBody>
      </p:sp>
    </p:spTree>
  </p:cSld>
  <p:clrMapOvr>
    <a:masterClrMapping/>
  </p:clrMapOvr>
</p:sldLayout>
</file>

<file path=ppt/slideLayouts/slideLayout30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502412" y="467694"/>
            <a:ext cx="8139178" cy="674375"/>
          </a:xfrm>
        </p:spPr>
        <p:txBody>
          <a:bodyPr vert="horz" lIns="101600" tIns="38100" rIns="25400" bIns="38100" rtlCol="0" anchor="ctr" anchorCtr="0">
            <a:noAutofit/>
          </a:bodyPr>
          <a:lstStyle>
            <a:lvl1pPr marL="0" marR="0" algn="ctr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0" i="0" u="none" strike="noStrike" kern="1200" cap="none" spc="225" normalizeH="0" baseline="0" noProof="1" dirty="0">
                <a:solidFill>
                  <a:schemeClr val="tx1"/>
                </a:solidFill>
                <a:effectLst/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  <a:endParaRPr>
              <a:sym typeface="+mn-ea"/>
            </a:endParaRPr>
          </a:p>
        </p:txBody>
      </p:sp>
    </p:spTree>
  </p:cSld>
  <p:clrMapOvr>
    <a:masterClrMapping/>
  </p:clrMapOvr>
</p:sldLayout>
</file>

<file path=ppt/slideLayouts/slideLayout30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4173618" y="4947088"/>
            <a:ext cx="549355" cy="121187"/>
          </a:xfrm>
        </p:spPr>
        <p:txBody>
          <a:bodyPr wrap="square">
            <a:noAutofit/>
          </a:bodyPr>
          <a:lstStyle>
            <a:lvl1pPr algn="ctr">
              <a:defRPr sz="9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altLang="zh-CN"/>
              <a:t>-</a:t>
            </a:r>
            <a:fld id="{FAEDECE0-B3E3-4E93-9B91-9F10B30F5B07}" type="slidenum">
              <a:rPr lang="en-US" altLang="zh-CN" smtClean="0"/>
            </a:fld>
            <a:r>
              <a:rPr lang="en-US" altLang="zh-CN"/>
              <a:t>-</a:t>
            </a:r>
            <a:endParaRPr lang="zh-CN" altLang="en-US" dirty="0"/>
          </a:p>
        </p:txBody>
      </p:sp>
      <p:sp>
        <p:nvSpPr>
          <p:cNvPr id="7" name="文本框 6"/>
          <p:cNvSpPr txBox="1"/>
          <p:nvPr userDrawn="1"/>
        </p:nvSpPr>
        <p:spPr>
          <a:xfrm>
            <a:off x="7440782" y="4932661"/>
            <a:ext cx="1900646" cy="150041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7145" tIns="17145" rIns="17145" bIns="17145" numCol="1" spcCol="38100" rtlCol="0" anchor="t">
            <a:spAutoFit/>
          </a:bodyPr>
          <a:lstStyle/>
          <a:p>
            <a:pPr marL="0" marR="0" indent="0" algn="ctr" defTabSz="30988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750" b="0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750" b="0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  <a:endParaRPr kumimoji="0" lang="zh-CN" altLang="en-US" sz="750" b="0" i="0" u="none" strike="noStrike" cap="none" spc="0" normalizeH="0" baseline="0" dirty="0">
              <a:ln>
                <a:noFill/>
              </a:ln>
              <a:solidFill>
                <a:schemeClr val="bg1"/>
              </a:solidFill>
              <a:effectLst/>
              <a:uFillTx/>
              <a:latin typeface="微软雅黑" panose="020B0503020204020204" pitchFamily="34" charset="-122"/>
              <a:ea typeface="微软雅黑" panose="020B0503020204020204" pitchFamily="34" charset="-122"/>
              <a:cs typeface="Arial" panose="020B0604020202020204" pitchFamily="34" charset="0"/>
              <a:sym typeface="Arial" panose="020B0604020202020204"/>
            </a:endParaRPr>
          </a:p>
        </p:txBody>
      </p:sp>
      <p:cxnSp>
        <p:nvCxnSpPr>
          <p:cNvPr id="9" name="直线连接符 3"/>
          <p:cNvCxnSpPr/>
          <p:nvPr userDrawn="1"/>
        </p:nvCxnSpPr>
        <p:spPr>
          <a:xfrm>
            <a:off x="2452524" y="686268"/>
            <a:ext cx="6423841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</p:cSld>
  <p:clrMapOvr>
    <a:masterClrMapping/>
  </p:clrMapOvr>
</p:sldLayout>
</file>

<file path=ppt/slideLayouts/slideLayout30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3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</a:fld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31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Blank with photo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Линия"/>
          <p:cNvSpPr/>
          <p:nvPr userDrawn="1"/>
        </p:nvSpPr>
        <p:spPr>
          <a:xfrm flipV="1">
            <a:off x="2620090" y="491252"/>
            <a:ext cx="6523911" cy="0"/>
          </a:xfrm>
          <a:prstGeom prst="line">
            <a:avLst/>
          </a:prstGeom>
          <a:ln w="57150" cap="flat" cmpd="sng">
            <a:solidFill>
              <a:srgbClr val="2F5A9E"/>
            </a:solidFill>
            <a:prstDash val="solid"/>
            <a:miter/>
            <a:headEnd type="none" w="med" len="med"/>
            <a:tailEnd type="none" w="med" len="med"/>
          </a:ln>
        </p:spPr>
      </p:sp>
      <p:sp>
        <p:nvSpPr>
          <p:cNvPr id="6" name="矩形 5"/>
          <p:cNvSpPr/>
          <p:nvPr userDrawn="1"/>
        </p:nvSpPr>
        <p:spPr>
          <a:xfrm>
            <a:off x="0" y="4855766"/>
            <a:ext cx="9144000" cy="213521"/>
          </a:xfrm>
          <a:prstGeom prst="rect">
            <a:avLst/>
          </a:prstGeom>
          <a:solidFill>
            <a:srgbClr val="2F5A9E"/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14288" tIns="14288" rIns="14288" bIns="14288" numCol="1" spcCol="38100" rtlCol="0" anchor="ctr" forceAA="0">
            <a:spAutoFit/>
          </a:bodyPr>
          <a:lstStyle/>
          <a:p>
            <a:pPr marL="0" marR="0" lvl="0" indent="0" algn="ctr" defTabSz="30988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1" i="0" u="none" strike="noStrike" kern="1200" cap="none" spc="0" normalizeH="0" baseline="0" noProof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Helvetica Light"/>
              <a:ea typeface="Helvetica Light"/>
              <a:cs typeface="Helvetica Light"/>
              <a:sym typeface="Helvetica Light"/>
            </a:endParaRPr>
          </a:p>
        </p:txBody>
      </p:sp>
      <p:sp>
        <p:nvSpPr>
          <p:cNvPr id="11" name="矩形 10"/>
          <p:cNvSpPr/>
          <p:nvPr userDrawn="1"/>
        </p:nvSpPr>
        <p:spPr>
          <a:xfrm>
            <a:off x="8520709" y="4855766"/>
            <a:ext cx="623292" cy="213521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14288" tIns="14288" rIns="14288" bIns="14288" numCol="1" spcCol="38100" rtlCol="0" anchor="ctr" forceAA="0">
            <a:spAutoFit/>
          </a:bodyPr>
          <a:lstStyle/>
          <a:p>
            <a:pPr marL="0" marR="0" lvl="0" indent="0" algn="ctr" defTabSz="30988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1" i="0" u="none" strike="noStrike" kern="1200" cap="none" spc="0" normalizeH="0" baseline="0" noProof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Helvetica Light"/>
              <a:ea typeface="Helvetica Light"/>
              <a:cs typeface="Helvetica Light"/>
              <a:sym typeface="Helvetica Light"/>
            </a:endParaRPr>
          </a:p>
        </p:txBody>
      </p:sp>
      <p:pic>
        <p:nvPicPr>
          <p:cNvPr id="5" name="图片 4" descr="12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87192" y="228125"/>
            <a:ext cx="1986677" cy="394811"/>
          </a:xfrm>
          <a:prstGeom prst="rect">
            <a:avLst/>
          </a:prstGeom>
        </p:spPr>
      </p:pic>
      <p:sp>
        <p:nvSpPr>
          <p:cNvPr id="4" name="标题 3"/>
          <p:cNvSpPr>
            <a:spLocks noGrp="1"/>
          </p:cNvSpPr>
          <p:nvPr>
            <p:ph type="title"/>
          </p:nvPr>
        </p:nvSpPr>
        <p:spPr>
          <a:xfrm>
            <a:off x="2620090" y="100014"/>
            <a:ext cx="6523910" cy="371476"/>
          </a:xfrm>
          <a:prstGeom prst="rect">
            <a:avLst/>
          </a:prstGeom>
        </p:spPr>
        <p:txBody>
          <a:bodyPr/>
          <a:lstStyle>
            <a:lvl1pPr algn="r">
              <a:defRPr sz="2100">
                <a:solidFill>
                  <a:srgbClr val="2F5A9E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</p:spTree>
  </p:cSld>
  <p:clrMapOvr>
    <a:masterClrMapping/>
  </p:clrMapOvr>
  <p:transition spd="med"/>
</p:sldLayout>
</file>

<file path=ppt/slideLayouts/slideLayout3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/>
          <p:cNvSpPr txBox="1"/>
          <p:nvPr userDrawn="1"/>
        </p:nvSpPr>
        <p:spPr>
          <a:xfrm>
            <a:off x="7440782" y="4932661"/>
            <a:ext cx="1900646" cy="150041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7145" tIns="17145" rIns="17145" bIns="17145" numCol="1" spcCol="38100" rtlCol="0" anchor="t">
            <a:spAutoFit/>
          </a:bodyPr>
          <a:lstStyle/>
          <a:p>
            <a:pPr marL="0" marR="0" lvl="0" indent="0" algn="ctr" defTabSz="30988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750" b="0" i="0" u="none" strike="noStrike" kern="1200" cap="none" spc="0" normalizeH="0" baseline="0" noProof="0" dirty="0">
                <a:ln>
                  <a:noFill/>
                </a:ln>
                <a:solidFill>
                  <a:srgbClr val="386DB4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750" b="0" i="0" u="none" strike="noStrike" kern="1200" cap="none" spc="0" normalizeH="0" baseline="0" noProof="0" dirty="0">
                <a:ln>
                  <a:noFill/>
                </a:ln>
                <a:solidFill>
                  <a:srgbClr val="386DB4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  <a:endParaRPr kumimoji="0" lang="zh-CN" altLang="en-US" sz="750" b="0" i="0" u="none" strike="noStrike" kern="1200" cap="none" spc="0" normalizeH="0" baseline="0" noProof="0" dirty="0">
              <a:ln>
                <a:noFill/>
              </a:ln>
              <a:solidFill>
                <a:srgbClr val="386DB4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Arial" panose="020B0604020202020204" pitchFamily="34" charset="0"/>
              <a:sym typeface="Arial" panose="020B0604020202020204"/>
            </a:endParaRPr>
          </a:p>
        </p:txBody>
      </p:sp>
      <p:sp>
        <p:nvSpPr>
          <p:cNvPr id="5" name="TextBox 5"/>
          <p:cNvSpPr txBox="1">
            <a:spLocks noChangeArrowheads="1"/>
          </p:cNvSpPr>
          <p:nvPr userDrawn="1"/>
        </p:nvSpPr>
        <p:spPr bwMode="auto">
          <a:xfrm>
            <a:off x="599474" y="4466951"/>
            <a:ext cx="2572656" cy="5078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000">
                <a:solidFill>
                  <a:srgbClr val="252D30"/>
                </a:solidFill>
                <a:latin typeface="Arial" panose="020B0604020202020204" pitchFamily="34" charset="0"/>
                <a:ea typeface="Helvetica Neue" pitchFamily="2" charset="0"/>
                <a:cs typeface="Helvetica Neue" pitchFamily="2" charset="0"/>
                <a:sym typeface="Arial" panose="020B0604020202020204" pitchFamily="34" charset="0"/>
              </a:defRPr>
            </a:lvl1pPr>
            <a:lvl2pPr marL="742950" indent="-285750">
              <a:defRPr sz="2000">
                <a:solidFill>
                  <a:srgbClr val="252D30"/>
                </a:solidFill>
                <a:latin typeface="Arial" panose="020B0604020202020204" pitchFamily="34" charset="0"/>
                <a:ea typeface="Helvetica Neue" pitchFamily="2" charset="0"/>
                <a:cs typeface="Helvetica Neue" pitchFamily="2" charset="0"/>
                <a:sym typeface="Arial" panose="020B0604020202020204" pitchFamily="34" charset="0"/>
              </a:defRPr>
            </a:lvl2pPr>
            <a:lvl3pPr marL="1143000" indent="-228600">
              <a:defRPr sz="2000">
                <a:solidFill>
                  <a:srgbClr val="252D30"/>
                </a:solidFill>
                <a:latin typeface="Arial" panose="020B0604020202020204" pitchFamily="34" charset="0"/>
                <a:ea typeface="Helvetica Neue" pitchFamily="2" charset="0"/>
                <a:cs typeface="Helvetica Neue" pitchFamily="2" charset="0"/>
                <a:sym typeface="Arial" panose="020B0604020202020204" pitchFamily="34" charset="0"/>
              </a:defRPr>
            </a:lvl3pPr>
            <a:lvl4pPr marL="1600200" indent="-228600">
              <a:defRPr sz="2000">
                <a:solidFill>
                  <a:srgbClr val="252D30"/>
                </a:solidFill>
                <a:latin typeface="Arial" panose="020B0604020202020204" pitchFamily="34" charset="0"/>
                <a:ea typeface="Helvetica Neue" pitchFamily="2" charset="0"/>
                <a:cs typeface="Helvetica Neue" pitchFamily="2" charset="0"/>
                <a:sym typeface="Arial" panose="020B0604020202020204" pitchFamily="34" charset="0"/>
              </a:defRPr>
            </a:lvl4pPr>
            <a:lvl5pPr marL="2057400" indent="-228600">
              <a:defRPr sz="2000">
                <a:solidFill>
                  <a:srgbClr val="252D30"/>
                </a:solidFill>
                <a:latin typeface="Arial" panose="020B0604020202020204" pitchFamily="34" charset="0"/>
                <a:ea typeface="Helvetica Neue" pitchFamily="2" charset="0"/>
                <a:cs typeface="Helvetica Neue" pitchFamily="2" charset="0"/>
                <a:sym typeface="Arial" panose="020B0604020202020204" pitchFamily="34" charset="0"/>
              </a:defRPr>
            </a:lvl5pPr>
            <a:lvl6pPr marL="2514600" indent="-228600" defTabSz="8255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252D30"/>
                </a:solidFill>
                <a:latin typeface="Arial" panose="020B0604020202020204" pitchFamily="34" charset="0"/>
                <a:ea typeface="Helvetica Neue" pitchFamily="2" charset="0"/>
                <a:cs typeface="Helvetica Neue" pitchFamily="2" charset="0"/>
                <a:sym typeface="Arial" panose="020B0604020202020204" pitchFamily="34" charset="0"/>
              </a:defRPr>
            </a:lvl6pPr>
            <a:lvl7pPr marL="2971800" indent="-228600" defTabSz="8255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252D30"/>
                </a:solidFill>
                <a:latin typeface="Arial" panose="020B0604020202020204" pitchFamily="34" charset="0"/>
                <a:ea typeface="Helvetica Neue" pitchFamily="2" charset="0"/>
                <a:cs typeface="Helvetica Neue" pitchFamily="2" charset="0"/>
                <a:sym typeface="Arial" panose="020B0604020202020204" pitchFamily="34" charset="0"/>
              </a:defRPr>
            </a:lvl7pPr>
            <a:lvl8pPr marL="3429000" indent="-228600" defTabSz="8255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252D30"/>
                </a:solidFill>
                <a:latin typeface="Arial" panose="020B0604020202020204" pitchFamily="34" charset="0"/>
                <a:ea typeface="Helvetica Neue" pitchFamily="2" charset="0"/>
                <a:cs typeface="Helvetica Neue" pitchFamily="2" charset="0"/>
                <a:sym typeface="Arial" panose="020B0604020202020204" pitchFamily="34" charset="0"/>
              </a:defRPr>
            </a:lvl8pPr>
            <a:lvl9pPr marL="3886200" indent="-228600" defTabSz="8255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252D30"/>
                </a:solidFill>
                <a:latin typeface="Arial" panose="020B0604020202020204" pitchFamily="34" charset="0"/>
                <a:ea typeface="Helvetica Neue" pitchFamily="2" charset="0"/>
                <a:cs typeface="Helvetica Neue" pitchFamily="2" charset="0"/>
                <a:sym typeface="Arial" panose="020B0604020202020204" pitchFamily="34" charset="0"/>
              </a:defRPr>
            </a:lvl9pPr>
          </a:lstStyle>
          <a:p>
            <a:pPr marL="0" marR="0" lvl="0" indent="0" algn="l" defTabSz="3098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r>
              <a:rPr kumimoji="0" lang="en-US" altLang="zh-CN" sz="2700" b="0" i="0" u="none" strike="noStrike" kern="1200" cap="none" spc="0" normalizeH="0" baseline="0" noProof="0" dirty="0">
                <a:ln>
                  <a:noFill/>
                </a:ln>
                <a:solidFill>
                  <a:srgbClr val="2F5A9E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sym typeface="Arial" panose="020B0604020202020204" pitchFamily="34" charset="0"/>
              </a:rPr>
              <a:t>Contents</a:t>
            </a:r>
            <a:endParaRPr kumimoji="0" lang="en-US" altLang="zh-CN" sz="2700" b="0" i="0" u="none" strike="noStrike" kern="1200" cap="none" spc="0" normalizeH="0" baseline="0" noProof="0" dirty="0">
              <a:ln>
                <a:noFill/>
              </a:ln>
              <a:solidFill>
                <a:srgbClr val="2F5A9E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sym typeface="Arial" panose="020B0604020202020204" pitchFamily="34" charset="0"/>
            </a:endParaRPr>
          </a:p>
        </p:txBody>
      </p:sp>
      <p:pic>
        <p:nvPicPr>
          <p:cNvPr id="6" name="图片 1" descr="2"/>
          <p:cNvPicPr>
            <a:picLocks noChangeAspect="1" noChangeArrowheads="1"/>
          </p:cNvPicPr>
          <p:nvPr userDrawn="1"/>
        </p:nvPicPr>
        <p:blipFill>
          <a:blip r:embed="rId3"/>
          <a:srcRect/>
          <a:stretch>
            <a:fillRect/>
          </a:stretch>
        </p:blipFill>
        <p:spPr bwMode="auto">
          <a:xfrm>
            <a:off x="599473" y="427857"/>
            <a:ext cx="1605164" cy="32028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Layout>
</file>

<file path=ppt/slideLayouts/slideLayout31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">
    <p:bg>
      <p:bgPr>
        <a:solidFill>
          <a:srgbClr val="2F5A9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3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lank with photo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Линия"/>
          <p:cNvSpPr/>
          <p:nvPr userDrawn="1"/>
        </p:nvSpPr>
        <p:spPr>
          <a:xfrm flipV="1">
            <a:off x="2620090" y="491252"/>
            <a:ext cx="6523911" cy="0"/>
          </a:xfrm>
          <a:prstGeom prst="line">
            <a:avLst/>
          </a:prstGeom>
          <a:ln w="57150" cap="flat" cmpd="sng">
            <a:solidFill>
              <a:srgbClr val="2F5A9E"/>
            </a:solidFill>
            <a:prstDash val="solid"/>
            <a:miter/>
            <a:headEnd type="none" w="med" len="med"/>
            <a:tailEnd type="none" w="med" len="med"/>
          </a:ln>
        </p:spPr>
      </p:sp>
      <p:sp>
        <p:nvSpPr>
          <p:cNvPr id="6" name="矩形 5"/>
          <p:cNvSpPr/>
          <p:nvPr userDrawn="1"/>
        </p:nvSpPr>
        <p:spPr>
          <a:xfrm>
            <a:off x="0" y="4855765"/>
            <a:ext cx="9144000" cy="213521"/>
          </a:xfrm>
          <a:prstGeom prst="rect">
            <a:avLst/>
          </a:prstGeom>
          <a:solidFill>
            <a:srgbClr val="2F5A9E"/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14288" tIns="14288" rIns="14288" bIns="14288" numCol="1" spcCol="38100" rtlCol="0" anchor="ctr" forceAA="0">
            <a:spAutoFit/>
          </a:bodyPr>
          <a:lstStyle/>
          <a:p>
            <a:pPr marL="0" marR="0" lvl="0" indent="0" algn="ctr" defTabSz="30988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1" i="0" u="none" strike="noStrike" kern="1200" cap="none" spc="0" normalizeH="0" baseline="0" noProof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Helvetica Light"/>
              <a:ea typeface="Helvetica Light"/>
              <a:cs typeface="Helvetica Light"/>
              <a:sym typeface="Helvetica Light"/>
            </a:endParaRPr>
          </a:p>
        </p:txBody>
      </p:sp>
      <p:sp>
        <p:nvSpPr>
          <p:cNvPr id="11" name="矩形 10"/>
          <p:cNvSpPr/>
          <p:nvPr userDrawn="1"/>
        </p:nvSpPr>
        <p:spPr>
          <a:xfrm>
            <a:off x="8520709" y="4855765"/>
            <a:ext cx="623292" cy="213521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14288" tIns="14288" rIns="14288" bIns="14288" numCol="1" spcCol="38100" rtlCol="0" anchor="ctr" forceAA="0">
            <a:spAutoFit/>
          </a:bodyPr>
          <a:lstStyle/>
          <a:p>
            <a:pPr marL="0" marR="0" lvl="0" indent="0" algn="ctr" defTabSz="30988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1" i="0" u="none" strike="noStrike" kern="1200" cap="none" spc="0" normalizeH="0" baseline="0" noProof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Helvetica Light"/>
              <a:ea typeface="Helvetica Light"/>
              <a:cs typeface="Helvetica Light"/>
              <a:sym typeface="Helvetica Light"/>
            </a:endParaRPr>
          </a:p>
        </p:txBody>
      </p:sp>
      <p:pic>
        <p:nvPicPr>
          <p:cNvPr id="5" name="图片 4" descr="12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87192" y="228124"/>
            <a:ext cx="1986677" cy="394811"/>
          </a:xfrm>
          <a:prstGeom prst="rect">
            <a:avLst/>
          </a:prstGeom>
        </p:spPr>
      </p:pic>
      <p:sp>
        <p:nvSpPr>
          <p:cNvPr id="4" name="标题 3"/>
          <p:cNvSpPr>
            <a:spLocks noGrp="1"/>
          </p:cNvSpPr>
          <p:nvPr>
            <p:ph type="title"/>
          </p:nvPr>
        </p:nvSpPr>
        <p:spPr>
          <a:xfrm>
            <a:off x="2620090" y="100013"/>
            <a:ext cx="6523910" cy="371476"/>
          </a:xfrm>
          <a:prstGeom prst="rect">
            <a:avLst/>
          </a:prstGeom>
        </p:spPr>
        <p:txBody>
          <a:bodyPr/>
          <a:lstStyle>
            <a:lvl1pPr algn="r">
              <a:defRPr sz="2100">
                <a:solidFill>
                  <a:srgbClr val="2F5A9E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</p:spTree>
  </p:cSld>
  <p:clrMapOvr>
    <a:masterClrMapping/>
  </p:clrMapOvr>
  <p:transition spd="med"/>
</p:sldLayout>
</file>

<file path=ppt/slideLayouts/slideLayout3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502411" y="1731661"/>
            <a:ext cx="8139178" cy="674375"/>
          </a:xfrm>
        </p:spPr>
        <p:txBody>
          <a:bodyPr lIns="101600" tIns="38100" rIns="25400" bIns="38100" anchor="t" anchorCtr="0">
            <a:noAutofit/>
          </a:bodyPr>
          <a:lstStyle>
            <a:lvl1pPr algn="ctr">
              <a:defRPr sz="4050" b="0" spc="225">
                <a:effectLst/>
                <a:latin typeface="+mn-ea"/>
                <a:ea typeface="+mn-ea"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502444" y="2674144"/>
            <a:ext cx="8139113" cy="601028"/>
          </a:xfrm>
        </p:spPr>
        <p:txBody>
          <a:bodyPr lIns="101600"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1800" u="none" strike="noStrike" kern="1200" cap="none" spc="75" normalizeH="0" baseline="0">
                <a:solidFill>
                  <a:schemeClr val="tx1"/>
                </a:solidFill>
                <a:uFillTx/>
                <a:latin typeface="+mn-ea"/>
                <a:ea typeface="+mn-ea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zh-CN" altLang="en-US" dirty="0"/>
              <a:t>单击此处编辑副标题</a:t>
            </a:r>
            <a:endParaRPr lang="zh-CN" altLang="en-US" dirty="0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3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31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502411" y="435919"/>
            <a:ext cx="8139178" cy="48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1" i="0" u="none" strike="noStrike" kern="1200" cap="none" spc="75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  <a:endParaRPr dirty="0">
              <a:sym typeface="+mn-ea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502444" y="1131094"/>
            <a:ext cx="8139113" cy="3561874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zh-CN" altLang="en-US" dirty="0"/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3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630079" y="545783"/>
            <a:ext cx="2948940" cy="836295"/>
          </a:xfrm>
        </p:spPr>
        <p:txBody>
          <a:bodyPr anchor="ctr" anchorCtr="0"/>
          <a:lstStyle>
            <a:lvl1pPr>
              <a:defRPr sz="240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3853815" y="545783"/>
            <a:ext cx="4629150" cy="4052411"/>
          </a:xfrm>
        </p:spPr>
        <p:txBody>
          <a:bodyPr/>
          <a:lstStyle>
            <a:lvl1pPr>
              <a:defRPr sz="1800">
                <a:latin typeface="+mn-ea"/>
                <a:ea typeface="+mn-ea"/>
              </a:defRPr>
            </a:lvl1pPr>
            <a:lvl2pPr marL="342900" indent="0">
              <a:buNone/>
              <a:defRPr sz="1800">
                <a:latin typeface="+mn-ea"/>
                <a:ea typeface="+mn-ea"/>
              </a:defRPr>
            </a:lvl2pPr>
            <a:lvl3pPr>
              <a:defRPr sz="1800">
                <a:latin typeface="+mn-ea"/>
                <a:ea typeface="+mn-ea"/>
              </a:defRPr>
            </a:lvl3pPr>
            <a:lvl4pPr>
              <a:defRPr sz="1800">
                <a:latin typeface="+mn-ea"/>
                <a:ea typeface="+mn-ea"/>
              </a:defRPr>
            </a:lvl4pPr>
            <a:lvl5pPr>
              <a:defRPr sz="1800">
                <a:latin typeface="+mn-ea"/>
                <a:ea typeface="+mn-ea"/>
              </a:defRPr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zh-CN" altLang="en-US"/>
              <a:t>单击此处编辑正文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630079" y="1679734"/>
            <a:ext cx="2948940" cy="2918936"/>
          </a:xfrm>
        </p:spPr>
        <p:txBody>
          <a:bodyPr/>
          <a:lstStyle>
            <a:lvl1pPr marL="257175" indent="-257175">
              <a:buFont typeface="Arial" panose="020B0604020202020204" pitchFamily="34" charset="0"/>
              <a:buChar char="•"/>
              <a:defRPr sz="1800">
                <a:latin typeface="+mn-ea"/>
                <a:ea typeface="+mn-ea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CN" altLang="en-US"/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>
              <a:sym typeface="+mn-ea"/>
            </a:endParaRP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3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 hasCustomPrompt="1"/>
          </p:nvPr>
        </p:nvSpPr>
        <p:spPr>
          <a:xfrm>
            <a:off x="502444" y="4203859"/>
            <a:ext cx="8139113" cy="418624"/>
          </a:xfrm>
        </p:spPr>
        <p:txBody>
          <a:bodyPr/>
          <a:lstStyle>
            <a:lvl1pPr>
              <a:defRPr b="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单击此处编辑正文</a:t>
            </a:r>
            <a:endParaRPr lang="zh-CN" altLang="en-US"/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502444" y="481012"/>
            <a:ext cx="8139113" cy="3417094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250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  <a:endParaRPr dirty="0">
              <a:sym typeface="+mn-ea"/>
            </a:endParaRPr>
          </a:p>
        </p:txBody>
      </p:sp>
    </p:spTree>
  </p:cSld>
  <p:clrMapOvr>
    <a:masterClrMapping/>
  </p:clrMapOvr>
</p:sldLayout>
</file>

<file path=ppt/slideLayouts/slideLayout32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0" y="0"/>
            <a:ext cx="9147334" cy="5151120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250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  <a:endParaRPr dirty="0">
              <a:sym typeface="+mn-ea"/>
            </a:endParaRPr>
          </a:p>
        </p:txBody>
      </p:sp>
    </p:spTree>
  </p:cSld>
  <p:clrMapOvr>
    <a:masterClrMapping/>
  </p:clrMapOvr>
</p:sldLayout>
</file>

<file path=ppt/slideLayouts/slideLayout3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350996" y="423863"/>
            <a:ext cx="4050030" cy="4295775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250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  <a:endParaRPr dirty="0">
              <a:sym typeface="+mn-ea"/>
            </a:endParaRP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4715828" y="423863"/>
            <a:ext cx="4050030" cy="4295775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250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</a:t>
            </a:r>
            <a:r>
              <a:rPr>
                <a:sym typeface="+mn-ea"/>
              </a:rPr>
              <a:t>正文</a:t>
            </a:r>
            <a:endParaRPr dirty="0">
              <a:sym typeface="+mn-ea"/>
            </a:endParaRPr>
          </a:p>
        </p:txBody>
      </p:sp>
    </p:spTree>
  </p:cSld>
  <p:clrMapOvr>
    <a:masterClrMapping/>
  </p:clrMapOvr>
</p:sldLayout>
</file>

<file path=ppt/slideLayouts/slideLayout3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502411" y="467693"/>
            <a:ext cx="8139178" cy="674375"/>
          </a:xfrm>
        </p:spPr>
        <p:txBody>
          <a:bodyPr vert="horz" lIns="101600" tIns="38100" rIns="25400" bIns="38100" rtlCol="0" anchor="ctr" anchorCtr="0">
            <a:noAutofit/>
          </a:bodyPr>
          <a:lstStyle>
            <a:lvl1pPr marL="0" marR="0" algn="ctr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0" i="0" u="none" strike="noStrike" kern="1200" cap="none" spc="225" normalizeH="0" baseline="0" noProof="1" dirty="0">
                <a:solidFill>
                  <a:schemeClr val="tx1"/>
                </a:solidFill>
                <a:effectLst/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  <a:endParaRPr>
              <a:sym typeface="+mn-ea"/>
            </a:endParaRPr>
          </a:p>
        </p:txBody>
      </p:sp>
    </p:spTree>
  </p:cSld>
  <p:clrMapOvr>
    <a:masterClrMapping/>
  </p:clrMapOvr>
</p:sldLayout>
</file>

<file path=ppt/slideLayouts/slideLayout3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4173617" y="4947088"/>
            <a:ext cx="549354" cy="121187"/>
          </a:xfrm>
        </p:spPr>
        <p:txBody>
          <a:bodyPr wrap="square">
            <a:noAutofit/>
          </a:bodyPr>
          <a:lstStyle>
            <a:lvl1pPr algn="ctr">
              <a:defRPr sz="9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altLang="zh-CN"/>
              <a:t>-</a:t>
            </a:r>
            <a:fld id="{FAEDECE0-B3E3-4E93-9B91-9F10B30F5B07}" type="slidenum">
              <a:rPr lang="en-US" altLang="zh-CN" smtClean="0"/>
            </a:fld>
            <a:r>
              <a:rPr lang="en-US" altLang="zh-CN"/>
              <a:t>-</a:t>
            </a:r>
            <a:endParaRPr lang="zh-CN" altLang="en-US" dirty="0"/>
          </a:p>
        </p:txBody>
      </p:sp>
      <p:sp>
        <p:nvSpPr>
          <p:cNvPr id="7" name="文本框 6"/>
          <p:cNvSpPr txBox="1"/>
          <p:nvPr userDrawn="1"/>
        </p:nvSpPr>
        <p:spPr>
          <a:xfrm>
            <a:off x="7440782" y="4932661"/>
            <a:ext cx="1900646" cy="150041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7145" tIns="17145" rIns="17145" bIns="17145" numCol="1" spcCol="38100" rtlCol="0" anchor="t">
            <a:spAutoFit/>
          </a:bodyPr>
          <a:lstStyle/>
          <a:p>
            <a:pPr marL="0" marR="0" indent="0" algn="ctr" defTabSz="30988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750" b="0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750" b="0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  <a:endParaRPr kumimoji="0" lang="zh-CN" altLang="en-US" sz="750" b="0" i="0" u="none" strike="noStrike" cap="none" spc="0" normalizeH="0" baseline="0" dirty="0">
              <a:ln>
                <a:noFill/>
              </a:ln>
              <a:solidFill>
                <a:schemeClr val="bg1"/>
              </a:solidFill>
              <a:effectLst/>
              <a:uFillTx/>
              <a:latin typeface="微软雅黑" panose="020B0503020204020204" pitchFamily="34" charset="-122"/>
              <a:ea typeface="微软雅黑" panose="020B0503020204020204" pitchFamily="34" charset="-122"/>
              <a:cs typeface="Arial" panose="020B0604020202020204" pitchFamily="34" charset="0"/>
              <a:sym typeface="Arial" panose="020B0604020202020204"/>
            </a:endParaRPr>
          </a:p>
        </p:txBody>
      </p:sp>
      <p:cxnSp>
        <p:nvCxnSpPr>
          <p:cNvPr id="9" name="直线连接符 3"/>
          <p:cNvCxnSpPr/>
          <p:nvPr userDrawn="1"/>
        </p:nvCxnSpPr>
        <p:spPr>
          <a:xfrm>
            <a:off x="2452523" y="686268"/>
            <a:ext cx="6423841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</p:cSld>
  <p:clrMapOvr>
    <a:masterClrMapping/>
  </p:clrMapOvr>
</p:sldLayout>
</file>

<file path=ppt/slideLayouts/slideLayout3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3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502412" y="1731661"/>
            <a:ext cx="8139178" cy="674375"/>
          </a:xfrm>
        </p:spPr>
        <p:txBody>
          <a:bodyPr lIns="101600" tIns="38100" rIns="25400" bIns="38100" anchor="t" anchorCtr="0">
            <a:noAutofit/>
          </a:bodyPr>
          <a:lstStyle>
            <a:lvl1pPr algn="ctr">
              <a:defRPr sz="4050" b="0" spc="225">
                <a:effectLst/>
                <a:latin typeface="+mn-ea"/>
                <a:ea typeface="+mn-ea"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502444" y="2674144"/>
            <a:ext cx="8139113" cy="601028"/>
          </a:xfrm>
        </p:spPr>
        <p:txBody>
          <a:bodyPr lIns="101600"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1800" u="none" strike="noStrike" kern="1200" cap="none" spc="75" normalizeH="0" baseline="0">
                <a:solidFill>
                  <a:schemeClr val="tx1"/>
                </a:solidFill>
                <a:uFillTx/>
                <a:latin typeface="+mn-ea"/>
                <a:ea typeface="+mn-ea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zh-CN" altLang="en-US" dirty="0"/>
              <a:t>单击此处编辑副标题</a:t>
            </a:r>
            <a:endParaRPr lang="zh-CN" altLang="en-US" dirty="0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3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32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502412" y="435919"/>
            <a:ext cx="8139178" cy="48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1" i="0" u="none" strike="noStrike" kern="1200" cap="none" spc="75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  <a:endParaRPr dirty="0">
              <a:sym typeface="+mn-ea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502444" y="1131094"/>
            <a:ext cx="8139113" cy="3561874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zh-CN" altLang="en-US" dirty="0"/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32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630079" y="545783"/>
            <a:ext cx="2948940" cy="836295"/>
          </a:xfrm>
        </p:spPr>
        <p:txBody>
          <a:bodyPr anchor="ctr" anchorCtr="0"/>
          <a:lstStyle>
            <a:lvl1pPr>
              <a:defRPr sz="240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3853815" y="545783"/>
            <a:ext cx="4629150" cy="4052411"/>
          </a:xfrm>
        </p:spPr>
        <p:txBody>
          <a:bodyPr/>
          <a:lstStyle>
            <a:lvl1pPr>
              <a:defRPr sz="1800">
                <a:latin typeface="+mn-ea"/>
                <a:ea typeface="+mn-ea"/>
              </a:defRPr>
            </a:lvl1pPr>
            <a:lvl2pPr marL="342900" indent="0">
              <a:buNone/>
              <a:defRPr sz="1800">
                <a:latin typeface="+mn-ea"/>
                <a:ea typeface="+mn-ea"/>
              </a:defRPr>
            </a:lvl2pPr>
            <a:lvl3pPr>
              <a:defRPr sz="1800">
                <a:latin typeface="+mn-ea"/>
                <a:ea typeface="+mn-ea"/>
              </a:defRPr>
            </a:lvl3pPr>
            <a:lvl4pPr>
              <a:defRPr sz="1800">
                <a:latin typeface="+mn-ea"/>
                <a:ea typeface="+mn-ea"/>
              </a:defRPr>
            </a:lvl4pPr>
            <a:lvl5pPr>
              <a:defRPr sz="1800">
                <a:latin typeface="+mn-ea"/>
                <a:ea typeface="+mn-ea"/>
              </a:defRPr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zh-CN" altLang="en-US"/>
              <a:t>单击此处编辑正文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630079" y="1679734"/>
            <a:ext cx="2948940" cy="2918936"/>
          </a:xfrm>
        </p:spPr>
        <p:txBody>
          <a:bodyPr/>
          <a:lstStyle>
            <a:lvl1pPr marL="257175" indent="-257175">
              <a:buFont typeface="Arial" panose="020B0604020202020204" pitchFamily="34" charset="0"/>
              <a:buChar char="•"/>
              <a:defRPr sz="1800">
                <a:latin typeface="+mn-ea"/>
                <a:ea typeface="+mn-ea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CN" altLang="en-US"/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>
              <a:sym typeface="+mn-ea"/>
            </a:endParaRP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3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 hasCustomPrompt="1"/>
          </p:nvPr>
        </p:nvSpPr>
        <p:spPr>
          <a:xfrm>
            <a:off x="502444" y="4203859"/>
            <a:ext cx="8139113" cy="418624"/>
          </a:xfrm>
        </p:spPr>
        <p:txBody>
          <a:bodyPr/>
          <a:lstStyle>
            <a:lvl1pPr>
              <a:defRPr b="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单击此处编辑正文</a:t>
            </a:r>
            <a:endParaRPr lang="zh-CN" altLang="en-US"/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502444" y="481013"/>
            <a:ext cx="8139113" cy="3417094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250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  <a:endParaRPr dirty="0">
              <a:sym typeface="+mn-ea"/>
            </a:endParaRPr>
          </a:p>
        </p:txBody>
      </p:sp>
    </p:spTree>
  </p:cSld>
  <p:clrMapOvr>
    <a:masterClrMapping/>
  </p:clrMapOvr>
</p:sldLayout>
</file>

<file path=ppt/slideLayouts/slideLayout33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0" y="0"/>
            <a:ext cx="9147334" cy="5151120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250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  <a:endParaRPr dirty="0">
              <a:sym typeface="+mn-ea"/>
            </a:endParaRPr>
          </a:p>
        </p:txBody>
      </p:sp>
    </p:spTree>
  </p:cSld>
  <p:clrMapOvr>
    <a:masterClrMapping/>
  </p:clrMapOvr>
</p:sldLayout>
</file>

<file path=ppt/slideLayouts/slideLayout3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350996" y="423863"/>
            <a:ext cx="4050030" cy="4295775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250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  <a:endParaRPr dirty="0">
              <a:sym typeface="+mn-ea"/>
            </a:endParaRP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4715828" y="423863"/>
            <a:ext cx="4050030" cy="4295775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250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</a:t>
            </a:r>
            <a:r>
              <a:rPr>
                <a:sym typeface="+mn-ea"/>
              </a:rPr>
              <a:t>正文</a:t>
            </a:r>
            <a:endParaRPr dirty="0">
              <a:sym typeface="+mn-ea"/>
            </a:endParaRPr>
          </a:p>
        </p:txBody>
      </p:sp>
    </p:spTree>
  </p:cSld>
  <p:clrMapOvr>
    <a:masterClrMapping/>
  </p:clrMapOvr>
</p:sldLayout>
</file>

<file path=ppt/slideLayouts/slideLayout3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502412" y="467694"/>
            <a:ext cx="8139178" cy="674375"/>
          </a:xfrm>
        </p:spPr>
        <p:txBody>
          <a:bodyPr vert="horz" lIns="101600" tIns="38100" rIns="25400" bIns="38100" rtlCol="0" anchor="ctr" anchorCtr="0">
            <a:noAutofit/>
          </a:bodyPr>
          <a:lstStyle>
            <a:lvl1pPr marL="0" marR="0" algn="ctr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0" i="0" u="none" strike="noStrike" kern="1200" cap="none" spc="225" normalizeH="0" baseline="0" noProof="1" dirty="0">
                <a:solidFill>
                  <a:schemeClr val="tx1"/>
                </a:solidFill>
                <a:effectLst/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  <a:endParaRPr>
              <a:sym typeface="+mn-ea"/>
            </a:endParaRPr>
          </a:p>
        </p:txBody>
      </p:sp>
    </p:spTree>
  </p:cSld>
  <p:clrMapOvr>
    <a:masterClrMapping/>
  </p:clrMapOvr>
</p:sldLayout>
</file>

<file path=ppt/slideLayouts/slideLayout3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4173618" y="4947088"/>
            <a:ext cx="549355" cy="121187"/>
          </a:xfrm>
        </p:spPr>
        <p:txBody>
          <a:bodyPr wrap="square">
            <a:noAutofit/>
          </a:bodyPr>
          <a:lstStyle>
            <a:lvl1pPr algn="ctr">
              <a:defRPr sz="9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altLang="zh-CN"/>
              <a:t>-</a:t>
            </a:r>
            <a:fld id="{FAEDECE0-B3E3-4E93-9B91-9F10B30F5B07}" type="slidenum">
              <a:rPr lang="en-US" altLang="zh-CN" smtClean="0"/>
            </a:fld>
            <a:r>
              <a:rPr lang="en-US" altLang="zh-CN"/>
              <a:t>-</a:t>
            </a:r>
            <a:endParaRPr lang="zh-CN" altLang="en-US" dirty="0"/>
          </a:p>
        </p:txBody>
      </p:sp>
      <p:sp>
        <p:nvSpPr>
          <p:cNvPr id="7" name="文本框 6"/>
          <p:cNvSpPr txBox="1"/>
          <p:nvPr userDrawn="1"/>
        </p:nvSpPr>
        <p:spPr>
          <a:xfrm>
            <a:off x="7440782" y="4932661"/>
            <a:ext cx="1900646" cy="150041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7145" tIns="17145" rIns="17145" bIns="17145" numCol="1" spcCol="38100" rtlCol="0" anchor="t">
            <a:spAutoFit/>
          </a:bodyPr>
          <a:lstStyle/>
          <a:p>
            <a:pPr marL="0" marR="0" indent="0" algn="ctr" defTabSz="30988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750" b="0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750" b="0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  <a:endParaRPr kumimoji="0" lang="zh-CN" altLang="en-US" sz="750" b="0" i="0" u="none" strike="noStrike" cap="none" spc="0" normalizeH="0" baseline="0" dirty="0">
              <a:ln>
                <a:noFill/>
              </a:ln>
              <a:solidFill>
                <a:schemeClr val="bg1"/>
              </a:solidFill>
              <a:effectLst/>
              <a:uFillTx/>
              <a:latin typeface="微软雅黑" panose="020B0503020204020204" pitchFamily="34" charset="-122"/>
              <a:ea typeface="微软雅黑" panose="020B0503020204020204" pitchFamily="34" charset="-122"/>
              <a:cs typeface="Arial" panose="020B0604020202020204" pitchFamily="34" charset="0"/>
              <a:sym typeface="Arial" panose="020B0604020202020204"/>
            </a:endParaRPr>
          </a:p>
        </p:txBody>
      </p:sp>
      <p:cxnSp>
        <p:nvCxnSpPr>
          <p:cNvPr id="9" name="直线连接符 3"/>
          <p:cNvCxnSpPr/>
          <p:nvPr userDrawn="1"/>
        </p:nvCxnSpPr>
        <p:spPr>
          <a:xfrm>
            <a:off x="2452524" y="686268"/>
            <a:ext cx="6423841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</p:cSld>
  <p:clrMapOvr>
    <a:masterClrMapping/>
  </p:clrMapOvr>
</p:sldLayout>
</file>

<file path=ppt/slideLayouts/slideLayout3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3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502412" y="1731661"/>
            <a:ext cx="8139178" cy="674375"/>
          </a:xfrm>
        </p:spPr>
        <p:txBody>
          <a:bodyPr lIns="101600" tIns="38100" rIns="25400" bIns="38100" anchor="t" anchorCtr="0">
            <a:noAutofit/>
          </a:bodyPr>
          <a:lstStyle>
            <a:lvl1pPr algn="ctr">
              <a:defRPr sz="4050" b="0" spc="225">
                <a:effectLst/>
                <a:latin typeface="+mn-ea"/>
                <a:ea typeface="+mn-ea"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502444" y="2674144"/>
            <a:ext cx="8139113" cy="601028"/>
          </a:xfrm>
        </p:spPr>
        <p:txBody>
          <a:bodyPr lIns="101600"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1800" u="none" strike="noStrike" kern="1200" cap="none" spc="75" normalizeH="0" baseline="0">
                <a:solidFill>
                  <a:schemeClr val="tx1"/>
                </a:solidFill>
                <a:uFillTx/>
                <a:latin typeface="+mn-ea"/>
                <a:ea typeface="+mn-ea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zh-CN" altLang="en-US" dirty="0"/>
              <a:t>单击此处编辑副标题</a:t>
            </a:r>
            <a:endParaRPr lang="zh-CN" altLang="en-US" dirty="0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</a:fld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  <p:transition spd="slow">
    <p:push/>
  </p:transition>
</p:sldLayout>
</file>

<file path=ppt/slideLayouts/slideLayout3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</a:fld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  <p:transition spd="slow">
    <p:push/>
  </p:transition>
</p:sldLayout>
</file>

<file path=ppt/slideLayouts/slideLayout33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502412" y="435919"/>
            <a:ext cx="8139178" cy="48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1" i="0" u="none" strike="noStrike" kern="1200" cap="none" spc="75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  <a:endParaRPr dirty="0">
              <a:sym typeface="+mn-ea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502444" y="1131094"/>
            <a:ext cx="8139113" cy="3561874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zh-CN" altLang="en-US" dirty="0"/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</p:cSld>
  <p:clrMapOvr>
    <a:masterClrMapping/>
  </p:clrMapOvr>
  <p:transition spd="slow">
    <p:push/>
  </p:transition>
</p:sldLayout>
</file>

<file path=ppt/slideLayouts/slideLayout33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630079" y="545783"/>
            <a:ext cx="2948940" cy="836295"/>
          </a:xfrm>
        </p:spPr>
        <p:txBody>
          <a:bodyPr anchor="ctr" anchorCtr="0"/>
          <a:lstStyle>
            <a:lvl1pPr>
              <a:defRPr sz="240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3853815" y="545783"/>
            <a:ext cx="4629150" cy="4052411"/>
          </a:xfrm>
        </p:spPr>
        <p:txBody>
          <a:bodyPr/>
          <a:lstStyle>
            <a:lvl1pPr>
              <a:defRPr sz="1800">
                <a:latin typeface="+mn-ea"/>
                <a:ea typeface="+mn-ea"/>
              </a:defRPr>
            </a:lvl1pPr>
            <a:lvl2pPr marL="342900" indent="0">
              <a:buNone/>
              <a:defRPr sz="1800">
                <a:latin typeface="+mn-ea"/>
                <a:ea typeface="+mn-ea"/>
              </a:defRPr>
            </a:lvl2pPr>
            <a:lvl3pPr>
              <a:defRPr sz="1800">
                <a:latin typeface="+mn-ea"/>
                <a:ea typeface="+mn-ea"/>
              </a:defRPr>
            </a:lvl3pPr>
            <a:lvl4pPr>
              <a:defRPr sz="1800">
                <a:latin typeface="+mn-ea"/>
                <a:ea typeface="+mn-ea"/>
              </a:defRPr>
            </a:lvl4pPr>
            <a:lvl5pPr>
              <a:defRPr sz="1800">
                <a:latin typeface="+mn-ea"/>
                <a:ea typeface="+mn-ea"/>
              </a:defRPr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zh-CN" altLang="en-US"/>
              <a:t>单击此处编辑正文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630079" y="1679734"/>
            <a:ext cx="2948940" cy="2918936"/>
          </a:xfrm>
        </p:spPr>
        <p:txBody>
          <a:bodyPr/>
          <a:lstStyle>
            <a:lvl1pPr marL="257175" indent="-257175">
              <a:buFont typeface="Arial" panose="020B0604020202020204" pitchFamily="34" charset="0"/>
              <a:buChar char="•"/>
              <a:defRPr sz="1800">
                <a:latin typeface="+mn-ea"/>
                <a:ea typeface="+mn-ea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CN" altLang="en-US"/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>
              <a:sym typeface="+mn-ea"/>
            </a:endParaRP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Ovr>
    <a:masterClrMapping/>
  </p:clrMapOvr>
  <p:transition spd="slow">
    <p:push/>
  </p:transition>
</p:sldLayout>
</file>

<file path=ppt/slideLayouts/slideLayout3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fld id="{FABC47A4-756D-490B-A52F-7D9E2C9FC05F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9" name="标题 8"/>
          <p:cNvSpPr>
            <a:spLocks noGrp="1"/>
          </p:cNvSpPr>
          <p:nvPr>
            <p:ph type="title" hasCustomPrompt="1"/>
          </p:nvPr>
        </p:nvSpPr>
        <p:spPr>
          <a:xfrm>
            <a:off x="502444" y="4203859"/>
            <a:ext cx="8139113" cy="418624"/>
          </a:xfrm>
        </p:spPr>
        <p:txBody>
          <a:bodyPr/>
          <a:lstStyle>
            <a:lvl1pPr>
              <a:defRPr b="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单击此处编辑正文</a:t>
            </a:r>
            <a:endParaRPr lang="zh-CN" altLang="en-US"/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502444" y="481013"/>
            <a:ext cx="8139113" cy="3417094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250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  <a:endParaRPr dirty="0">
              <a:sym typeface="+mn-ea"/>
            </a:endParaRPr>
          </a:p>
        </p:txBody>
      </p:sp>
    </p:spTree>
  </p:cSld>
  <p:clrMapOvr>
    <a:masterClrMapping/>
  </p:clrMapOvr>
  <p:transition spd="slow">
    <p:push/>
  </p:transition>
</p:sldLayout>
</file>

<file path=ppt/slideLayouts/slideLayout34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0" y="0"/>
            <a:ext cx="9147334" cy="5151120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250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  <a:endParaRPr dirty="0">
              <a:sym typeface="+mn-ea"/>
            </a:endParaRPr>
          </a:p>
        </p:txBody>
      </p:sp>
    </p:spTree>
  </p:cSld>
  <p:clrMapOvr>
    <a:masterClrMapping/>
  </p:clrMapOvr>
  <p:transition spd="slow">
    <p:push/>
  </p:transition>
</p:sldLayout>
</file>

<file path=ppt/slideLayouts/slideLayout3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350996" y="423863"/>
            <a:ext cx="4050030" cy="4295775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250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  <a:endParaRPr dirty="0">
              <a:sym typeface="+mn-ea"/>
            </a:endParaRP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4715828" y="423863"/>
            <a:ext cx="4050030" cy="4295775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250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</a:t>
            </a:r>
            <a:r>
              <a:rPr>
                <a:sym typeface="+mn-ea"/>
              </a:rPr>
              <a:t>正文</a:t>
            </a:r>
            <a:endParaRPr dirty="0">
              <a:sym typeface="+mn-ea"/>
            </a:endParaRPr>
          </a:p>
        </p:txBody>
      </p:sp>
    </p:spTree>
  </p:cSld>
  <p:clrMapOvr>
    <a:masterClrMapping/>
  </p:clrMapOvr>
  <p:transition spd="slow">
    <p:push/>
  </p:transition>
</p:sldLayout>
</file>

<file path=ppt/slideLayouts/slideLayout3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502412" y="467694"/>
            <a:ext cx="8139178" cy="674375"/>
          </a:xfrm>
        </p:spPr>
        <p:txBody>
          <a:bodyPr vert="horz" lIns="101600" tIns="38100" rIns="25400" bIns="38100" rtlCol="0" anchor="ctr" anchorCtr="0">
            <a:noAutofit/>
          </a:bodyPr>
          <a:lstStyle>
            <a:lvl1pPr marL="0" marR="0" algn="ctr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0" i="0" u="none" strike="noStrike" kern="1200" cap="none" spc="225" normalizeH="0" baseline="0" noProof="1" dirty="0">
                <a:solidFill>
                  <a:schemeClr val="tx1"/>
                </a:solidFill>
                <a:effectLst/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  <a:endParaRPr>
              <a:sym typeface="+mn-ea"/>
            </a:endParaRPr>
          </a:p>
        </p:txBody>
      </p:sp>
    </p:spTree>
  </p:cSld>
  <p:clrMapOvr>
    <a:masterClrMapping/>
  </p:clrMapOvr>
  <p:transition spd="slow">
    <p:push/>
  </p:transition>
</p:sldLayout>
</file>

<file path=ppt/slideLayouts/slideLayout3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4173618" y="4947088"/>
            <a:ext cx="549355" cy="121187"/>
          </a:xfrm>
        </p:spPr>
        <p:txBody>
          <a:bodyPr wrap="square">
            <a:noAutofit/>
          </a:bodyPr>
          <a:lstStyle>
            <a:lvl1pPr algn="ctr">
              <a:defRPr sz="9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altLang="zh-CN">
                <a:solidFill>
                  <a:prstClr val="white"/>
                </a:solidFill>
              </a:rPr>
              <a:t>-</a:t>
            </a:r>
            <a:fld id="{FAEDECE0-B3E3-4E93-9B91-9F10B30F5B07}" type="slidenum">
              <a:rPr lang="en-US" altLang="zh-CN" smtClean="0">
                <a:solidFill>
                  <a:prstClr val="white"/>
                </a:solidFill>
              </a:rPr>
            </a:fld>
            <a:r>
              <a:rPr lang="en-US" altLang="zh-CN">
                <a:solidFill>
                  <a:prstClr val="white"/>
                </a:solidFill>
              </a:rPr>
              <a:t>-</a:t>
            </a:r>
            <a:endParaRPr lang="zh-CN" altLang="en-US" dirty="0">
              <a:solidFill>
                <a:prstClr val="white"/>
              </a:solidFill>
            </a:endParaRPr>
          </a:p>
        </p:txBody>
      </p:sp>
      <p:sp>
        <p:nvSpPr>
          <p:cNvPr id="7" name="文本框 6"/>
          <p:cNvSpPr txBox="1"/>
          <p:nvPr userDrawn="1"/>
        </p:nvSpPr>
        <p:spPr>
          <a:xfrm>
            <a:off x="7440782" y="4932661"/>
            <a:ext cx="1900646" cy="150041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7145" tIns="17145" rIns="17145" bIns="17145" numCol="1" spcCol="38100" rtlCol="0" anchor="t">
            <a:spAutoFit/>
          </a:bodyPr>
          <a:lstStyle/>
          <a:p>
            <a:pPr marL="0" marR="0" lvl="0" indent="0" algn="ctr" defTabSz="30988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75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75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  <a:endParaRPr kumimoji="0" lang="zh-CN" altLang="en-US" sz="75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Arial" panose="020B0604020202020204" pitchFamily="34" charset="0"/>
              <a:sym typeface="Arial" panose="020B0604020202020204"/>
            </a:endParaRPr>
          </a:p>
        </p:txBody>
      </p:sp>
      <p:cxnSp>
        <p:nvCxnSpPr>
          <p:cNvPr id="9" name="直线连接符 3"/>
          <p:cNvCxnSpPr/>
          <p:nvPr userDrawn="1"/>
        </p:nvCxnSpPr>
        <p:spPr>
          <a:xfrm>
            <a:off x="2452524" y="686268"/>
            <a:ext cx="6423841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</p:cSld>
  <p:clrMapOvr>
    <a:masterClrMapping/>
  </p:clrMapOvr>
  <p:transition spd="slow">
    <p:push/>
  </p:transition>
</p:sldLayout>
</file>

<file path=ppt/slideLayouts/slideLayout3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</a:fld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  <p:transition spd="slow">
    <p:push/>
  </p:transition>
</p:sldLayout>
</file>

<file path=ppt/slideLayouts/slideLayout34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502411" y="1731661"/>
            <a:ext cx="8139178" cy="674375"/>
          </a:xfrm>
        </p:spPr>
        <p:txBody>
          <a:bodyPr lIns="101600" tIns="38100" rIns="25400" bIns="38100" anchor="t" anchorCtr="0">
            <a:noAutofit/>
          </a:bodyPr>
          <a:lstStyle>
            <a:lvl1pPr algn="ctr">
              <a:defRPr sz="4050" b="0" spc="225">
                <a:effectLst/>
                <a:latin typeface="+mn-ea"/>
                <a:ea typeface="+mn-ea"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502444" y="2674144"/>
            <a:ext cx="8139113" cy="601028"/>
          </a:xfrm>
        </p:spPr>
        <p:txBody>
          <a:bodyPr lIns="101600"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1800" u="none" strike="noStrike" kern="1200" cap="none" spc="75" normalizeH="0" baseline="0">
                <a:solidFill>
                  <a:schemeClr val="tx1"/>
                </a:solidFill>
                <a:uFillTx/>
                <a:latin typeface="+mn-ea"/>
                <a:ea typeface="+mn-ea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zh-CN" altLang="en-US" dirty="0"/>
              <a:t>单击此处编辑副标题</a:t>
            </a:r>
            <a:endParaRPr lang="zh-CN" altLang="en-US" dirty="0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</a:fld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3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</a:fld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34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502411" y="435919"/>
            <a:ext cx="8139178" cy="48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1" i="0" u="none" strike="noStrike" kern="1200" cap="none" spc="75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  <a:endParaRPr dirty="0">
              <a:sym typeface="+mn-ea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502444" y="1131094"/>
            <a:ext cx="8139113" cy="3561874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zh-CN" altLang="en-US" dirty="0"/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34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630079" y="545783"/>
            <a:ext cx="2948940" cy="836295"/>
          </a:xfrm>
        </p:spPr>
        <p:txBody>
          <a:bodyPr anchor="ctr" anchorCtr="0"/>
          <a:lstStyle>
            <a:lvl1pPr>
              <a:defRPr sz="240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单击此处编辑标题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3853815" y="545783"/>
            <a:ext cx="4629150" cy="4052411"/>
          </a:xfrm>
        </p:spPr>
        <p:txBody>
          <a:bodyPr/>
          <a:lstStyle>
            <a:lvl1pPr>
              <a:defRPr sz="1800">
                <a:latin typeface="+mn-ea"/>
                <a:ea typeface="+mn-ea"/>
              </a:defRPr>
            </a:lvl1pPr>
            <a:lvl2pPr marL="342900" indent="0">
              <a:buNone/>
              <a:defRPr sz="1800">
                <a:latin typeface="+mn-ea"/>
                <a:ea typeface="+mn-ea"/>
              </a:defRPr>
            </a:lvl2pPr>
            <a:lvl3pPr>
              <a:defRPr sz="1800">
                <a:latin typeface="+mn-ea"/>
                <a:ea typeface="+mn-ea"/>
              </a:defRPr>
            </a:lvl3pPr>
            <a:lvl4pPr>
              <a:defRPr sz="1800">
                <a:latin typeface="+mn-ea"/>
                <a:ea typeface="+mn-ea"/>
              </a:defRPr>
            </a:lvl4pPr>
            <a:lvl5pPr>
              <a:defRPr sz="1800">
                <a:latin typeface="+mn-ea"/>
                <a:ea typeface="+mn-ea"/>
              </a:defRPr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zh-CN" altLang="en-US"/>
              <a:t>单击此处编辑正文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630079" y="1679734"/>
            <a:ext cx="2948940" cy="2918936"/>
          </a:xfrm>
        </p:spPr>
        <p:txBody>
          <a:bodyPr/>
          <a:lstStyle>
            <a:lvl1pPr marL="257175" indent="-257175">
              <a:buFont typeface="Arial" panose="020B0604020202020204" pitchFamily="34" charset="0"/>
              <a:buChar char="•"/>
              <a:defRPr sz="1800">
                <a:latin typeface="+mn-ea"/>
                <a:ea typeface="+mn-ea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CN" altLang="en-US"/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>
              <a:sym typeface="+mn-ea"/>
            </a:endParaRPr>
          </a:p>
          <a:p>
            <a:pPr lvl="0"/>
            <a:r>
              <a:rPr lang="zh-CN" altLang="en-US">
                <a:sym typeface="+mn-ea"/>
              </a:rPr>
              <a:t>单击此处编辑正文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3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fld id="{FABC47A4-756D-490B-A52F-7D9E2C9FC05F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9" name="标题 8"/>
          <p:cNvSpPr>
            <a:spLocks noGrp="1"/>
          </p:cNvSpPr>
          <p:nvPr>
            <p:ph type="title" hasCustomPrompt="1"/>
          </p:nvPr>
        </p:nvSpPr>
        <p:spPr>
          <a:xfrm>
            <a:off x="502444" y="4203859"/>
            <a:ext cx="8139113" cy="418624"/>
          </a:xfrm>
        </p:spPr>
        <p:txBody>
          <a:bodyPr/>
          <a:lstStyle>
            <a:lvl1pPr>
              <a:defRPr b="0">
                <a:latin typeface="+mn-ea"/>
                <a:ea typeface="+mn-ea"/>
              </a:defRPr>
            </a:lvl1pPr>
          </a:lstStyle>
          <a:p>
            <a:r>
              <a:rPr lang="zh-CN" altLang="en-US"/>
              <a:t>单击此处编辑正文</a:t>
            </a:r>
            <a:endParaRPr lang="zh-CN" altLang="en-US"/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502444" y="481012"/>
            <a:ext cx="8139113" cy="3417094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250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  <a:endParaRPr dirty="0">
              <a:sym typeface="+mn-ea"/>
            </a:endParaRPr>
          </a:p>
        </p:txBody>
      </p:sp>
    </p:spTree>
  </p:cSld>
  <p:clrMapOvr>
    <a:masterClrMapping/>
  </p:clrMapOvr>
</p:sldLayout>
</file>

<file path=ppt/slideLayouts/slideLayout35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0" y="0"/>
            <a:ext cx="9147334" cy="5151120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250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  <a:endParaRPr dirty="0">
              <a:sym typeface="+mn-ea"/>
            </a:endParaRPr>
          </a:p>
        </p:txBody>
      </p:sp>
    </p:spTree>
  </p:cSld>
  <p:clrMapOvr>
    <a:masterClrMapping/>
  </p:clrMapOvr>
</p:sldLayout>
</file>

<file path=ppt/slideLayouts/slideLayout3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350996" y="423863"/>
            <a:ext cx="4050030" cy="4295775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250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  <a:endParaRPr dirty="0">
              <a:sym typeface="+mn-ea"/>
            </a:endParaRP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4715828" y="423863"/>
            <a:ext cx="4050030" cy="4295775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250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</a:t>
            </a:r>
            <a:r>
              <a:rPr>
                <a:sym typeface="+mn-ea"/>
              </a:rPr>
              <a:t>正文</a:t>
            </a:r>
            <a:endParaRPr dirty="0">
              <a:sym typeface="+mn-ea"/>
            </a:endParaRPr>
          </a:p>
        </p:txBody>
      </p:sp>
    </p:spTree>
  </p:cSld>
  <p:clrMapOvr>
    <a:masterClrMapping/>
  </p:clrMapOvr>
</p:sldLayout>
</file>

<file path=ppt/slideLayouts/slideLayout3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502411" y="467693"/>
            <a:ext cx="8139178" cy="674375"/>
          </a:xfrm>
        </p:spPr>
        <p:txBody>
          <a:bodyPr vert="horz" lIns="101600" tIns="38100" rIns="25400" bIns="38100" rtlCol="0" anchor="ctr" anchorCtr="0">
            <a:noAutofit/>
          </a:bodyPr>
          <a:lstStyle>
            <a:lvl1pPr marL="0" marR="0" algn="ctr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0" i="0" u="none" strike="noStrike" kern="1200" cap="none" spc="225" normalizeH="0" baseline="0" noProof="1" dirty="0">
                <a:solidFill>
                  <a:schemeClr val="tx1"/>
                </a:solidFill>
                <a:effectLst/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  <a:endParaRPr>
              <a:sym typeface="+mn-ea"/>
            </a:endParaRPr>
          </a:p>
        </p:txBody>
      </p:sp>
    </p:spTree>
  </p:cSld>
  <p:clrMapOvr>
    <a:masterClrMapping/>
  </p:clrMapOvr>
</p:sldLayout>
</file>

<file path=ppt/slideLayouts/slideLayout3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4173617" y="4947088"/>
            <a:ext cx="549354" cy="121187"/>
          </a:xfrm>
        </p:spPr>
        <p:txBody>
          <a:bodyPr wrap="square">
            <a:noAutofit/>
          </a:bodyPr>
          <a:lstStyle>
            <a:lvl1pPr algn="ctr">
              <a:defRPr sz="9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altLang="zh-CN">
                <a:solidFill>
                  <a:prstClr val="white"/>
                </a:solidFill>
              </a:rPr>
              <a:t>-</a:t>
            </a:r>
            <a:fld id="{FAEDECE0-B3E3-4E93-9B91-9F10B30F5B07}" type="slidenum">
              <a:rPr lang="en-US" altLang="zh-CN" smtClean="0">
                <a:solidFill>
                  <a:prstClr val="white"/>
                </a:solidFill>
              </a:rPr>
            </a:fld>
            <a:r>
              <a:rPr lang="en-US" altLang="zh-CN">
                <a:solidFill>
                  <a:prstClr val="white"/>
                </a:solidFill>
              </a:rPr>
              <a:t>-</a:t>
            </a:r>
            <a:endParaRPr lang="zh-CN" altLang="en-US" dirty="0">
              <a:solidFill>
                <a:prstClr val="white"/>
              </a:solidFill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7440782" y="4932661"/>
            <a:ext cx="1900646" cy="150041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7145" tIns="17145" rIns="17145" bIns="17145" numCol="1" spcCol="38100" rtlCol="0" anchor="t">
            <a:spAutoFit/>
          </a:bodyPr>
          <a:lstStyle/>
          <a:p>
            <a:pPr marL="0" marR="0" lvl="0" indent="0" algn="ctr" defTabSz="30988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75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75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  <a:endParaRPr kumimoji="0" lang="zh-CN" altLang="en-US" sz="75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Arial" panose="020B0604020202020204" pitchFamily="34" charset="0"/>
              <a:sym typeface="Arial" panose="020B0604020202020204"/>
            </a:endParaRPr>
          </a:p>
        </p:txBody>
      </p:sp>
      <p:cxnSp>
        <p:nvCxnSpPr>
          <p:cNvPr id="9" name="直线连接符 3"/>
          <p:cNvCxnSpPr/>
          <p:nvPr/>
        </p:nvCxnSpPr>
        <p:spPr>
          <a:xfrm>
            <a:off x="2452523" y="686268"/>
            <a:ext cx="6423841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</p:cSld>
  <p:clrMapOvr>
    <a:masterClrMapping/>
  </p:clrMapOvr>
</p:sldLayout>
</file>

<file path=ppt/slideLayouts/slideLayout3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ea"/>
              </a:defRPr>
            </a:lvl1pPr>
          </a:lstStyle>
          <a:p>
            <a:pPr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</a:fld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35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 with photo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Линия"/>
          <p:cNvSpPr/>
          <p:nvPr/>
        </p:nvSpPr>
        <p:spPr>
          <a:xfrm flipV="1">
            <a:off x="2620089" y="491252"/>
            <a:ext cx="6523911" cy="0"/>
          </a:xfrm>
          <a:prstGeom prst="line">
            <a:avLst/>
          </a:prstGeom>
          <a:ln w="57150" cap="flat" cmpd="sng">
            <a:solidFill>
              <a:srgbClr val="2F5A9E"/>
            </a:solidFill>
            <a:prstDash val="solid"/>
            <a:miter/>
            <a:headEnd type="none" w="med" len="med"/>
            <a:tailEnd type="none" w="med" len="med"/>
          </a:ln>
        </p:spPr>
      </p:sp>
      <p:sp>
        <p:nvSpPr>
          <p:cNvPr id="6" name="矩形 5"/>
          <p:cNvSpPr/>
          <p:nvPr/>
        </p:nvSpPr>
        <p:spPr>
          <a:xfrm>
            <a:off x="0" y="4855765"/>
            <a:ext cx="9144000" cy="213521"/>
          </a:xfrm>
          <a:prstGeom prst="rect">
            <a:avLst/>
          </a:prstGeom>
          <a:solidFill>
            <a:srgbClr val="2F5A9E"/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14288" tIns="14288" rIns="14288" bIns="14288" numCol="1" spcCol="38100" rtlCol="0" anchor="ctr" forceAA="0">
            <a:spAutoFit/>
          </a:bodyPr>
          <a:lstStyle/>
          <a:p>
            <a:pPr marL="0" marR="0" indent="0" algn="ctr" defTabSz="30988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200" b="1" i="0" u="none" strike="noStrike" cap="none" spc="0" normalizeH="0" baseline="0" noProof="1">
              <a:ln>
                <a:noFill/>
              </a:ln>
              <a:solidFill>
                <a:srgbClr val="FFFFFF"/>
              </a:solidFill>
              <a:effectLst/>
              <a:uFillTx/>
              <a:latin typeface="Helvetica Light"/>
              <a:ea typeface="Helvetica Light"/>
              <a:cs typeface="Helvetica Light"/>
              <a:sym typeface="Helvetica Light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8520708" y="4855765"/>
            <a:ext cx="623292" cy="213521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14288" tIns="14288" rIns="14288" bIns="14288" numCol="1" spcCol="38100" rtlCol="0" anchor="ctr" forceAA="0">
            <a:spAutoFit/>
          </a:bodyPr>
          <a:lstStyle/>
          <a:p>
            <a:pPr marL="0" marR="0" indent="0" algn="ctr" defTabSz="30988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kumimoji="0" lang="zh-CN" altLang="en-US" sz="1200" b="1" i="0" u="none" strike="noStrike" cap="none" spc="0" normalizeH="0" baseline="0" noProof="1">
              <a:ln>
                <a:noFill/>
              </a:ln>
              <a:solidFill>
                <a:srgbClr val="FFFFFF"/>
              </a:solidFill>
              <a:effectLst/>
              <a:uFillTx/>
              <a:latin typeface="Helvetica Light"/>
              <a:ea typeface="Helvetica Light"/>
              <a:cs typeface="Helvetica Light"/>
              <a:sym typeface="Helvetica Light"/>
            </a:endParaRPr>
          </a:p>
        </p:txBody>
      </p:sp>
      <p:pic>
        <p:nvPicPr>
          <p:cNvPr id="5" name="图片 4" descr="12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7191" y="228124"/>
            <a:ext cx="1986677" cy="394811"/>
          </a:xfrm>
          <a:prstGeom prst="rect">
            <a:avLst/>
          </a:prstGeom>
        </p:spPr>
      </p:pic>
    </p:spTree>
  </p:cSld>
  <p:clrMapOvr>
    <a:masterClrMapping/>
  </p:clrMapOvr>
  <p:transition spd="med"/>
</p:sldLayout>
</file>

<file path=ppt/slideLayouts/slideLayout35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副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502412" y="1731662"/>
            <a:ext cx="8139178" cy="674375"/>
          </a:xfrm>
        </p:spPr>
        <p:txBody>
          <a:bodyPr lIns="101600" tIns="38100" rIns="25400" bIns="38100" anchor="t" anchorCtr="0">
            <a:noAutofit/>
          </a:bodyPr>
          <a:lstStyle>
            <a:lvl1pPr algn="ctr">
              <a:defRPr sz="4050" b="0" spc="225">
                <a:effectLst/>
                <a:latin typeface="华文楷体" panose="02010600040101010101" pitchFamily="2" charset="-122"/>
                <a:ea typeface="华文楷体" panose="02010600040101010101" pitchFamily="2" charset="-122"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502445" y="2674144"/>
            <a:ext cx="8139113" cy="601028"/>
          </a:xfrm>
        </p:spPr>
        <p:txBody>
          <a:bodyPr lIns="101600" tIns="38100" rIns="76200" bIns="38100" anchor="ctr" anchorCtr="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1800" u="none" strike="noStrike" kern="1200" cap="none" spc="75" normalizeH="0" baseline="0">
                <a:solidFill>
                  <a:schemeClr val="tx1"/>
                </a:solidFill>
                <a:uFillTx/>
                <a:latin typeface="华文楷体" panose="02010600040101010101" pitchFamily="2" charset="-122"/>
                <a:ea typeface="华文楷体" panose="02010600040101010101" pitchFamily="2" charset="-122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zh-CN" altLang="en-US" dirty="0"/>
              <a:t>单击此处编辑副标题</a:t>
            </a:r>
            <a:endParaRPr lang="zh-CN" altLang="en-US" dirty="0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defTabSz="309245">
              <a:defRPr/>
            </a:pPr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defTabSz="309245"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</a:fld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3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  <a:ea typeface="华文楷体" panose="02010600040101010101" pitchFamily="2" charset="-122"/>
              </a:defRPr>
            </a:lvl1pPr>
          </a:lstStyle>
          <a:p>
            <a:r>
              <a:rPr kumimoji="1" lang="zh-CN" altLang="en-US" dirty="0"/>
              <a:t>单击此处编辑母版标题样式</a:t>
            </a:r>
            <a:endParaRPr kumimoji="1"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09245">
              <a:defRPr/>
            </a:pPr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09245">
              <a:defRPr/>
            </a:pPr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09245"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</a:fld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35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502412" y="435919"/>
            <a:ext cx="8139178" cy="48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1" i="0" u="none" strike="noStrike" kern="1200" cap="none" spc="75" normalizeH="0" baseline="0" noProof="1" dirty="0">
                <a:solidFill>
                  <a:schemeClr val="tx1"/>
                </a:solidFill>
                <a:uFillTx/>
                <a:latin typeface="华文楷体" panose="02010600040101010101" pitchFamily="2" charset="-122"/>
                <a:ea typeface="华文楷体" panose="02010600040101010101" pitchFamily="2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  <a:endParaRPr dirty="0">
              <a:sym typeface="+mn-ea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defTabSz="309245">
              <a:defRPr/>
            </a:pPr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defTabSz="309245"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</a:fld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idx="1" hasCustomPrompt="1"/>
          </p:nvPr>
        </p:nvSpPr>
        <p:spPr>
          <a:xfrm>
            <a:off x="502445" y="1131095"/>
            <a:ext cx="8139113" cy="3561874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zh-CN" altLang="en-US" dirty="0"/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35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标题与图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defTabSz="309245">
              <a:defRPr/>
            </a:pPr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defTabSz="309245"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</a:fld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>
          <a:xfrm>
            <a:off x="630079" y="545783"/>
            <a:ext cx="2948940" cy="836295"/>
          </a:xfrm>
        </p:spPr>
        <p:txBody>
          <a:bodyPr anchor="ctr" anchorCtr="0"/>
          <a:lstStyle>
            <a:lvl1pPr>
              <a:defRPr sz="2400">
                <a:latin typeface="华文楷体" panose="02010600040101010101" pitchFamily="2" charset="-122"/>
                <a:ea typeface="华文楷体" panose="02010600040101010101" pitchFamily="2" charset="-122"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6" name="内容占位符 5"/>
          <p:cNvSpPr>
            <a:spLocks noGrp="1"/>
          </p:cNvSpPr>
          <p:nvPr>
            <p:ph idx="1" hasCustomPrompt="1"/>
          </p:nvPr>
        </p:nvSpPr>
        <p:spPr>
          <a:xfrm>
            <a:off x="3853815" y="545784"/>
            <a:ext cx="4629150" cy="4052411"/>
          </a:xfrm>
        </p:spPr>
        <p:txBody>
          <a:bodyPr/>
          <a:lstStyle>
            <a:lvl1pPr>
              <a:defRPr sz="1800">
                <a:latin typeface="华文楷体" panose="02010600040101010101" pitchFamily="2" charset="-122"/>
                <a:ea typeface="华文楷体" panose="02010600040101010101" pitchFamily="2" charset="-122"/>
              </a:defRPr>
            </a:lvl1pPr>
            <a:lvl2pPr marL="342900" indent="0">
              <a:buNone/>
              <a:defRPr sz="1800">
                <a:latin typeface="+mn-ea"/>
                <a:ea typeface="+mn-ea"/>
              </a:defRPr>
            </a:lvl2pPr>
            <a:lvl3pPr>
              <a:defRPr sz="1800">
                <a:latin typeface="+mn-ea"/>
                <a:ea typeface="+mn-ea"/>
              </a:defRPr>
            </a:lvl3pPr>
            <a:lvl4pPr>
              <a:defRPr sz="1800">
                <a:latin typeface="+mn-ea"/>
                <a:ea typeface="+mn-ea"/>
              </a:defRPr>
            </a:lvl4pPr>
            <a:lvl5pPr>
              <a:defRPr sz="1800">
                <a:latin typeface="+mn-ea"/>
                <a:ea typeface="+mn-ea"/>
              </a:defRPr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zh-CN" altLang="en-US" dirty="0"/>
              <a:t>单击此处编辑正文</a:t>
            </a:r>
            <a:endParaRPr lang="zh-CN" altLang="en-US" dirty="0"/>
          </a:p>
        </p:txBody>
      </p:sp>
      <p:sp>
        <p:nvSpPr>
          <p:cNvPr id="7" name="文本占位符 6"/>
          <p:cNvSpPr>
            <a:spLocks noGrp="1"/>
          </p:cNvSpPr>
          <p:nvPr>
            <p:ph type="body" sz="half" idx="2" hasCustomPrompt="1"/>
          </p:nvPr>
        </p:nvSpPr>
        <p:spPr>
          <a:xfrm>
            <a:off x="630079" y="1679734"/>
            <a:ext cx="2948940" cy="2918936"/>
          </a:xfrm>
        </p:spPr>
        <p:txBody>
          <a:bodyPr/>
          <a:lstStyle>
            <a:lvl1pPr marL="257175" indent="-257175">
              <a:buFont typeface="Arial" panose="020B0604020202020204" pitchFamily="34" charset="0"/>
              <a:buChar char="•"/>
              <a:defRPr sz="1800">
                <a:latin typeface="华文楷体" panose="02010600040101010101" pitchFamily="2" charset="-122"/>
                <a:ea typeface="华文楷体" panose="02010600040101010101" pitchFamily="2" charset="-122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CN" altLang="en-US" dirty="0"/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>
              <a:sym typeface="+mn-ea"/>
            </a:endParaRPr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3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注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defTabSz="309245">
              <a:defRPr/>
            </a:pPr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defTabSz="309245">
              <a:defRPr/>
            </a:pPr>
            <a:fld id="{FABC47A4-756D-490B-A52F-7D9E2C9FC05F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</a:fld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9" name="标题 8"/>
          <p:cNvSpPr>
            <a:spLocks noGrp="1"/>
          </p:cNvSpPr>
          <p:nvPr>
            <p:ph type="title" hasCustomPrompt="1"/>
          </p:nvPr>
        </p:nvSpPr>
        <p:spPr>
          <a:xfrm>
            <a:off x="502445" y="4203860"/>
            <a:ext cx="8139113" cy="418624"/>
          </a:xfrm>
        </p:spPr>
        <p:txBody>
          <a:bodyPr/>
          <a:lstStyle>
            <a:lvl1pPr>
              <a:defRPr b="0">
                <a:latin typeface="华文楷体" panose="02010600040101010101" pitchFamily="2" charset="-122"/>
                <a:ea typeface="华文楷体" panose="02010600040101010101" pitchFamily="2" charset="-122"/>
              </a:defRPr>
            </a:lvl1pPr>
          </a:lstStyle>
          <a:p>
            <a:r>
              <a:rPr lang="zh-CN" altLang="en-US" dirty="0"/>
              <a:t>单击此处编辑正文</a:t>
            </a:r>
            <a:endParaRPr lang="zh-CN" altLang="en-US" dirty="0"/>
          </a:p>
        </p:txBody>
      </p:sp>
      <p:sp>
        <p:nvSpPr>
          <p:cNvPr id="8" name="内容占位符 7"/>
          <p:cNvSpPr>
            <a:spLocks noGrp="1"/>
          </p:cNvSpPr>
          <p:nvPr>
            <p:ph idx="1" hasCustomPrompt="1"/>
          </p:nvPr>
        </p:nvSpPr>
        <p:spPr>
          <a:xfrm>
            <a:off x="502445" y="481013"/>
            <a:ext cx="8139113" cy="3417094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华文楷体" panose="02010600040101010101" pitchFamily="2" charset="-122"/>
                <a:ea typeface="华文楷体" panose="02010600040101010101" pitchFamily="2" charset="-122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250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  <a:endParaRPr dirty="0">
              <a:sym typeface="+mn-ea"/>
            </a:endParaRPr>
          </a:p>
        </p:txBody>
      </p:sp>
    </p:spTree>
  </p:cSld>
  <p:clrMapOvr>
    <a:masterClrMapping/>
  </p:clrMapOvr>
</p:sldLayout>
</file>

<file path=ppt/slideLayouts/slideLayout36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单张大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defTabSz="309245">
              <a:defRPr/>
            </a:pPr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defTabSz="309245"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</a:fld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内容占位符 6"/>
          <p:cNvSpPr>
            <a:spLocks noGrp="1"/>
          </p:cNvSpPr>
          <p:nvPr>
            <p:ph idx="1" hasCustomPrompt="1"/>
          </p:nvPr>
        </p:nvSpPr>
        <p:spPr>
          <a:xfrm>
            <a:off x="0" y="0"/>
            <a:ext cx="9147334" cy="5151120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华文楷体" panose="02010600040101010101" pitchFamily="2" charset="-122"/>
                <a:ea typeface="华文楷体" panose="02010600040101010101" pitchFamily="2" charset="-122"/>
                <a:cs typeface="+mn-cs"/>
                <a:sym typeface="+mn-ea"/>
              </a:defRPr>
            </a:lvl1pPr>
            <a:lvl2pPr marL="342900" marR="0" lvl="1" indent="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None/>
              <a:tabLst>
                <a:tab pos="603250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  <a:endParaRPr dirty="0">
              <a:sym typeface="+mn-ea"/>
            </a:endParaRPr>
          </a:p>
        </p:txBody>
      </p:sp>
    </p:spTree>
  </p:cSld>
  <p:clrMapOvr>
    <a:masterClrMapping/>
  </p:clrMapOvr>
</p:sldLayout>
</file>

<file path=ppt/slideLayouts/slideLayout3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联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defTabSz="309245">
              <a:defRPr/>
            </a:pPr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defTabSz="309245"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</a:fld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2" name="内容占位符 1"/>
          <p:cNvSpPr>
            <a:spLocks noGrp="1"/>
          </p:cNvSpPr>
          <p:nvPr>
            <p:ph sz="half" idx="2" hasCustomPrompt="1"/>
          </p:nvPr>
        </p:nvSpPr>
        <p:spPr>
          <a:xfrm>
            <a:off x="350996" y="423863"/>
            <a:ext cx="4050030" cy="4295775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华文楷体" panose="02010600040101010101" pitchFamily="2" charset="-122"/>
                <a:ea typeface="华文楷体" panose="02010600040101010101" pitchFamily="2" charset="-122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250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  <a:endParaRPr dirty="0">
              <a:sym typeface="+mn-ea"/>
            </a:endParaRPr>
          </a:p>
        </p:txBody>
      </p:sp>
      <p:sp>
        <p:nvSpPr>
          <p:cNvPr id="6" name="内容占位符 5"/>
          <p:cNvSpPr>
            <a:spLocks noGrp="1"/>
          </p:cNvSpPr>
          <p:nvPr>
            <p:ph sz="half" idx="13" hasCustomPrompt="1"/>
          </p:nvPr>
        </p:nvSpPr>
        <p:spPr>
          <a:xfrm>
            <a:off x="4715828" y="423863"/>
            <a:ext cx="4050030" cy="4295775"/>
          </a:xfrm>
        </p:spPr>
        <p:txBody>
          <a:bodyPr vert="horz" lIns="101600" tIns="0" rIns="82550" bIns="0" rtlCol="0">
            <a:noAutofit/>
          </a:bodyPr>
          <a:lstStyle>
            <a:lvl1pPr marL="171450" marR="0" lvl="0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华文楷体" panose="02010600040101010101" pitchFamily="2" charset="-122"/>
                <a:ea typeface="华文楷体" panose="02010600040101010101" pitchFamily="2" charset="-122"/>
                <a:cs typeface="+mn-cs"/>
                <a:sym typeface="+mn-ea"/>
              </a:defRPr>
            </a:lvl1pPr>
            <a:lvl2pPr marL="514350" marR="0" lvl="1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tabLst>
                <a:tab pos="603250" algn="l"/>
              </a:tabLst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2pPr>
            <a:lvl3pPr marL="857250" marR="0" lvl="2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3pPr>
            <a:lvl4pPr marL="1200150" marR="0" lvl="3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4pPr>
            <a:lvl5pPr marL="1543050" marR="0" lvl="4" indent="-171450" algn="l" defTabSz="342900" rtl="0" eaLnBrk="1" fontAlgn="auto" latinLnBrk="0" hangingPunct="1">
              <a:lnSpc>
                <a:spcPct val="130000"/>
              </a:lnSpc>
              <a:spcBef>
                <a:spcPct val="1000"/>
              </a:spcBef>
              <a:spcAft>
                <a:spcPts val="375"/>
              </a:spcAft>
              <a:buFont typeface="Arial" panose="020B0604020202020204" pitchFamily="34" charset="0"/>
              <a:buChar char="•"/>
              <a:defRPr kumimoji="0" lang="zh-CN" altLang="en-US" sz="1800" b="0" i="0" u="none" strike="noStrike" kern="1200" cap="none" spc="56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ea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单击此处编辑正文</a:t>
            </a:r>
            <a:endParaRPr dirty="0">
              <a:sym typeface="+mn-ea"/>
            </a:endParaRPr>
          </a:p>
        </p:txBody>
      </p:sp>
    </p:spTree>
  </p:cSld>
  <p:clrMapOvr>
    <a:masterClrMapping/>
  </p:clrMapOvr>
</p:sldLayout>
</file>

<file path=ppt/slideLayouts/slideLayout3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defTabSz="309245">
              <a:defRPr/>
            </a:pPr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defTabSz="309245"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</a:fld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502412" y="467694"/>
            <a:ext cx="8139178" cy="674375"/>
          </a:xfrm>
        </p:spPr>
        <p:txBody>
          <a:bodyPr vert="horz" lIns="101600" tIns="38100" rIns="25400" bIns="38100" rtlCol="0" anchor="ctr" anchorCtr="0">
            <a:noAutofit/>
          </a:bodyPr>
          <a:lstStyle>
            <a:lvl1pPr marL="0" marR="0" algn="ctr" defTabSz="342900" rtl="0" eaLnBrk="1" fontAlgn="auto" latinLnBrk="0" hangingPunct="1">
              <a:lnSpc>
                <a:spcPct val="100000"/>
              </a:lnSpc>
              <a:buNone/>
              <a:defRPr kumimoji="0" lang="zh-CN" altLang="en-US" sz="2400" b="0" i="0" u="none" strike="noStrike" kern="1200" cap="none" spc="225" normalizeH="0" baseline="0" noProof="1" dirty="0">
                <a:solidFill>
                  <a:schemeClr val="tx1"/>
                </a:solidFill>
                <a:effectLst/>
                <a:uFillTx/>
                <a:latin typeface="华文楷体" panose="02010600040101010101" pitchFamily="2" charset="-122"/>
                <a:ea typeface="华文楷体" panose="02010600040101010101" pitchFamily="2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  <a:endParaRPr dirty="0">
              <a:sym typeface="+mn-ea"/>
            </a:endParaRPr>
          </a:p>
        </p:txBody>
      </p:sp>
    </p:spTree>
  </p:cSld>
  <p:clrMapOvr>
    <a:masterClrMapping/>
  </p:clrMapOvr>
</p:sldLayout>
</file>

<file path=ppt/slideLayouts/slideLayout3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4173617" y="4947089"/>
            <a:ext cx="549354" cy="121187"/>
          </a:xfrm>
        </p:spPr>
        <p:txBody>
          <a:bodyPr wrap="square">
            <a:noAutofit/>
          </a:bodyPr>
          <a:lstStyle>
            <a:lvl1pPr algn="ctr">
              <a:defRPr sz="9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defTabSz="309245">
              <a:defRPr/>
            </a:pPr>
            <a:r>
              <a:rPr lang="en-US" altLang="zh-CN">
                <a:solidFill>
                  <a:prstClr val="white"/>
                </a:solidFill>
              </a:rPr>
              <a:t>-</a:t>
            </a:r>
            <a:fld id="{FAEDECE0-B3E3-4E93-9B91-9F10B30F5B07}" type="slidenum">
              <a:rPr lang="en-US" altLang="zh-CN" smtClean="0">
                <a:solidFill>
                  <a:prstClr val="white"/>
                </a:solidFill>
              </a:rPr>
            </a:fld>
            <a:r>
              <a:rPr lang="en-US" altLang="zh-CN">
                <a:solidFill>
                  <a:prstClr val="white"/>
                </a:solidFill>
              </a:rPr>
              <a:t>-</a:t>
            </a:r>
            <a:endParaRPr lang="zh-CN" altLang="en-US" dirty="0">
              <a:solidFill>
                <a:prstClr val="white"/>
              </a:solidFill>
            </a:endParaRPr>
          </a:p>
        </p:txBody>
      </p:sp>
      <p:sp>
        <p:nvSpPr>
          <p:cNvPr id="7" name="文本框 6"/>
          <p:cNvSpPr txBox="1"/>
          <p:nvPr userDrawn="1"/>
        </p:nvSpPr>
        <p:spPr>
          <a:xfrm>
            <a:off x="7440783" y="4932662"/>
            <a:ext cx="1900646" cy="150041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7145" tIns="17145" rIns="17145" bIns="17145" numCol="1" spcCol="38100" rtlCol="0" anchor="t">
            <a:spAutoFit/>
          </a:bodyPr>
          <a:lstStyle/>
          <a:p>
            <a:pPr marL="0" marR="0" lvl="0" indent="0" algn="ctr" defTabSz="309245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75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华文楷体" panose="02010600040101010101" pitchFamily="2" charset="-122"/>
                <a:ea typeface="华文楷体" panose="02010600040101010101" pitchFamily="2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75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华文楷体" panose="02010600040101010101" pitchFamily="2" charset="-122"/>
                <a:ea typeface="华文楷体" panose="02010600040101010101" pitchFamily="2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  <a:endParaRPr kumimoji="0" lang="zh-CN" altLang="en-US" sz="75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华文楷体" panose="02010600040101010101" pitchFamily="2" charset="-122"/>
              <a:ea typeface="华文楷体" panose="02010600040101010101" pitchFamily="2" charset="-122"/>
              <a:cs typeface="Arial" panose="020B0604020202020204" pitchFamily="34" charset="0"/>
              <a:sym typeface="Arial" panose="020B0604020202020204"/>
            </a:endParaRPr>
          </a:p>
        </p:txBody>
      </p:sp>
      <p:cxnSp>
        <p:nvCxnSpPr>
          <p:cNvPr id="9" name="直线连接符 3"/>
          <p:cNvCxnSpPr/>
          <p:nvPr userDrawn="1"/>
        </p:nvCxnSpPr>
        <p:spPr>
          <a:xfrm>
            <a:off x="2452524" y="686268"/>
            <a:ext cx="6423841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</p:cSld>
  <p:clrMapOvr>
    <a:masterClrMapping/>
  </p:clrMapOvr>
</p:sldLayout>
</file>

<file path=ppt/slideLayouts/slideLayout3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defTabSz="309245">
              <a:defRPr/>
            </a:pPr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华文楷体" panose="02010600040101010101" pitchFamily="2" charset="-122"/>
              </a:defRPr>
            </a:lvl1pPr>
          </a:lstStyle>
          <a:p>
            <a:pPr defTabSz="309245"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</a:fld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36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 with photo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Линия"/>
          <p:cNvSpPr/>
          <p:nvPr userDrawn="1"/>
        </p:nvSpPr>
        <p:spPr>
          <a:xfrm flipV="1">
            <a:off x="2620091" y="491252"/>
            <a:ext cx="6523911" cy="0"/>
          </a:xfrm>
          <a:prstGeom prst="line">
            <a:avLst/>
          </a:prstGeom>
          <a:ln w="57150" cap="flat" cmpd="sng">
            <a:solidFill>
              <a:srgbClr val="2F5A9E"/>
            </a:solidFill>
            <a:prstDash val="solid"/>
            <a:miter/>
            <a:headEnd type="none" w="med" len="med"/>
            <a:tailEnd type="none" w="med" len="med"/>
          </a:ln>
        </p:spPr>
      </p:sp>
      <p:sp>
        <p:nvSpPr>
          <p:cNvPr id="6" name="矩形 5"/>
          <p:cNvSpPr/>
          <p:nvPr userDrawn="1"/>
        </p:nvSpPr>
        <p:spPr>
          <a:xfrm>
            <a:off x="0" y="4855765"/>
            <a:ext cx="9144000" cy="213521"/>
          </a:xfrm>
          <a:prstGeom prst="rect">
            <a:avLst/>
          </a:prstGeom>
          <a:solidFill>
            <a:srgbClr val="2F5A9E"/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14288" tIns="14288" rIns="14288" bIns="14288" numCol="1" spcCol="38100" rtlCol="0" anchor="ctr" forceAA="0">
            <a:spAutoFit/>
          </a:bodyPr>
          <a:lstStyle/>
          <a:p>
            <a:pPr marL="0" marR="0" lvl="0" indent="0" algn="ctr" defTabSz="309245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1" i="0" u="none" strike="noStrike" kern="1200" cap="none" spc="0" normalizeH="0" baseline="0" noProof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Helvetica Light"/>
              <a:ea typeface="Helvetica Light"/>
              <a:cs typeface="Helvetica Light"/>
              <a:sym typeface="Helvetica Light"/>
            </a:endParaRPr>
          </a:p>
        </p:txBody>
      </p:sp>
      <p:sp>
        <p:nvSpPr>
          <p:cNvPr id="11" name="矩形 10"/>
          <p:cNvSpPr/>
          <p:nvPr userDrawn="1"/>
        </p:nvSpPr>
        <p:spPr>
          <a:xfrm>
            <a:off x="8520709" y="4855765"/>
            <a:ext cx="623292" cy="213521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vertOverflow="overflow" horzOverflow="overflow" vert="horz" wrap="square" lIns="14288" tIns="14288" rIns="14288" bIns="14288" numCol="1" spcCol="38100" rtlCol="0" anchor="ctr" forceAA="0">
            <a:spAutoFit/>
          </a:bodyPr>
          <a:lstStyle/>
          <a:p>
            <a:pPr marL="0" marR="0" lvl="0" indent="0" algn="ctr" defTabSz="309245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200" b="1" i="0" u="none" strike="noStrike" kern="1200" cap="none" spc="0" normalizeH="0" baseline="0" noProof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Helvetica Light"/>
              <a:ea typeface="Helvetica Light"/>
              <a:cs typeface="Helvetica Light"/>
              <a:sym typeface="Helvetica Light"/>
            </a:endParaRPr>
          </a:p>
        </p:txBody>
      </p:sp>
      <p:pic>
        <p:nvPicPr>
          <p:cNvPr id="5" name="图片 4" descr="12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87193" y="228125"/>
            <a:ext cx="1986677" cy="394811"/>
          </a:xfrm>
          <a:prstGeom prst="rect">
            <a:avLst/>
          </a:prstGeom>
        </p:spPr>
      </p:pic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09245">
              <a:defRPr/>
            </a:pPr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09245">
              <a:defRPr/>
            </a:pPr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09245"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</a:fld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  <p:transition spd="med"/>
</p:sldLayout>
</file>

<file path=ppt/slideLayouts/slideLayout36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AEDECE0-B3E3-4E93-9B91-9F10B30F5B07}" type="slidenum">
              <a:rPr lang="en-US" altLang="zh-CN" smtClean="0"/>
            </a:fld>
            <a:endParaRPr lang="zh-CN" altLang="en-US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36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AEDECE0-B3E3-4E93-9B91-9F10B30F5B07}" type="slidenum">
              <a:rPr lang="en-US" altLang="zh-CN" smtClean="0"/>
            </a:fld>
            <a:endParaRPr lang="zh-CN" altLang="en-US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36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3442098"/>
            <a:ext cx="7886700" cy="112514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AEDECE0-B3E3-4E93-9B91-9F10B30F5B07}" type="slidenum">
              <a:rPr lang="en-US" altLang="zh-CN" smtClean="0"/>
            </a:fld>
            <a:endParaRPr lang="zh-CN" altLang="en-US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37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369219"/>
            <a:ext cx="3886200" cy="3263504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369219"/>
            <a:ext cx="3886200" cy="3263504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AEDECE0-B3E3-4E93-9B91-9F10B30F5B07}" type="slidenum">
              <a:rPr lang="en-US" altLang="zh-CN" smtClean="0"/>
            </a:fld>
            <a:endParaRPr lang="zh-CN" altLang="en-US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37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260872"/>
            <a:ext cx="3868340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1878806"/>
            <a:ext cx="3868340" cy="2763441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260872"/>
            <a:ext cx="3887391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1878806"/>
            <a:ext cx="3887391" cy="2763441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AEDECE0-B3E3-4E93-9B91-9F10B30F5B07}" type="slidenum">
              <a:rPr lang="en-US" altLang="zh-CN" smtClean="0"/>
            </a:fld>
            <a:endParaRPr lang="zh-CN" altLang="en-US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37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AEDECE0-B3E3-4E93-9B91-9F10B30F5B07}" type="slidenum">
              <a:rPr lang="en-US" altLang="zh-CN" smtClean="0"/>
            </a:fld>
            <a:endParaRPr lang="zh-CN" altLang="en-US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37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AEDECE0-B3E3-4E93-9B91-9F10B30F5B07}" type="slidenum">
              <a:rPr lang="en-US" altLang="zh-CN" smtClean="0"/>
            </a:fld>
            <a:endParaRPr lang="zh-CN" altLang="en-US">
              <a:latin typeface="Arial" panose="020B0604020202020204" pitchFamily="34" charset="0"/>
            </a:endParaRPr>
          </a:p>
        </p:txBody>
      </p:sp>
    </p:spTree>
  </p:cSld>
  <p:clrMapOvr>
    <a:masterClrMapping/>
  </p:clrMapOvr>
</p:sldLayout>
</file>

<file path=ppt/slideLayouts/slideLayout3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/>
          <p:cNvSpPr txBox="1"/>
          <p:nvPr userDrawn="1"/>
        </p:nvSpPr>
        <p:spPr>
          <a:xfrm>
            <a:off x="7440782" y="4932661"/>
            <a:ext cx="1900646" cy="150041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7145" tIns="17145" rIns="17145" bIns="17145" numCol="1" spcCol="38100" rtlCol="0" anchor="t">
            <a:spAutoFit/>
          </a:bodyPr>
          <a:lstStyle/>
          <a:p>
            <a:pPr marL="0" marR="0" indent="0" algn="ctr" defTabSz="30988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750" b="0" i="0" u="none" strike="noStrike" cap="none" spc="0" normalizeH="0" baseline="0" dirty="0">
                <a:ln>
                  <a:noFill/>
                </a:ln>
                <a:solidFill>
                  <a:srgbClr val="00366A"/>
                </a:solidFill>
                <a:effectLst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750" b="0" i="0" u="none" strike="noStrike" cap="none" spc="0" normalizeH="0" baseline="0" dirty="0">
                <a:ln>
                  <a:noFill/>
                </a:ln>
                <a:solidFill>
                  <a:srgbClr val="00366A"/>
                </a:solidFill>
                <a:effectLst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  <a:endParaRPr kumimoji="0" lang="zh-CN" altLang="en-US" sz="750" b="0" i="0" u="none" strike="noStrike" cap="none" spc="0" normalizeH="0" baseline="0" dirty="0">
              <a:ln>
                <a:noFill/>
              </a:ln>
              <a:solidFill>
                <a:srgbClr val="00366A"/>
              </a:solidFill>
              <a:effectLst/>
              <a:uFillTx/>
              <a:latin typeface="微软雅黑" panose="020B0503020204020204" pitchFamily="34" charset="-122"/>
              <a:ea typeface="微软雅黑" panose="020B0503020204020204" pitchFamily="34" charset="-122"/>
              <a:cs typeface="Arial" panose="020B0604020202020204" pitchFamily="34" charset="0"/>
              <a:sym typeface="Arial" panose="020B0604020202020204"/>
            </a:endParaRPr>
          </a:p>
        </p:txBody>
      </p:sp>
      <p:sp>
        <p:nvSpPr>
          <p:cNvPr id="5" name="TextBox 5"/>
          <p:cNvSpPr txBox="1">
            <a:spLocks noChangeArrowheads="1"/>
          </p:cNvSpPr>
          <p:nvPr userDrawn="1"/>
        </p:nvSpPr>
        <p:spPr bwMode="auto">
          <a:xfrm>
            <a:off x="599474" y="4499850"/>
            <a:ext cx="2572656" cy="5078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000">
                <a:solidFill>
                  <a:srgbClr val="252D30"/>
                </a:solidFill>
                <a:latin typeface="Arial" panose="020B0604020202020204" pitchFamily="34" charset="0"/>
                <a:ea typeface="Helvetica Neue" pitchFamily="2" charset="0"/>
                <a:cs typeface="Helvetica Neue" pitchFamily="2" charset="0"/>
                <a:sym typeface="Arial" panose="020B0604020202020204" pitchFamily="34" charset="0"/>
              </a:defRPr>
            </a:lvl1pPr>
            <a:lvl2pPr marL="742950" indent="-285750">
              <a:defRPr sz="2000">
                <a:solidFill>
                  <a:srgbClr val="252D30"/>
                </a:solidFill>
                <a:latin typeface="Arial" panose="020B0604020202020204" pitchFamily="34" charset="0"/>
                <a:ea typeface="Helvetica Neue" pitchFamily="2" charset="0"/>
                <a:cs typeface="Helvetica Neue" pitchFamily="2" charset="0"/>
                <a:sym typeface="Arial" panose="020B0604020202020204" pitchFamily="34" charset="0"/>
              </a:defRPr>
            </a:lvl2pPr>
            <a:lvl3pPr marL="1143000" indent="-228600">
              <a:defRPr sz="2000">
                <a:solidFill>
                  <a:srgbClr val="252D30"/>
                </a:solidFill>
                <a:latin typeface="Arial" panose="020B0604020202020204" pitchFamily="34" charset="0"/>
                <a:ea typeface="Helvetica Neue" pitchFamily="2" charset="0"/>
                <a:cs typeface="Helvetica Neue" pitchFamily="2" charset="0"/>
                <a:sym typeface="Arial" panose="020B0604020202020204" pitchFamily="34" charset="0"/>
              </a:defRPr>
            </a:lvl3pPr>
            <a:lvl4pPr marL="1600200" indent="-228600">
              <a:defRPr sz="2000">
                <a:solidFill>
                  <a:srgbClr val="252D30"/>
                </a:solidFill>
                <a:latin typeface="Arial" panose="020B0604020202020204" pitchFamily="34" charset="0"/>
                <a:ea typeface="Helvetica Neue" pitchFamily="2" charset="0"/>
                <a:cs typeface="Helvetica Neue" pitchFamily="2" charset="0"/>
                <a:sym typeface="Arial" panose="020B0604020202020204" pitchFamily="34" charset="0"/>
              </a:defRPr>
            </a:lvl4pPr>
            <a:lvl5pPr marL="2057400" indent="-228600">
              <a:defRPr sz="2000">
                <a:solidFill>
                  <a:srgbClr val="252D30"/>
                </a:solidFill>
                <a:latin typeface="Arial" panose="020B0604020202020204" pitchFamily="34" charset="0"/>
                <a:ea typeface="Helvetica Neue" pitchFamily="2" charset="0"/>
                <a:cs typeface="Helvetica Neue" pitchFamily="2" charset="0"/>
                <a:sym typeface="Arial" panose="020B0604020202020204" pitchFamily="34" charset="0"/>
              </a:defRPr>
            </a:lvl5pPr>
            <a:lvl6pPr marL="2514600" indent="-228600" defTabSz="8255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252D30"/>
                </a:solidFill>
                <a:latin typeface="Arial" panose="020B0604020202020204" pitchFamily="34" charset="0"/>
                <a:ea typeface="Helvetica Neue" pitchFamily="2" charset="0"/>
                <a:cs typeface="Helvetica Neue" pitchFamily="2" charset="0"/>
                <a:sym typeface="Arial" panose="020B0604020202020204" pitchFamily="34" charset="0"/>
              </a:defRPr>
            </a:lvl6pPr>
            <a:lvl7pPr marL="2971800" indent="-228600" defTabSz="8255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252D30"/>
                </a:solidFill>
                <a:latin typeface="Arial" panose="020B0604020202020204" pitchFamily="34" charset="0"/>
                <a:ea typeface="Helvetica Neue" pitchFamily="2" charset="0"/>
                <a:cs typeface="Helvetica Neue" pitchFamily="2" charset="0"/>
                <a:sym typeface="Arial" panose="020B0604020202020204" pitchFamily="34" charset="0"/>
              </a:defRPr>
            </a:lvl7pPr>
            <a:lvl8pPr marL="3429000" indent="-228600" defTabSz="8255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252D30"/>
                </a:solidFill>
                <a:latin typeface="Arial" panose="020B0604020202020204" pitchFamily="34" charset="0"/>
                <a:ea typeface="Helvetica Neue" pitchFamily="2" charset="0"/>
                <a:cs typeface="Helvetica Neue" pitchFamily="2" charset="0"/>
                <a:sym typeface="Arial" panose="020B0604020202020204" pitchFamily="34" charset="0"/>
              </a:defRPr>
            </a:lvl8pPr>
            <a:lvl9pPr marL="3886200" indent="-228600" defTabSz="8255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252D30"/>
                </a:solidFill>
                <a:latin typeface="Arial" panose="020B0604020202020204" pitchFamily="34" charset="0"/>
                <a:ea typeface="Helvetica Neue" pitchFamily="2" charset="0"/>
                <a:cs typeface="Helvetica Neue" pitchFamily="2" charset="0"/>
                <a:sym typeface="Arial" panose="020B0604020202020204" pitchFamily="34" charset="0"/>
              </a:defRPr>
            </a:lvl9pPr>
          </a:lstStyle>
          <a:p>
            <a:pPr>
              <a:buFont typeface="Arial" panose="020B0604020202020204" pitchFamily="34" charset="0"/>
              <a:buNone/>
            </a:pPr>
            <a:r>
              <a:rPr lang="en-US" altLang="zh-CN" sz="2700" dirty="0">
                <a:solidFill>
                  <a:schemeClr val="bg1"/>
                </a:solidFill>
                <a:ea typeface="宋体" panose="02010600030101010101" pitchFamily="2" charset="-122"/>
              </a:rPr>
              <a:t>Contents</a:t>
            </a:r>
            <a:endParaRPr lang="en-US" altLang="zh-CN" sz="2700" dirty="0">
              <a:solidFill>
                <a:schemeClr val="bg1"/>
              </a:solidFill>
              <a:ea typeface="宋体" panose="02010600030101010101" pitchFamily="2" charset="-122"/>
            </a:endParaRPr>
          </a:p>
        </p:txBody>
      </p:sp>
      <p:pic>
        <p:nvPicPr>
          <p:cNvPr id="6" name="图片 1" descr="2"/>
          <p:cNvPicPr>
            <a:picLocks noChangeAspect="1" noChangeArrowheads="1"/>
          </p:cNvPicPr>
          <p:nvPr userDrawn="1"/>
        </p:nvPicPr>
        <p:blipFill>
          <a:blip r:embed="rId3"/>
          <a:srcRect/>
          <a:stretch>
            <a:fillRect/>
          </a:stretch>
        </p:blipFill>
        <p:spPr bwMode="auto">
          <a:xfrm>
            <a:off x="599474" y="427857"/>
            <a:ext cx="1605163" cy="32028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" name="图片 6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0279" y="591672"/>
            <a:ext cx="1699576" cy="397562"/>
          </a:xfrm>
          <a:prstGeom prst="rect">
            <a:avLst/>
          </a:prstGeom>
        </p:spPr>
      </p:pic>
    </p:spTree>
  </p:cSld>
  <p:clrMapOvr>
    <a:masterClrMapping/>
  </p:clrMapOvr>
  <p:transition spd="med"/>
</p:sldLayout>
</file>

<file path=ppt/slideLayouts/slideLayout37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4406090" y="4966115"/>
            <a:ext cx="331822" cy="238527"/>
          </a:xfrm>
        </p:spPr>
        <p:txBody>
          <a:bodyPr/>
          <a:lstStyle>
            <a:lvl1pPr algn="ctr">
              <a:defRPr sz="105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altLang="zh-CN" dirty="0"/>
              <a:t>-</a:t>
            </a:r>
            <a:fld id="{FAEDECE0-B3E3-4E93-9B91-9F10B30F5B07}" type="slidenum">
              <a:rPr lang="en-US" altLang="zh-CN" dirty="0" smtClean="0"/>
            </a:fld>
            <a:r>
              <a:rPr lang="en-US" altLang="zh-CN" dirty="0"/>
              <a:t>-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3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2417" y="613756"/>
            <a:ext cx="2107043" cy="492876"/>
          </a:xfrm>
          <a:prstGeom prst="rect">
            <a:avLst/>
          </a:prstGeom>
        </p:spPr>
      </p:pic>
      <p:sp>
        <p:nvSpPr>
          <p:cNvPr id="7" name="文本框 6"/>
          <p:cNvSpPr txBox="1"/>
          <p:nvPr userDrawn="1"/>
        </p:nvSpPr>
        <p:spPr>
          <a:xfrm>
            <a:off x="7440782" y="4932661"/>
            <a:ext cx="1900646" cy="150041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7145" tIns="17145" rIns="17145" bIns="17145" numCol="1" spcCol="38100" rtlCol="0" anchor="t">
            <a:spAutoFit/>
          </a:bodyPr>
          <a:lstStyle/>
          <a:p>
            <a:pPr marL="0" marR="0" indent="0" algn="ctr" defTabSz="30988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750" b="0" i="0" u="none" strike="noStrike" cap="none" spc="0" normalizeH="0" baseline="0" dirty="0">
                <a:ln>
                  <a:noFill/>
                </a:ln>
                <a:solidFill>
                  <a:srgbClr val="386DB4"/>
                </a:solidFill>
                <a:effectLst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750" b="0" i="0" u="none" strike="noStrike" cap="none" spc="0" normalizeH="0" baseline="0" dirty="0">
                <a:ln>
                  <a:noFill/>
                </a:ln>
                <a:solidFill>
                  <a:srgbClr val="386DB4"/>
                </a:solidFill>
                <a:effectLst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  <a:endParaRPr kumimoji="0" lang="zh-CN" altLang="en-US" sz="750" b="0" i="0" u="none" strike="noStrike" cap="none" spc="0" normalizeH="0" baseline="0" dirty="0">
              <a:ln>
                <a:noFill/>
              </a:ln>
              <a:solidFill>
                <a:srgbClr val="386DB4"/>
              </a:solidFill>
              <a:effectLst/>
              <a:uFillTx/>
              <a:latin typeface="微软雅黑" panose="020B0503020204020204" pitchFamily="34" charset="-122"/>
              <a:ea typeface="微软雅黑" panose="020B0503020204020204" pitchFamily="34" charset="-122"/>
              <a:cs typeface="Arial" panose="020B0604020202020204" pitchFamily="34" charset="0"/>
              <a:sym typeface="Arial" panose="020B0604020202020204"/>
            </a:endParaRPr>
          </a:p>
        </p:txBody>
      </p:sp>
      <p:pic>
        <p:nvPicPr>
          <p:cNvPr id="9" name="图片 8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 rot="19806617">
            <a:off x="5384758" y="-1947971"/>
            <a:ext cx="7591962" cy="7171645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7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4173617" y="4970430"/>
            <a:ext cx="549354" cy="121187"/>
          </a:xfrm>
        </p:spPr>
        <p:txBody>
          <a:bodyPr wrap="square">
            <a:noAutofit/>
          </a:bodyPr>
          <a:lstStyle>
            <a:lvl1pPr algn="ctr">
              <a:defRPr sz="9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altLang="zh-CN"/>
              <a:t>-</a:t>
            </a:r>
            <a:fld id="{FAEDECE0-B3E3-4E93-9B91-9F10B30F5B07}" type="slidenum">
              <a:rPr lang="en-US" altLang="zh-CN" smtClean="0"/>
            </a:fld>
            <a:r>
              <a:rPr lang="en-US" altLang="zh-CN"/>
              <a:t>-</a:t>
            </a:r>
            <a:endParaRPr lang="zh-CN" altLang="en-US" dirty="0"/>
          </a:p>
        </p:txBody>
      </p:sp>
      <p:sp>
        <p:nvSpPr>
          <p:cNvPr id="7" name="文本框 6"/>
          <p:cNvSpPr txBox="1"/>
          <p:nvPr userDrawn="1"/>
        </p:nvSpPr>
        <p:spPr>
          <a:xfrm>
            <a:off x="7440782" y="4956003"/>
            <a:ext cx="1900646" cy="150041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7145" tIns="17145" rIns="17145" bIns="17145" numCol="1" spcCol="38100" rtlCol="0" anchor="t">
            <a:spAutoFit/>
          </a:bodyPr>
          <a:lstStyle/>
          <a:p>
            <a:pPr marL="0" marR="0" indent="0" algn="ctr" defTabSz="30988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750" b="0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750" b="0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  <a:endParaRPr kumimoji="0" lang="zh-CN" altLang="en-US" sz="750" b="0" i="0" u="none" strike="noStrike" cap="none" spc="0" normalizeH="0" baseline="0" dirty="0">
              <a:ln>
                <a:noFill/>
              </a:ln>
              <a:solidFill>
                <a:schemeClr val="bg1"/>
              </a:solidFill>
              <a:effectLst/>
              <a:uFillTx/>
              <a:latin typeface="微软雅黑" panose="020B0503020204020204" pitchFamily="34" charset="-122"/>
              <a:ea typeface="微软雅黑" panose="020B0503020204020204" pitchFamily="34" charset="-122"/>
              <a:cs typeface="Arial" panose="020B0604020202020204" pitchFamily="34" charset="0"/>
              <a:sym typeface="Arial" panose="020B0604020202020204"/>
            </a:endParaRPr>
          </a:p>
        </p:txBody>
      </p:sp>
      <p:cxnSp>
        <p:nvCxnSpPr>
          <p:cNvPr id="9" name="直线连接符 3"/>
          <p:cNvCxnSpPr/>
          <p:nvPr userDrawn="1"/>
        </p:nvCxnSpPr>
        <p:spPr>
          <a:xfrm>
            <a:off x="2452523" y="686268"/>
            <a:ext cx="6423841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</p:cSld>
  <p:clrMapOvr>
    <a:masterClrMapping/>
  </p:clrMapOvr>
</p:sldLayout>
</file>

<file path=ppt/slideLayouts/slideLayout3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自定义版式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2"/>
          <p:cNvSpPr>
            <a:spLocks noGrp="1"/>
          </p:cNvSpPr>
          <p:nvPr>
            <p:ph type="sldNum" sz="quarter" idx="10"/>
          </p:nvPr>
        </p:nvSpPr>
        <p:spPr>
          <a:xfrm>
            <a:off x="4173617" y="4947088"/>
            <a:ext cx="549354" cy="121187"/>
          </a:xfrm>
        </p:spPr>
        <p:txBody>
          <a:bodyPr wrap="square">
            <a:noAutofit/>
          </a:bodyPr>
          <a:lstStyle>
            <a:lvl1pPr algn="ctr">
              <a:defRPr sz="9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altLang="zh-CN"/>
              <a:t>-</a:t>
            </a:r>
            <a:fld id="{FAEDECE0-B3E3-4E93-9B91-9F10B30F5B07}" type="slidenum">
              <a:rPr lang="en-US" altLang="zh-CN" smtClean="0"/>
            </a:fld>
            <a:r>
              <a:rPr lang="en-US" altLang="zh-CN"/>
              <a:t>-</a:t>
            </a:r>
            <a:endParaRPr lang="zh-CN" altLang="en-US" dirty="0"/>
          </a:p>
        </p:txBody>
      </p:sp>
      <p:sp>
        <p:nvSpPr>
          <p:cNvPr id="7" name="文本框 6"/>
          <p:cNvSpPr txBox="1"/>
          <p:nvPr userDrawn="1"/>
        </p:nvSpPr>
        <p:spPr>
          <a:xfrm>
            <a:off x="7440782" y="4932661"/>
            <a:ext cx="1900646" cy="150041"/>
          </a:xfrm>
          <a:prstGeom prst="rect">
            <a:avLst/>
          </a:prstGeom>
          <a:noFill/>
          <a:ln w="12700" cap="flat">
            <a:noFill/>
            <a:miter lim="4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7145" tIns="17145" rIns="17145" bIns="17145" numCol="1" spcCol="38100" rtlCol="0" anchor="t">
            <a:spAutoFit/>
          </a:bodyPr>
          <a:lstStyle/>
          <a:p>
            <a:pPr marL="0" marR="0" indent="0" algn="ctr" defTabSz="30988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kumimoji="0" lang="en-US" altLang="zh-CN" sz="750" b="0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  <a:sym typeface="Arial" panose="020B0604020202020204"/>
              </a:rPr>
              <a:t>Confidential | </a:t>
            </a:r>
            <a:r>
              <a:rPr kumimoji="0" lang="zh-CN" altLang="en-US" sz="750" b="0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  <a:sym typeface="Arial" panose="020B0604020202020204"/>
              </a:rPr>
              <a:t>保密文件</a:t>
            </a:r>
            <a:endParaRPr kumimoji="0" lang="zh-CN" altLang="en-US" sz="750" b="0" i="0" u="none" strike="noStrike" cap="none" spc="0" normalizeH="0" baseline="0" dirty="0">
              <a:ln>
                <a:noFill/>
              </a:ln>
              <a:solidFill>
                <a:schemeClr val="bg1"/>
              </a:solidFill>
              <a:effectLst/>
              <a:uFillTx/>
              <a:latin typeface="微软雅黑" panose="020B0503020204020204" pitchFamily="34" charset="-122"/>
              <a:ea typeface="微软雅黑" panose="020B0503020204020204" pitchFamily="34" charset="-122"/>
              <a:cs typeface="Arial" panose="020B0604020202020204" pitchFamily="34" charset="0"/>
              <a:sym typeface="Arial" panose="020B0604020202020204"/>
            </a:endParaRPr>
          </a:p>
        </p:txBody>
      </p:sp>
      <p:cxnSp>
        <p:nvCxnSpPr>
          <p:cNvPr id="9" name="直线连接符 3"/>
          <p:cNvCxnSpPr/>
          <p:nvPr userDrawn="1"/>
        </p:nvCxnSpPr>
        <p:spPr>
          <a:xfrm>
            <a:off x="2452523" y="686268"/>
            <a:ext cx="6423841" cy="0"/>
          </a:xfrm>
          <a:prstGeom prst="line">
            <a:avLst/>
          </a:prstGeom>
          <a:noFill/>
          <a:ln w="25400" cap="flat">
            <a:solidFill>
              <a:schemeClr val="bg1">
                <a:lumMod val="85000"/>
              </a:schemeClr>
            </a:solidFill>
            <a:prstDash val="solid"/>
            <a:miter lim="800000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20.xml"/><Relationship Id="rId8" Type="http://schemas.openxmlformats.org/officeDocument/2006/relationships/slideLayout" Target="../slideLayouts/slideLayout19.xml"/><Relationship Id="rId7" Type="http://schemas.openxmlformats.org/officeDocument/2006/relationships/slideLayout" Target="../slideLayouts/slideLayout18.xml"/><Relationship Id="rId6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3.xml"/><Relationship Id="rId12" Type="http://schemas.openxmlformats.org/officeDocument/2006/relationships/theme" Target="../theme/theme2.xml"/><Relationship Id="rId11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1.xml"/><Relationship Id="rId1" Type="http://schemas.openxmlformats.org/officeDocument/2006/relationships/slideLayout" Target="../slideLayouts/slideLayout12.xml"/></Relationships>
</file>

<file path=ppt/slideMasters/_rels/slideMaster3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31.xml"/><Relationship Id="rId8" Type="http://schemas.openxmlformats.org/officeDocument/2006/relationships/slideLayout" Target="../slideLayouts/slideLayout30.xml"/><Relationship Id="rId7" Type="http://schemas.openxmlformats.org/officeDocument/2006/relationships/slideLayout" Target="../slideLayouts/slideLayout29.xml"/><Relationship Id="rId6" Type="http://schemas.openxmlformats.org/officeDocument/2006/relationships/slideLayout" Target="../slideLayouts/slideLayout28.xml"/><Relationship Id="rId5" Type="http://schemas.openxmlformats.org/officeDocument/2006/relationships/slideLayout" Target="../slideLayouts/slideLayout27.xml"/><Relationship Id="rId4" Type="http://schemas.openxmlformats.org/officeDocument/2006/relationships/slideLayout" Target="../slideLayouts/slideLayout26.xml"/><Relationship Id="rId3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4.xml"/><Relationship Id="rId11" Type="http://schemas.openxmlformats.org/officeDocument/2006/relationships/theme" Target="../theme/theme3.xml"/><Relationship Id="rId10" Type="http://schemas.openxmlformats.org/officeDocument/2006/relationships/slideLayout" Target="../slideLayouts/slideLayout32.xml"/><Relationship Id="rId1" Type="http://schemas.openxmlformats.org/officeDocument/2006/relationships/slideLayout" Target="../slideLayouts/slideLayout23.xml"/></Relationships>
</file>

<file path=ppt/slideMasters/_rels/slideMaster4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41.xml"/><Relationship Id="rId8" Type="http://schemas.openxmlformats.org/officeDocument/2006/relationships/slideLayout" Target="../slideLayouts/slideLayout40.xml"/><Relationship Id="rId7" Type="http://schemas.openxmlformats.org/officeDocument/2006/relationships/slideLayout" Target="../slideLayouts/slideLayout39.xml"/><Relationship Id="rId6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7.xml"/><Relationship Id="rId4" Type="http://schemas.openxmlformats.org/officeDocument/2006/relationships/slideLayout" Target="../slideLayouts/slideLayout36.xml"/><Relationship Id="rId3" Type="http://schemas.openxmlformats.org/officeDocument/2006/relationships/slideLayout" Target="../slideLayouts/slideLayout35.xml"/><Relationship Id="rId2" Type="http://schemas.openxmlformats.org/officeDocument/2006/relationships/slideLayout" Target="../slideLayouts/slideLayout34.xml"/><Relationship Id="rId12" Type="http://schemas.openxmlformats.org/officeDocument/2006/relationships/theme" Target="../theme/theme4.xml"/><Relationship Id="rId11" Type="http://schemas.openxmlformats.org/officeDocument/2006/relationships/slideLayout" Target="../slideLayouts/slideLayout43.xml"/><Relationship Id="rId10" Type="http://schemas.openxmlformats.org/officeDocument/2006/relationships/slideLayout" Target="../slideLayouts/slideLayout42.xml"/><Relationship Id="rId1" Type="http://schemas.openxmlformats.org/officeDocument/2006/relationships/slideLayout" Target="../slideLayouts/slideLayout33.xml"/></Relationships>
</file>

<file path=ppt/slideMasters/_rels/slideMaster5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52.xml"/><Relationship Id="rId8" Type="http://schemas.openxmlformats.org/officeDocument/2006/relationships/slideLayout" Target="../slideLayouts/slideLayout51.xml"/><Relationship Id="rId7" Type="http://schemas.openxmlformats.org/officeDocument/2006/relationships/slideLayout" Target="../slideLayouts/slideLayout50.xml"/><Relationship Id="rId6" Type="http://schemas.openxmlformats.org/officeDocument/2006/relationships/slideLayout" Target="../slideLayouts/slideLayout49.xml"/><Relationship Id="rId5" Type="http://schemas.openxmlformats.org/officeDocument/2006/relationships/slideLayout" Target="../slideLayouts/slideLayout48.xml"/><Relationship Id="rId4" Type="http://schemas.openxmlformats.org/officeDocument/2006/relationships/slideLayout" Target="../slideLayouts/slideLayout47.xml"/><Relationship Id="rId3" Type="http://schemas.openxmlformats.org/officeDocument/2006/relationships/slideLayout" Target="../slideLayouts/slideLayout46.xml"/><Relationship Id="rId2" Type="http://schemas.openxmlformats.org/officeDocument/2006/relationships/slideLayout" Target="../slideLayouts/slideLayout45.xml"/><Relationship Id="rId11" Type="http://schemas.openxmlformats.org/officeDocument/2006/relationships/theme" Target="../theme/theme5.xml"/><Relationship Id="rId10" Type="http://schemas.openxmlformats.org/officeDocument/2006/relationships/slideLayout" Target="../slideLayouts/slideLayout53.xml"/><Relationship Id="rId1" Type="http://schemas.openxmlformats.org/officeDocument/2006/relationships/slideLayout" Target="../slideLayouts/slideLayout44.xml"/></Relationships>
</file>

<file path=ppt/slideMasters/_rels/slideMaster6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62.xml"/><Relationship Id="rId8" Type="http://schemas.openxmlformats.org/officeDocument/2006/relationships/slideLayout" Target="../slideLayouts/slideLayout61.xml"/><Relationship Id="rId7" Type="http://schemas.openxmlformats.org/officeDocument/2006/relationships/slideLayout" Target="../slideLayouts/slideLayout60.xml"/><Relationship Id="rId6" Type="http://schemas.openxmlformats.org/officeDocument/2006/relationships/slideLayout" Target="../slideLayouts/slideLayout59.xml"/><Relationship Id="rId5" Type="http://schemas.openxmlformats.org/officeDocument/2006/relationships/slideLayout" Target="../slideLayouts/slideLayout58.xml"/><Relationship Id="rId4" Type="http://schemas.openxmlformats.org/officeDocument/2006/relationships/slideLayout" Target="../slideLayouts/slideLayout57.xml"/><Relationship Id="rId3" Type="http://schemas.openxmlformats.org/officeDocument/2006/relationships/slideLayout" Target="../slideLayouts/slideLayout56.xml"/><Relationship Id="rId2" Type="http://schemas.openxmlformats.org/officeDocument/2006/relationships/slideLayout" Target="../slideLayouts/slideLayout55.xml"/><Relationship Id="rId12" Type="http://schemas.openxmlformats.org/officeDocument/2006/relationships/theme" Target="../theme/theme6.xml"/><Relationship Id="rId11" Type="http://schemas.openxmlformats.org/officeDocument/2006/relationships/slideLayout" Target="../slideLayouts/slideLayout64.xml"/><Relationship Id="rId10" Type="http://schemas.openxmlformats.org/officeDocument/2006/relationships/slideLayout" Target="../slideLayouts/slideLayout63.xml"/><Relationship Id="rId1" Type="http://schemas.openxmlformats.org/officeDocument/2006/relationships/slideLayout" Target="../slideLayouts/slideLayout54.xml"/></Relationships>
</file>

<file path=ppt/slideMasters/_rels/slideMaster7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73.xml"/><Relationship Id="rId8" Type="http://schemas.openxmlformats.org/officeDocument/2006/relationships/slideLayout" Target="../slideLayouts/slideLayout72.xml"/><Relationship Id="rId7" Type="http://schemas.openxmlformats.org/officeDocument/2006/relationships/slideLayout" Target="../slideLayouts/slideLayout71.xml"/><Relationship Id="rId6" Type="http://schemas.openxmlformats.org/officeDocument/2006/relationships/slideLayout" Target="../slideLayouts/slideLayout70.xml"/><Relationship Id="rId5" Type="http://schemas.openxmlformats.org/officeDocument/2006/relationships/slideLayout" Target="../slideLayouts/slideLayout69.xml"/><Relationship Id="rId4" Type="http://schemas.openxmlformats.org/officeDocument/2006/relationships/slideLayout" Target="../slideLayouts/slideLayout68.xml"/><Relationship Id="rId3" Type="http://schemas.openxmlformats.org/officeDocument/2006/relationships/slideLayout" Target="../slideLayouts/slideLayout67.xml"/><Relationship Id="rId2" Type="http://schemas.openxmlformats.org/officeDocument/2006/relationships/slideLayout" Target="../slideLayouts/slideLayout66.xml"/><Relationship Id="rId11" Type="http://schemas.openxmlformats.org/officeDocument/2006/relationships/theme" Target="../theme/theme7.xml"/><Relationship Id="rId10" Type="http://schemas.openxmlformats.org/officeDocument/2006/relationships/slideLayout" Target="../slideLayouts/slideLayout74.xml"/><Relationship Id="rId1" Type="http://schemas.openxmlformats.org/officeDocument/2006/relationships/slideLayout" Target="../slideLayouts/slideLayout65.xml"/></Relationships>
</file>

<file path=ppt/slideMasters/_rels/slideMaster8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83.xml"/><Relationship Id="rId8" Type="http://schemas.openxmlformats.org/officeDocument/2006/relationships/slideLayout" Target="../slideLayouts/slideLayout82.xml"/><Relationship Id="rId7" Type="http://schemas.openxmlformats.org/officeDocument/2006/relationships/slideLayout" Target="../slideLayouts/slideLayout81.xml"/><Relationship Id="rId6" Type="http://schemas.openxmlformats.org/officeDocument/2006/relationships/slideLayout" Target="../slideLayouts/slideLayout80.xml"/><Relationship Id="rId5" Type="http://schemas.openxmlformats.org/officeDocument/2006/relationships/slideLayout" Target="../slideLayouts/slideLayout79.xml"/><Relationship Id="rId4" Type="http://schemas.openxmlformats.org/officeDocument/2006/relationships/slideLayout" Target="../slideLayouts/slideLayout78.xml"/><Relationship Id="rId3" Type="http://schemas.openxmlformats.org/officeDocument/2006/relationships/slideLayout" Target="../slideLayouts/slideLayout77.xml"/><Relationship Id="rId2" Type="http://schemas.openxmlformats.org/officeDocument/2006/relationships/slideLayout" Target="../slideLayouts/slideLayout76.xml"/><Relationship Id="rId11" Type="http://schemas.openxmlformats.org/officeDocument/2006/relationships/theme" Target="../theme/theme8.xml"/><Relationship Id="rId10" Type="http://schemas.openxmlformats.org/officeDocument/2006/relationships/slideLayout" Target="../slideLayouts/slideLayout84.xml"/><Relationship Id="rId1" Type="http://schemas.openxmlformats.org/officeDocument/2006/relationships/slideLayout" Target="../slideLayouts/slideLayout75.xml"/></Relationships>
</file>

<file path=ppt/slideMasters/_rels/slideMaster9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3.xml"/><Relationship Id="rId8" Type="http://schemas.openxmlformats.org/officeDocument/2006/relationships/slideLayout" Target="../slideLayouts/slideLayout92.xml"/><Relationship Id="rId7" Type="http://schemas.openxmlformats.org/officeDocument/2006/relationships/slideLayout" Target="../slideLayouts/slideLayout91.xml"/><Relationship Id="rId6" Type="http://schemas.openxmlformats.org/officeDocument/2006/relationships/slideLayout" Target="../slideLayouts/slideLayout90.xml"/><Relationship Id="rId5" Type="http://schemas.openxmlformats.org/officeDocument/2006/relationships/slideLayout" Target="../slideLayouts/slideLayout89.xml"/><Relationship Id="rId4" Type="http://schemas.openxmlformats.org/officeDocument/2006/relationships/slideLayout" Target="../slideLayouts/slideLayout88.xml"/><Relationship Id="rId3" Type="http://schemas.openxmlformats.org/officeDocument/2006/relationships/slideLayout" Target="../slideLayouts/slideLayout87.xml"/><Relationship Id="rId2" Type="http://schemas.openxmlformats.org/officeDocument/2006/relationships/slideLayout" Target="../slideLayouts/slideLayout86.xml"/><Relationship Id="rId11" Type="http://schemas.openxmlformats.org/officeDocument/2006/relationships/theme" Target="../theme/theme9.xml"/><Relationship Id="rId10" Type="http://schemas.openxmlformats.org/officeDocument/2006/relationships/slideLayout" Target="../slideLayouts/slideLayout94.xml"/><Relationship Id="rId1" Type="http://schemas.openxmlformats.org/officeDocument/2006/relationships/slideLayout" Target="../slideLayouts/slideLayout85.xml"/></Relationships>
</file>

<file path=ppt/slideMasters/_rels/slideMaster10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03.xml"/><Relationship Id="rId8" Type="http://schemas.openxmlformats.org/officeDocument/2006/relationships/slideLayout" Target="../slideLayouts/slideLayout102.xml"/><Relationship Id="rId7" Type="http://schemas.openxmlformats.org/officeDocument/2006/relationships/slideLayout" Target="../slideLayouts/slideLayout101.xml"/><Relationship Id="rId6" Type="http://schemas.openxmlformats.org/officeDocument/2006/relationships/slideLayout" Target="../slideLayouts/slideLayout100.xml"/><Relationship Id="rId5" Type="http://schemas.openxmlformats.org/officeDocument/2006/relationships/slideLayout" Target="../slideLayouts/slideLayout99.xml"/><Relationship Id="rId4" Type="http://schemas.openxmlformats.org/officeDocument/2006/relationships/slideLayout" Target="../slideLayouts/slideLayout98.xml"/><Relationship Id="rId3" Type="http://schemas.openxmlformats.org/officeDocument/2006/relationships/slideLayout" Target="../slideLayouts/slideLayout97.xml"/><Relationship Id="rId2" Type="http://schemas.openxmlformats.org/officeDocument/2006/relationships/slideLayout" Target="../slideLayouts/slideLayout96.xml"/><Relationship Id="rId12" Type="http://schemas.openxmlformats.org/officeDocument/2006/relationships/theme" Target="../theme/theme10.xml"/><Relationship Id="rId11" Type="http://schemas.openxmlformats.org/officeDocument/2006/relationships/slideLayout" Target="../slideLayouts/slideLayout105.xml"/><Relationship Id="rId10" Type="http://schemas.openxmlformats.org/officeDocument/2006/relationships/slideLayout" Target="../slideLayouts/slideLayout104.xml"/><Relationship Id="rId1" Type="http://schemas.openxmlformats.org/officeDocument/2006/relationships/slideLayout" Target="../slideLayouts/slideLayout95.xml"/></Relationships>
</file>

<file path=ppt/slideMasters/_rels/slideMaster1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14.xml"/><Relationship Id="rId8" Type="http://schemas.openxmlformats.org/officeDocument/2006/relationships/slideLayout" Target="../slideLayouts/slideLayout113.xml"/><Relationship Id="rId7" Type="http://schemas.openxmlformats.org/officeDocument/2006/relationships/slideLayout" Target="../slideLayouts/slideLayout112.xml"/><Relationship Id="rId6" Type="http://schemas.openxmlformats.org/officeDocument/2006/relationships/slideLayout" Target="../slideLayouts/slideLayout111.xml"/><Relationship Id="rId5" Type="http://schemas.openxmlformats.org/officeDocument/2006/relationships/slideLayout" Target="../slideLayouts/slideLayout110.xml"/><Relationship Id="rId4" Type="http://schemas.openxmlformats.org/officeDocument/2006/relationships/slideLayout" Target="../slideLayouts/slideLayout109.xml"/><Relationship Id="rId3" Type="http://schemas.openxmlformats.org/officeDocument/2006/relationships/slideLayout" Target="../slideLayouts/slideLayout108.xml"/><Relationship Id="rId2" Type="http://schemas.openxmlformats.org/officeDocument/2006/relationships/slideLayout" Target="../slideLayouts/slideLayout107.xml"/><Relationship Id="rId12" Type="http://schemas.openxmlformats.org/officeDocument/2006/relationships/theme" Target="../theme/theme11.xml"/><Relationship Id="rId11" Type="http://schemas.openxmlformats.org/officeDocument/2006/relationships/slideLayout" Target="../slideLayouts/slideLayout116.xml"/><Relationship Id="rId10" Type="http://schemas.openxmlformats.org/officeDocument/2006/relationships/slideLayout" Target="../slideLayouts/slideLayout115.xml"/><Relationship Id="rId1" Type="http://schemas.openxmlformats.org/officeDocument/2006/relationships/slideLayout" Target="../slideLayouts/slideLayout106.xml"/></Relationships>
</file>

<file path=ppt/slideMasters/_rels/slideMaster1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25.xml"/><Relationship Id="rId8" Type="http://schemas.openxmlformats.org/officeDocument/2006/relationships/slideLayout" Target="../slideLayouts/slideLayout124.xml"/><Relationship Id="rId7" Type="http://schemas.openxmlformats.org/officeDocument/2006/relationships/slideLayout" Target="../slideLayouts/slideLayout123.xml"/><Relationship Id="rId6" Type="http://schemas.openxmlformats.org/officeDocument/2006/relationships/slideLayout" Target="../slideLayouts/slideLayout122.xml"/><Relationship Id="rId5" Type="http://schemas.openxmlformats.org/officeDocument/2006/relationships/slideLayout" Target="../slideLayouts/slideLayout121.xml"/><Relationship Id="rId4" Type="http://schemas.openxmlformats.org/officeDocument/2006/relationships/slideLayout" Target="../slideLayouts/slideLayout120.xml"/><Relationship Id="rId3" Type="http://schemas.openxmlformats.org/officeDocument/2006/relationships/slideLayout" Target="../slideLayouts/slideLayout119.xml"/><Relationship Id="rId2" Type="http://schemas.openxmlformats.org/officeDocument/2006/relationships/slideLayout" Target="../slideLayouts/slideLayout118.xml"/><Relationship Id="rId14" Type="http://schemas.openxmlformats.org/officeDocument/2006/relationships/theme" Target="../theme/theme12.xml"/><Relationship Id="rId13" Type="http://schemas.openxmlformats.org/officeDocument/2006/relationships/slideLayout" Target="../slideLayouts/slideLayout129.xml"/><Relationship Id="rId12" Type="http://schemas.openxmlformats.org/officeDocument/2006/relationships/slideLayout" Target="../slideLayouts/slideLayout128.xml"/><Relationship Id="rId11" Type="http://schemas.openxmlformats.org/officeDocument/2006/relationships/slideLayout" Target="../slideLayouts/slideLayout127.xml"/><Relationship Id="rId10" Type="http://schemas.openxmlformats.org/officeDocument/2006/relationships/slideLayout" Target="../slideLayouts/slideLayout126.xml"/><Relationship Id="rId1" Type="http://schemas.openxmlformats.org/officeDocument/2006/relationships/slideLayout" Target="../slideLayouts/slideLayout117.xml"/></Relationships>
</file>

<file path=ppt/slideMasters/_rels/slideMaster13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38.xml"/><Relationship Id="rId8" Type="http://schemas.openxmlformats.org/officeDocument/2006/relationships/slideLayout" Target="../slideLayouts/slideLayout137.xml"/><Relationship Id="rId7" Type="http://schemas.openxmlformats.org/officeDocument/2006/relationships/slideLayout" Target="../slideLayouts/slideLayout136.xml"/><Relationship Id="rId6" Type="http://schemas.openxmlformats.org/officeDocument/2006/relationships/slideLayout" Target="../slideLayouts/slideLayout135.xml"/><Relationship Id="rId5" Type="http://schemas.openxmlformats.org/officeDocument/2006/relationships/slideLayout" Target="../slideLayouts/slideLayout134.xml"/><Relationship Id="rId4" Type="http://schemas.openxmlformats.org/officeDocument/2006/relationships/slideLayout" Target="../slideLayouts/slideLayout133.xml"/><Relationship Id="rId3" Type="http://schemas.openxmlformats.org/officeDocument/2006/relationships/slideLayout" Target="../slideLayouts/slideLayout132.xml"/><Relationship Id="rId2" Type="http://schemas.openxmlformats.org/officeDocument/2006/relationships/slideLayout" Target="../slideLayouts/slideLayout131.xml"/><Relationship Id="rId12" Type="http://schemas.openxmlformats.org/officeDocument/2006/relationships/theme" Target="../theme/theme13.xml"/><Relationship Id="rId11" Type="http://schemas.openxmlformats.org/officeDocument/2006/relationships/slideLayout" Target="../slideLayouts/slideLayout140.xml"/><Relationship Id="rId10" Type="http://schemas.openxmlformats.org/officeDocument/2006/relationships/slideLayout" Target="../slideLayouts/slideLayout139.xml"/><Relationship Id="rId1" Type="http://schemas.openxmlformats.org/officeDocument/2006/relationships/slideLayout" Target="../slideLayouts/slideLayout130.xml"/></Relationships>
</file>

<file path=ppt/slideMasters/_rels/slideMaster14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49.xml"/><Relationship Id="rId8" Type="http://schemas.openxmlformats.org/officeDocument/2006/relationships/slideLayout" Target="../slideLayouts/slideLayout148.xml"/><Relationship Id="rId7" Type="http://schemas.openxmlformats.org/officeDocument/2006/relationships/slideLayout" Target="../slideLayouts/slideLayout147.xml"/><Relationship Id="rId6" Type="http://schemas.openxmlformats.org/officeDocument/2006/relationships/slideLayout" Target="../slideLayouts/slideLayout146.xml"/><Relationship Id="rId5" Type="http://schemas.openxmlformats.org/officeDocument/2006/relationships/slideLayout" Target="../slideLayouts/slideLayout145.xml"/><Relationship Id="rId4" Type="http://schemas.openxmlformats.org/officeDocument/2006/relationships/slideLayout" Target="../slideLayouts/slideLayout144.xml"/><Relationship Id="rId3" Type="http://schemas.openxmlformats.org/officeDocument/2006/relationships/slideLayout" Target="../slideLayouts/slideLayout143.xml"/><Relationship Id="rId2" Type="http://schemas.openxmlformats.org/officeDocument/2006/relationships/slideLayout" Target="../slideLayouts/slideLayout142.xml"/><Relationship Id="rId12" Type="http://schemas.openxmlformats.org/officeDocument/2006/relationships/theme" Target="../theme/theme14.xml"/><Relationship Id="rId11" Type="http://schemas.openxmlformats.org/officeDocument/2006/relationships/slideLayout" Target="../slideLayouts/slideLayout151.xml"/><Relationship Id="rId10" Type="http://schemas.openxmlformats.org/officeDocument/2006/relationships/slideLayout" Target="../slideLayouts/slideLayout150.xml"/><Relationship Id="rId1" Type="http://schemas.openxmlformats.org/officeDocument/2006/relationships/slideLayout" Target="../slideLayouts/slideLayout141.xml"/></Relationships>
</file>

<file path=ppt/slideMasters/_rels/slideMaster15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60.xml"/><Relationship Id="rId8" Type="http://schemas.openxmlformats.org/officeDocument/2006/relationships/slideLayout" Target="../slideLayouts/slideLayout159.xml"/><Relationship Id="rId7" Type="http://schemas.openxmlformats.org/officeDocument/2006/relationships/slideLayout" Target="../slideLayouts/slideLayout158.xml"/><Relationship Id="rId6" Type="http://schemas.openxmlformats.org/officeDocument/2006/relationships/slideLayout" Target="../slideLayouts/slideLayout157.xml"/><Relationship Id="rId5" Type="http://schemas.openxmlformats.org/officeDocument/2006/relationships/slideLayout" Target="../slideLayouts/slideLayout156.xml"/><Relationship Id="rId4" Type="http://schemas.openxmlformats.org/officeDocument/2006/relationships/slideLayout" Target="../slideLayouts/slideLayout155.xml"/><Relationship Id="rId3" Type="http://schemas.openxmlformats.org/officeDocument/2006/relationships/slideLayout" Target="../slideLayouts/slideLayout154.xml"/><Relationship Id="rId2" Type="http://schemas.openxmlformats.org/officeDocument/2006/relationships/slideLayout" Target="../slideLayouts/slideLayout153.xml"/><Relationship Id="rId11" Type="http://schemas.openxmlformats.org/officeDocument/2006/relationships/theme" Target="../theme/theme15.xml"/><Relationship Id="rId10" Type="http://schemas.openxmlformats.org/officeDocument/2006/relationships/slideLayout" Target="../slideLayouts/slideLayout161.xml"/><Relationship Id="rId1" Type="http://schemas.openxmlformats.org/officeDocument/2006/relationships/slideLayout" Target="../slideLayouts/slideLayout152.xml"/></Relationships>
</file>

<file path=ppt/slideMasters/_rels/slideMaster16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70.xml"/><Relationship Id="rId8" Type="http://schemas.openxmlformats.org/officeDocument/2006/relationships/slideLayout" Target="../slideLayouts/slideLayout169.xml"/><Relationship Id="rId7" Type="http://schemas.openxmlformats.org/officeDocument/2006/relationships/slideLayout" Target="../slideLayouts/slideLayout168.xml"/><Relationship Id="rId6" Type="http://schemas.openxmlformats.org/officeDocument/2006/relationships/slideLayout" Target="../slideLayouts/slideLayout167.xml"/><Relationship Id="rId5" Type="http://schemas.openxmlformats.org/officeDocument/2006/relationships/slideLayout" Target="../slideLayouts/slideLayout166.xml"/><Relationship Id="rId4" Type="http://schemas.openxmlformats.org/officeDocument/2006/relationships/slideLayout" Target="../slideLayouts/slideLayout165.xml"/><Relationship Id="rId3" Type="http://schemas.openxmlformats.org/officeDocument/2006/relationships/slideLayout" Target="../slideLayouts/slideLayout164.xml"/><Relationship Id="rId2" Type="http://schemas.openxmlformats.org/officeDocument/2006/relationships/slideLayout" Target="../slideLayouts/slideLayout163.xml"/><Relationship Id="rId12" Type="http://schemas.openxmlformats.org/officeDocument/2006/relationships/theme" Target="../theme/theme16.xml"/><Relationship Id="rId11" Type="http://schemas.openxmlformats.org/officeDocument/2006/relationships/slideLayout" Target="../slideLayouts/slideLayout172.xml"/><Relationship Id="rId10" Type="http://schemas.openxmlformats.org/officeDocument/2006/relationships/slideLayout" Target="../slideLayouts/slideLayout171.xml"/><Relationship Id="rId1" Type="http://schemas.openxmlformats.org/officeDocument/2006/relationships/slideLayout" Target="../slideLayouts/slideLayout162.xml"/></Relationships>
</file>

<file path=ppt/slideMasters/_rels/slideMaster17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81.xml"/><Relationship Id="rId8" Type="http://schemas.openxmlformats.org/officeDocument/2006/relationships/slideLayout" Target="../slideLayouts/slideLayout180.xml"/><Relationship Id="rId7" Type="http://schemas.openxmlformats.org/officeDocument/2006/relationships/slideLayout" Target="../slideLayouts/slideLayout179.xml"/><Relationship Id="rId6" Type="http://schemas.openxmlformats.org/officeDocument/2006/relationships/slideLayout" Target="../slideLayouts/slideLayout178.xml"/><Relationship Id="rId5" Type="http://schemas.openxmlformats.org/officeDocument/2006/relationships/slideLayout" Target="../slideLayouts/slideLayout177.xml"/><Relationship Id="rId4" Type="http://schemas.openxmlformats.org/officeDocument/2006/relationships/slideLayout" Target="../slideLayouts/slideLayout176.xml"/><Relationship Id="rId3" Type="http://schemas.openxmlformats.org/officeDocument/2006/relationships/slideLayout" Target="../slideLayouts/slideLayout175.xml"/><Relationship Id="rId2" Type="http://schemas.openxmlformats.org/officeDocument/2006/relationships/slideLayout" Target="../slideLayouts/slideLayout174.xml"/><Relationship Id="rId12" Type="http://schemas.openxmlformats.org/officeDocument/2006/relationships/theme" Target="../theme/theme17.xml"/><Relationship Id="rId11" Type="http://schemas.openxmlformats.org/officeDocument/2006/relationships/slideLayout" Target="../slideLayouts/slideLayout183.xml"/><Relationship Id="rId10" Type="http://schemas.openxmlformats.org/officeDocument/2006/relationships/slideLayout" Target="../slideLayouts/slideLayout182.xml"/><Relationship Id="rId1" Type="http://schemas.openxmlformats.org/officeDocument/2006/relationships/slideLayout" Target="../slideLayouts/slideLayout173.xml"/></Relationships>
</file>

<file path=ppt/slideMasters/_rels/slideMaster18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92.xml"/><Relationship Id="rId8" Type="http://schemas.openxmlformats.org/officeDocument/2006/relationships/slideLayout" Target="../slideLayouts/slideLayout191.xml"/><Relationship Id="rId7" Type="http://schemas.openxmlformats.org/officeDocument/2006/relationships/slideLayout" Target="../slideLayouts/slideLayout190.xml"/><Relationship Id="rId6" Type="http://schemas.openxmlformats.org/officeDocument/2006/relationships/slideLayout" Target="../slideLayouts/slideLayout189.xml"/><Relationship Id="rId5" Type="http://schemas.openxmlformats.org/officeDocument/2006/relationships/slideLayout" Target="../slideLayouts/slideLayout188.xml"/><Relationship Id="rId4" Type="http://schemas.openxmlformats.org/officeDocument/2006/relationships/slideLayout" Target="../slideLayouts/slideLayout187.xml"/><Relationship Id="rId3" Type="http://schemas.openxmlformats.org/officeDocument/2006/relationships/slideLayout" Target="../slideLayouts/slideLayout186.xml"/><Relationship Id="rId2" Type="http://schemas.openxmlformats.org/officeDocument/2006/relationships/slideLayout" Target="../slideLayouts/slideLayout185.xml"/><Relationship Id="rId11" Type="http://schemas.openxmlformats.org/officeDocument/2006/relationships/theme" Target="../theme/theme18.xml"/><Relationship Id="rId10" Type="http://schemas.openxmlformats.org/officeDocument/2006/relationships/slideLayout" Target="../slideLayouts/slideLayout193.xml"/><Relationship Id="rId1" Type="http://schemas.openxmlformats.org/officeDocument/2006/relationships/slideLayout" Target="../slideLayouts/slideLayout184.xml"/></Relationships>
</file>

<file path=ppt/slideMasters/_rels/slideMaster19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202.xml"/><Relationship Id="rId8" Type="http://schemas.openxmlformats.org/officeDocument/2006/relationships/slideLayout" Target="../slideLayouts/slideLayout201.xml"/><Relationship Id="rId7" Type="http://schemas.openxmlformats.org/officeDocument/2006/relationships/slideLayout" Target="../slideLayouts/slideLayout200.xml"/><Relationship Id="rId6" Type="http://schemas.openxmlformats.org/officeDocument/2006/relationships/slideLayout" Target="../slideLayouts/slideLayout199.xml"/><Relationship Id="rId5" Type="http://schemas.openxmlformats.org/officeDocument/2006/relationships/slideLayout" Target="../slideLayouts/slideLayout198.xml"/><Relationship Id="rId4" Type="http://schemas.openxmlformats.org/officeDocument/2006/relationships/slideLayout" Target="../slideLayouts/slideLayout197.xml"/><Relationship Id="rId3" Type="http://schemas.openxmlformats.org/officeDocument/2006/relationships/slideLayout" Target="../slideLayouts/slideLayout196.xml"/><Relationship Id="rId2" Type="http://schemas.openxmlformats.org/officeDocument/2006/relationships/slideLayout" Target="../slideLayouts/slideLayout195.xml"/><Relationship Id="rId12" Type="http://schemas.openxmlformats.org/officeDocument/2006/relationships/theme" Target="../theme/theme19.xml"/><Relationship Id="rId11" Type="http://schemas.openxmlformats.org/officeDocument/2006/relationships/slideLayout" Target="../slideLayouts/slideLayout204.xml"/><Relationship Id="rId10" Type="http://schemas.openxmlformats.org/officeDocument/2006/relationships/slideLayout" Target="../slideLayouts/slideLayout203.xml"/><Relationship Id="rId1" Type="http://schemas.openxmlformats.org/officeDocument/2006/relationships/slideLayout" Target="../slideLayouts/slideLayout194.xml"/></Relationships>
</file>

<file path=ppt/slideMasters/_rels/slideMaster20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213.xml"/><Relationship Id="rId8" Type="http://schemas.openxmlformats.org/officeDocument/2006/relationships/slideLayout" Target="../slideLayouts/slideLayout212.xml"/><Relationship Id="rId7" Type="http://schemas.openxmlformats.org/officeDocument/2006/relationships/slideLayout" Target="../slideLayouts/slideLayout211.xml"/><Relationship Id="rId6" Type="http://schemas.openxmlformats.org/officeDocument/2006/relationships/slideLayout" Target="../slideLayouts/slideLayout210.xml"/><Relationship Id="rId5" Type="http://schemas.openxmlformats.org/officeDocument/2006/relationships/slideLayout" Target="../slideLayouts/slideLayout209.xml"/><Relationship Id="rId4" Type="http://schemas.openxmlformats.org/officeDocument/2006/relationships/slideLayout" Target="../slideLayouts/slideLayout208.xml"/><Relationship Id="rId3" Type="http://schemas.openxmlformats.org/officeDocument/2006/relationships/slideLayout" Target="../slideLayouts/slideLayout207.xml"/><Relationship Id="rId2" Type="http://schemas.openxmlformats.org/officeDocument/2006/relationships/slideLayout" Target="../slideLayouts/slideLayout206.xml"/><Relationship Id="rId12" Type="http://schemas.openxmlformats.org/officeDocument/2006/relationships/theme" Target="../theme/theme20.xml"/><Relationship Id="rId11" Type="http://schemas.openxmlformats.org/officeDocument/2006/relationships/slideLayout" Target="../slideLayouts/slideLayout215.xml"/><Relationship Id="rId10" Type="http://schemas.openxmlformats.org/officeDocument/2006/relationships/slideLayout" Target="../slideLayouts/slideLayout214.xml"/><Relationship Id="rId1" Type="http://schemas.openxmlformats.org/officeDocument/2006/relationships/slideLayout" Target="../slideLayouts/slideLayout205.xml"/></Relationships>
</file>

<file path=ppt/slideMasters/_rels/slideMaster2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224.xml"/><Relationship Id="rId8" Type="http://schemas.openxmlformats.org/officeDocument/2006/relationships/slideLayout" Target="../slideLayouts/slideLayout223.xml"/><Relationship Id="rId7" Type="http://schemas.openxmlformats.org/officeDocument/2006/relationships/slideLayout" Target="../slideLayouts/slideLayout222.xml"/><Relationship Id="rId6" Type="http://schemas.openxmlformats.org/officeDocument/2006/relationships/slideLayout" Target="../slideLayouts/slideLayout221.xml"/><Relationship Id="rId5" Type="http://schemas.openxmlformats.org/officeDocument/2006/relationships/slideLayout" Target="../slideLayouts/slideLayout220.xml"/><Relationship Id="rId4" Type="http://schemas.openxmlformats.org/officeDocument/2006/relationships/slideLayout" Target="../slideLayouts/slideLayout219.xml"/><Relationship Id="rId3" Type="http://schemas.openxmlformats.org/officeDocument/2006/relationships/slideLayout" Target="../slideLayouts/slideLayout218.xml"/><Relationship Id="rId2" Type="http://schemas.openxmlformats.org/officeDocument/2006/relationships/slideLayout" Target="../slideLayouts/slideLayout217.xml"/><Relationship Id="rId12" Type="http://schemas.openxmlformats.org/officeDocument/2006/relationships/theme" Target="../theme/theme21.xml"/><Relationship Id="rId11" Type="http://schemas.openxmlformats.org/officeDocument/2006/relationships/slideLayout" Target="../slideLayouts/slideLayout226.xml"/><Relationship Id="rId10" Type="http://schemas.openxmlformats.org/officeDocument/2006/relationships/slideLayout" Target="../slideLayouts/slideLayout225.xml"/><Relationship Id="rId1" Type="http://schemas.openxmlformats.org/officeDocument/2006/relationships/slideLayout" Target="../slideLayouts/slideLayout216.xml"/></Relationships>
</file>

<file path=ppt/slideMasters/_rels/slideMaster2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235.xml"/><Relationship Id="rId8" Type="http://schemas.openxmlformats.org/officeDocument/2006/relationships/slideLayout" Target="../slideLayouts/slideLayout234.xml"/><Relationship Id="rId7" Type="http://schemas.openxmlformats.org/officeDocument/2006/relationships/slideLayout" Target="../slideLayouts/slideLayout233.xml"/><Relationship Id="rId6" Type="http://schemas.openxmlformats.org/officeDocument/2006/relationships/slideLayout" Target="../slideLayouts/slideLayout232.xml"/><Relationship Id="rId5" Type="http://schemas.openxmlformats.org/officeDocument/2006/relationships/slideLayout" Target="../slideLayouts/slideLayout231.xml"/><Relationship Id="rId4" Type="http://schemas.openxmlformats.org/officeDocument/2006/relationships/slideLayout" Target="../slideLayouts/slideLayout230.xml"/><Relationship Id="rId3" Type="http://schemas.openxmlformats.org/officeDocument/2006/relationships/slideLayout" Target="../slideLayouts/slideLayout229.xml"/><Relationship Id="rId2" Type="http://schemas.openxmlformats.org/officeDocument/2006/relationships/slideLayout" Target="../slideLayouts/slideLayout228.xml"/><Relationship Id="rId12" Type="http://schemas.openxmlformats.org/officeDocument/2006/relationships/theme" Target="../theme/theme22.xml"/><Relationship Id="rId11" Type="http://schemas.openxmlformats.org/officeDocument/2006/relationships/slideLayout" Target="../slideLayouts/slideLayout237.xml"/><Relationship Id="rId10" Type="http://schemas.openxmlformats.org/officeDocument/2006/relationships/slideLayout" Target="../slideLayouts/slideLayout236.xml"/><Relationship Id="rId1" Type="http://schemas.openxmlformats.org/officeDocument/2006/relationships/slideLayout" Target="../slideLayouts/slideLayout227.xml"/></Relationships>
</file>

<file path=ppt/slideMasters/_rels/slideMaster23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246.xml"/><Relationship Id="rId8" Type="http://schemas.openxmlformats.org/officeDocument/2006/relationships/slideLayout" Target="../slideLayouts/slideLayout245.xml"/><Relationship Id="rId7" Type="http://schemas.openxmlformats.org/officeDocument/2006/relationships/slideLayout" Target="../slideLayouts/slideLayout244.xml"/><Relationship Id="rId6" Type="http://schemas.openxmlformats.org/officeDocument/2006/relationships/slideLayout" Target="../slideLayouts/slideLayout243.xml"/><Relationship Id="rId5" Type="http://schemas.openxmlformats.org/officeDocument/2006/relationships/slideLayout" Target="../slideLayouts/slideLayout242.xml"/><Relationship Id="rId4" Type="http://schemas.openxmlformats.org/officeDocument/2006/relationships/slideLayout" Target="../slideLayouts/slideLayout241.xml"/><Relationship Id="rId3" Type="http://schemas.openxmlformats.org/officeDocument/2006/relationships/slideLayout" Target="../slideLayouts/slideLayout240.xml"/><Relationship Id="rId2" Type="http://schemas.openxmlformats.org/officeDocument/2006/relationships/slideLayout" Target="../slideLayouts/slideLayout239.xml"/><Relationship Id="rId11" Type="http://schemas.openxmlformats.org/officeDocument/2006/relationships/theme" Target="../theme/theme23.xml"/><Relationship Id="rId10" Type="http://schemas.openxmlformats.org/officeDocument/2006/relationships/slideLayout" Target="../slideLayouts/slideLayout247.xml"/><Relationship Id="rId1" Type="http://schemas.openxmlformats.org/officeDocument/2006/relationships/slideLayout" Target="../slideLayouts/slideLayout238.xml"/></Relationships>
</file>

<file path=ppt/slideMasters/_rels/slideMaster24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256.xml"/><Relationship Id="rId8" Type="http://schemas.openxmlformats.org/officeDocument/2006/relationships/slideLayout" Target="../slideLayouts/slideLayout255.xml"/><Relationship Id="rId7" Type="http://schemas.openxmlformats.org/officeDocument/2006/relationships/slideLayout" Target="../slideLayouts/slideLayout254.xml"/><Relationship Id="rId6" Type="http://schemas.openxmlformats.org/officeDocument/2006/relationships/slideLayout" Target="../slideLayouts/slideLayout253.xml"/><Relationship Id="rId5" Type="http://schemas.openxmlformats.org/officeDocument/2006/relationships/slideLayout" Target="../slideLayouts/slideLayout252.xml"/><Relationship Id="rId4" Type="http://schemas.openxmlformats.org/officeDocument/2006/relationships/slideLayout" Target="../slideLayouts/slideLayout251.xml"/><Relationship Id="rId3" Type="http://schemas.openxmlformats.org/officeDocument/2006/relationships/slideLayout" Target="../slideLayouts/slideLayout250.xml"/><Relationship Id="rId2" Type="http://schemas.openxmlformats.org/officeDocument/2006/relationships/slideLayout" Target="../slideLayouts/slideLayout249.xml"/><Relationship Id="rId11" Type="http://schemas.openxmlformats.org/officeDocument/2006/relationships/theme" Target="../theme/theme24.xml"/><Relationship Id="rId10" Type="http://schemas.openxmlformats.org/officeDocument/2006/relationships/slideLayout" Target="../slideLayouts/slideLayout257.xml"/><Relationship Id="rId1" Type="http://schemas.openxmlformats.org/officeDocument/2006/relationships/slideLayout" Target="../slideLayouts/slideLayout248.xml"/></Relationships>
</file>

<file path=ppt/slideMasters/_rels/slideMaster25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266.xml"/><Relationship Id="rId8" Type="http://schemas.openxmlformats.org/officeDocument/2006/relationships/slideLayout" Target="../slideLayouts/slideLayout265.xml"/><Relationship Id="rId7" Type="http://schemas.openxmlformats.org/officeDocument/2006/relationships/slideLayout" Target="../slideLayouts/slideLayout264.xml"/><Relationship Id="rId6" Type="http://schemas.openxmlformats.org/officeDocument/2006/relationships/slideLayout" Target="../slideLayouts/slideLayout263.xml"/><Relationship Id="rId5" Type="http://schemas.openxmlformats.org/officeDocument/2006/relationships/slideLayout" Target="../slideLayouts/slideLayout262.xml"/><Relationship Id="rId4" Type="http://schemas.openxmlformats.org/officeDocument/2006/relationships/slideLayout" Target="../slideLayouts/slideLayout261.xml"/><Relationship Id="rId3" Type="http://schemas.openxmlformats.org/officeDocument/2006/relationships/slideLayout" Target="../slideLayouts/slideLayout260.xml"/><Relationship Id="rId2" Type="http://schemas.openxmlformats.org/officeDocument/2006/relationships/slideLayout" Target="../slideLayouts/slideLayout259.xml"/><Relationship Id="rId12" Type="http://schemas.openxmlformats.org/officeDocument/2006/relationships/theme" Target="../theme/theme25.xml"/><Relationship Id="rId11" Type="http://schemas.openxmlformats.org/officeDocument/2006/relationships/slideLayout" Target="../slideLayouts/slideLayout268.xml"/><Relationship Id="rId10" Type="http://schemas.openxmlformats.org/officeDocument/2006/relationships/slideLayout" Target="../slideLayouts/slideLayout267.xml"/><Relationship Id="rId1" Type="http://schemas.openxmlformats.org/officeDocument/2006/relationships/slideLayout" Target="../slideLayouts/slideLayout258.xml"/></Relationships>
</file>

<file path=ppt/slideMasters/_rels/slideMaster26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277.xml"/><Relationship Id="rId8" Type="http://schemas.openxmlformats.org/officeDocument/2006/relationships/slideLayout" Target="../slideLayouts/slideLayout276.xml"/><Relationship Id="rId7" Type="http://schemas.openxmlformats.org/officeDocument/2006/relationships/slideLayout" Target="../slideLayouts/slideLayout275.xml"/><Relationship Id="rId6" Type="http://schemas.openxmlformats.org/officeDocument/2006/relationships/slideLayout" Target="../slideLayouts/slideLayout274.xml"/><Relationship Id="rId5" Type="http://schemas.openxmlformats.org/officeDocument/2006/relationships/slideLayout" Target="../slideLayouts/slideLayout273.xml"/><Relationship Id="rId4" Type="http://schemas.openxmlformats.org/officeDocument/2006/relationships/slideLayout" Target="../slideLayouts/slideLayout272.xml"/><Relationship Id="rId3" Type="http://schemas.openxmlformats.org/officeDocument/2006/relationships/slideLayout" Target="../slideLayouts/slideLayout271.xml"/><Relationship Id="rId2" Type="http://schemas.openxmlformats.org/officeDocument/2006/relationships/slideLayout" Target="../slideLayouts/slideLayout270.xml"/><Relationship Id="rId11" Type="http://schemas.openxmlformats.org/officeDocument/2006/relationships/theme" Target="../theme/theme26.xml"/><Relationship Id="rId10" Type="http://schemas.openxmlformats.org/officeDocument/2006/relationships/slideLayout" Target="../slideLayouts/slideLayout278.xml"/><Relationship Id="rId1" Type="http://schemas.openxmlformats.org/officeDocument/2006/relationships/slideLayout" Target="../slideLayouts/slideLayout269.xml"/></Relationships>
</file>

<file path=ppt/slideMasters/_rels/slideMaster27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287.xml"/><Relationship Id="rId8" Type="http://schemas.openxmlformats.org/officeDocument/2006/relationships/slideLayout" Target="../slideLayouts/slideLayout286.xml"/><Relationship Id="rId7" Type="http://schemas.openxmlformats.org/officeDocument/2006/relationships/slideLayout" Target="../slideLayouts/slideLayout285.xml"/><Relationship Id="rId6" Type="http://schemas.openxmlformats.org/officeDocument/2006/relationships/slideLayout" Target="../slideLayouts/slideLayout284.xml"/><Relationship Id="rId5" Type="http://schemas.openxmlformats.org/officeDocument/2006/relationships/slideLayout" Target="../slideLayouts/slideLayout283.xml"/><Relationship Id="rId4" Type="http://schemas.openxmlformats.org/officeDocument/2006/relationships/slideLayout" Target="../slideLayouts/slideLayout282.xml"/><Relationship Id="rId3" Type="http://schemas.openxmlformats.org/officeDocument/2006/relationships/slideLayout" Target="../slideLayouts/slideLayout281.xml"/><Relationship Id="rId2" Type="http://schemas.openxmlformats.org/officeDocument/2006/relationships/slideLayout" Target="../slideLayouts/slideLayout280.xml"/><Relationship Id="rId11" Type="http://schemas.openxmlformats.org/officeDocument/2006/relationships/theme" Target="../theme/theme27.xml"/><Relationship Id="rId10" Type="http://schemas.openxmlformats.org/officeDocument/2006/relationships/slideLayout" Target="../slideLayouts/slideLayout288.xml"/><Relationship Id="rId1" Type="http://schemas.openxmlformats.org/officeDocument/2006/relationships/slideLayout" Target="../slideLayouts/slideLayout279.xml"/></Relationships>
</file>

<file path=ppt/slideMasters/_rels/slideMaster28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297.xml"/><Relationship Id="rId8" Type="http://schemas.openxmlformats.org/officeDocument/2006/relationships/slideLayout" Target="../slideLayouts/slideLayout296.xml"/><Relationship Id="rId7" Type="http://schemas.openxmlformats.org/officeDocument/2006/relationships/slideLayout" Target="../slideLayouts/slideLayout295.xml"/><Relationship Id="rId6" Type="http://schemas.openxmlformats.org/officeDocument/2006/relationships/slideLayout" Target="../slideLayouts/slideLayout294.xml"/><Relationship Id="rId5" Type="http://schemas.openxmlformats.org/officeDocument/2006/relationships/slideLayout" Target="../slideLayouts/slideLayout293.xml"/><Relationship Id="rId4" Type="http://schemas.openxmlformats.org/officeDocument/2006/relationships/slideLayout" Target="../slideLayouts/slideLayout292.xml"/><Relationship Id="rId3" Type="http://schemas.openxmlformats.org/officeDocument/2006/relationships/slideLayout" Target="../slideLayouts/slideLayout291.xml"/><Relationship Id="rId2" Type="http://schemas.openxmlformats.org/officeDocument/2006/relationships/slideLayout" Target="../slideLayouts/slideLayout290.xml"/><Relationship Id="rId12" Type="http://schemas.openxmlformats.org/officeDocument/2006/relationships/theme" Target="../theme/theme28.xml"/><Relationship Id="rId11" Type="http://schemas.openxmlformats.org/officeDocument/2006/relationships/slideLayout" Target="../slideLayouts/slideLayout299.xml"/><Relationship Id="rId10" Type="http://schemas.openxmlformats.org/officeDocument/2006/relationships/slideLayout" Target="../slideLayouts/slideLayout298.xml"/><Relationship Id="rId1" Type="http://schemas.openxmlformats.org/officeDocument/2006/relationships/slideLayout" Target="../slideLayouts/slideLayout289.xml"/></Relationships>
</file>

<file path=ppt/slideMasters/_rels/slideMaster29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308.xml"/><Relationship Id="rId8" Type="http://schemas.openxmlformats.org/officeDocument/2006/relationships/slideLayout" Target="../slideLayouts/slideLayout307.xml"/><Relationship Id="rId7" Type="http://schemas.openxmlformats.org/officeDocument/2006/relationships/slideLayout" Target="../slideLayouts/slideLayout306.xml"/><Relationship Id="rId6" Type="http://schemas.openxmlformats.org/officeDocument/2006/relationships/slideLayout" Target="../slideLayouts/slideLayout305.xml"/><Relationship Id="rId5" Type="http://schemas.openxmlformats.org/officeDocument/2006/relationships/slideLayout" Target="../slideLayouts/slideLayout304.xml"/><Relationship Id="rId4" Type="http://schemas.openxmlformats.org/officeDocument/2006/relationships/slideLayout" Target="../slideLayouts/slideLayout303.xml"/><Relationship Id="rId3" Type="http://schemas.openxmlformats.org/officeDocument/2006/relationships/slideLayout" Target="../slideLayouts/slideLayout302.xml"/><Relationship Id="rId2" Type="http://schemas.openxmlformats.org/officeDocument/2006/relationships/slideLayout" Target="../slideLayouts/slideLayout301.xml"/><Relationship Id="rId11" Type="http://schemas.openxmlformats.org/officeDocument/2006/relationships/theme" Target="../theme/theme29.xml"/><Relationship Id="rId10" Type="http://schemas.openxmlformats.org/officeDocument/2006/relationships/slideLayout" Target="../slideLayouts/slideLayout309.xml"/><Relationship Id="rId1" Type="http://schemas.openxmlformats.org/officeDocument/2006/relationships/slideLayout" Target="../slideLayouts/slideLayout300.xml"/></Relationships>
</file>

<file path=ppt/slideMasters/_rels/slideMaster30.xml.rels><?xml version="1.0" encoding="UTF-8" standalone="yes"?>
<Relationships xmlns="http://schemas.openxmlformats.org/package/2006/relationships"><Relationship Id="rId6" Type="http://schemas.openxmlformats.org/officeDocument/2006/relationships/theme" Target="../theme/theme30.xml"/><Relationship Id="rId5" Type="http://schemas.openxmlformats.org/officeDocument/2006/relationships/slideLayout" Target="../slideLayouts/slideLayout314.xml"/><Relationship Id="rId4" Type="http://schemas.openxmlformats.org/officeDocument/2006/relationships/slideLayout" Target="../slideLayouts/slideLayout313.xml"/><Relationship Id="rId3" Type="http://schemas.openxmlformats.org/officeDocument/2006/relationships/slideLayout" Target="../slideLayouts/slideLayout312.xml"/><Relationship Id="rId2" Type="http://schemas.openxmlformats.org/officeDocument/2006/relationships/slideLayout" Target="../slideLayouts/slideLayout311.xml"/><Relationship Id="rId1" Type="http://schemas.openxmlformats.org/officeDocument/2006/relationships/slideLayout" Target="../slideLayouts/slideLayout310.xml"/></Relationships>
</file>

<file path=ppt/slideMasters/_rels/slideMaster3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323.xml"/><Relationship Id="rId8" Type="http://schemas.openxmlformats.org/officeDocument/2006/relationships/slideLayout" Target="../slideLayouts/slideLayout322.xml"/><Relationship Id="rId7" Type="http://schemas.openxmlformats.org/officeDocument/2006/relationships/slideLayout" Target="../slideLayouts/slideLayout321.xml"/><Relationship Id="rId6" Type="http://schemas.openxmlformats.org/officeDocument/2006/relationships/slideLayout" Target="../slideLayouts/slideLayout320.xml"/><Relationship Id="rId5" Type="http://schemas.openxmlformats.org/officeDocument/2006/relationships/slideLayout" Target="../slideLayouts/slideLayout319.xml"/><Relationship Id="rId4" Type="http://schemas.openxmlformats.org/officeDocument/2006/relationships/slideLayout" Target="../slideLayouts/slideLayout318.xml"/><Relationship Id="rId3" Type="http://schemas.openxmlformats.org/officeDocument/2006/relationships/slideLayout" Target="../slideLayouts/slideLayout317.xml"/><Relationship Id="rId2" Type="http://schemas.openxmlformats.org/officeDocument/2006/relationships/slideLayout" Target="../slideLayouts/slideLayout316.xml"/><Relationship Id="rId11" Type="http://schemas.openxmlformats.org/officeDocument/2006/relationships/theme" Target="../theme/theme31.xml"/><Relationship Id="rId10" Type="http://schemas.openxmlformats.org/officeDocument/2006/relationships/slideLayout" Target="../slideLayouts/slideLayout324.xml"/><Relationship Id="rId1" Type="http://schemas.openxmlformats.org/officeDocument/2006/relationships/slideLayout" Target="../slideLayouts/slideLayout315.xml"/></Relationships>
</file>

<file path=ppt/slideMasters/_rels/slideMaster3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333.xml"/><Relationship Id="rId8" Type="http://schemas.openxmlformats.org/officeDocument/2006/relationships/slideLayout" Target="../slideLayouts/slideLayout332.xml"/><Relationship Id="rId7" Type="http://schemas.openxmlformats.org/officeDocument/2006/relationships/slideLayout" Target="../slideLayouts/slideLayout331.xml"/><Relationship Id="rId6" Type="http://schemas.openxmlformats.org/officeDocument/2006/relationships/slideLayout" Target="../slideLayouts/slideLayout330.xml"/><Relationship Id="rId5" Type="http://schemas.openxmlformats.org/officeDocument/2006/relationships/slideLayout" Target="../slideLayouts/slideLayout329.xml"/><Relationship Id="rId4" Type="http://schemas.openxmlformats.org/officeDocument/2006/relationships/slideLayout" Target="../slideLayouts/slideLayout328.xml"/><Relationship Id="rId3" Type="http://schemas.openxmlformats.org/officeDocument/2006/relationships/slideLayout" Target="../slideLayouts/slideLayout327.xml"/><Relationship Id="rId2" Type="http://schemas.openxmlformats.org/officeDocument/2006/relationships/slideLayout" Target="../slideLayouts/slideLayout326.xml"/><Relationship Id="rId11" Type="http://schemas.openxmlformats.org/officeDocument/2006/relationships/theme" Target="../theme/theme32.xml"/><Relationship Id="rId10" Type="http://schemas.openxmlformats.org/officeDocument/2006/relationships/slideLayout" Target="../slideLayouts/slideLayout334.xml"/><Relationship Id="rId1" Type="http://schemas.openxmlformats.org/officeDocument/2006/relationships/slideLayout" Target="../slideLayouts/slideLayout325.xml"/></Relationships>
</file>

<file path=ppt/slideMasters/_rels/slideMaster33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343.xml"/><Relationship Id="rId8" Type="http://schemas.openxmlformats.org/officeDocument/2006/relationships/slideLayout" Target="../slideLayouts/slideLayout342.xml"/><Relationship Id="rId7" Type="http://schemas.openxmlformats.org/officeDocument/2006/relationships/slideLayout" Target="../slideLayouts/slideLayout341.xml"/><Relationship Id="rId6" Type="http://schemas.openxmlformats.org/officeDocument/2006/relationships/slideLayout" Target="../slideLayouts/slideLayout340.xml"/><Relationship Id="rId5" Type="http://schemas.openxmlformats.org/officeDocument/2006/relationships/slideLayout" Target="../slideLayouts/slideLayout339.xml"/><Relationship Id="rId4" Type="http://schemas.openxmlformats.org/officeDocument/2006/relationships/slideLayout" Target="../slideLayouts/slideLayout338.xml"/><Relationship Id="rId3" Type="http://schemas.openxmlformats.org/officeDocument/2006/relationships/slideLayout" Target="../slideLayouts/slideLayout337.xml"/><Relationship Id="rId2" Type="http://schemas.openxmlformats.org/officeDocument/2006/relationships/slideLayout" Target="../slideLayouts/slideLayout336.xml"/><Relationship Id="rId11" Type="http://schemas.openxmlformats.org/officeDocument/2006/relationships/theme" Target="../theme/theme33.xml"/><Relationship Id="rId10" Type="http://schemas.openxmlformats.org/officeDocument/2006/relationships/slideLayout" Target="../slideLayouts/slideLayout344.xml"/><Relationship Id="rId1" Type="http://schemas.openxmlformats.org/officeDocument/2006/relationships/slideLayout" Target="../slideLayouts/slideLayout335.xml"/></Relationships>
</file>

<file path=ppt/slideMasters/_rels/slideMaster34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353.xml"/><Relationship Id="rId8" Type="http://schemas.openxmlformats.org/officeDocument/2006/relationships/slideLayout" Target="../slideLayouts/slideLayout352.xml"/><Relationship Id="rId7" Type="http://schemas.openxmlformats.org/officeDocument/2006/relationships/slideLayout" Target="../slideLayouts/slideLayout351.xml"/><Relationship Id="rId6" Type="http://schemas.openxmlformats.org/officeDocument/2006/relationships/slideLayout" Target="../slideLayouts/slideLayout350.xml"/><Relationship Id="rId5" Type="http://schemas.openxmlformats.org/officeDocument/2006/relationships/slideLayout" Target="../slideLayouts/slideLayout349.xml"/><Relationship Id="rId4" Type="http://schemas.openxmlformats.org/officeDocument/2006/relationships/slideLayout" Target="../slideLayouts/slideLayout348.xml"/><Relationship Id="rId3" Type="http://schemas.openxmlformats.org/officeDocument/2006/relationships/slideLayout" Target="../slideLayouts/slideLayout347.xml"/><Relationship Id="rId2" Type="http://schemas.openxmlformats.org/officeDocument/2006/relationships/slideLayout" Target="../slideLayouts/slideLayout346.xml"/><Relationship Id="rId12" Type="http://schemas.openxmlformats.org/officeDocument/2006/relationships/theme" Target="../theme/theme34.xml"/><Relationship Id="rId11" Type="http://schemas.openxmlformats.org/officeDocument/2006/relationships/slideLayout" Target="../slideLayouts/slideLayout355.xml"/><Relationship Id="rId10" Type="http://schemas.openxmlformats.org/officeDocument/2006/relationships/slideLayout" Target="../slideLayouts/slideLayout354.xml"/><Relationship Id="rId1" Type="http://schemas.openxmlformats.org/officeDocument/2006/relationships/slideLayout" Target="../slideLayouts/slideLayout345.xml"/></Relationships>
</file>

<file path=ppt/slideMasters/_rels/slideMaster35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364.xml"/><Relationship Id="rId8" Type="http://schemas.openxmlformats.org/officeDocument/2006/relationships/slideLayout" Target="../slideLayouts/slideLayout363.xml"/><Relationship Id="rId7" Type="http://schemas.openxmlformats.org/officeDocument/2006/relationships/slideLayout" Target="../slideLayouts/slideLayout362.xml"/><Relationship Id="rId6" Type="http://schemas.openxmlformats.org/officeDocument/2006/relationships/slideLayout" Target="../slideLayouts/slideLayout361.xml"/><Relationship Id="rId5" Type="http://schemas.openxmlformats.org/officeDocument/2006/relationships/slideLayout" Target="../slideLayouts/slideLayout360.xml"/><Relationship Id="rId4" Type="http://schemas.openxmlformats.org/officeDocument/2006/relationships/slideLayout" Target="../slideLayouts/slideLayout359.xml"/><Relationship Id="rId3" Type="http://schemas.openxmlformats.org/officeDocument/2006/relationships/slideLayout" Target="../slideLayouts/slideLayout358.xml"/><Relationship Id="rId2" Type="http://schemas.openxmlformats.org/officeDocument/2006/relationships/slideLayout" Target="../slideLayouts/slideLayout357.xml"/><Relationship Id="rId12" Type="http://schemas.openxmlformats.org/officeDocument/2006/relationships/theme" Target="../theme/theme35.xml"/><Relationship Id="rId11" Type="http://schemas.openxmlformats.org/officeDocument/2006/relationships/slideLayout" Target="../slideLayouts/slideLayout366.xml"/><Relationship Id="rId10" Type="http://schemas.openxmlformats.org/officeDocument/2006/relationships/slideLayout" Target="../slideLayouts/slideLayout365.xml"/><Relationship Id="rId1" Type="http://schemas.openxmlformats.org/officeDocument/2006/relationships/slideLayout" Target="../slideLayouts/slideLayout356.xml"/></Relationships>
</file>

<file path=ppt/slideMasters/_rels/slideMaster36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375.xml"/><Relationship Id="rId8" Type="http://schemas.openxmlformats.org/officeDocument/2006/relationships/slideLayout" Target="../slideLayouts/slideLayout374.xml"/><Relationship Id="rId7" Type="http://schemas.openxmlformats.org/officeDocument/2006/relationships/slideLayout" Target="../slideLayouts/slideLayout373.xml"/><Relationship Id="rId6" Type="http://schemas.openxmlformats.org/officeDocument/2006/relationships/slideLayout" Target="../slideLayouts/slideLayout372.xml"/><Relationship Id="rId5" Type="http://schemas.openxmlformats.org/officeDocument/2006/relationships/slideLayout" Target="../slideLayouts/slideLayout371.xml"/><Relationship Id="rId4" Type="http://schemas.openxmlformats.org/officeDocument/2006/relationships/slideLayout" Target="../slideLayouts/slideLayout370.xml"/><Relationship Id="rId3" Type="http://schemas.openxmlformats.org/officeDocument/2006/relationships/slideLayout" Target="../slideLayouts/slideLayout369.xml"/><Relationship Id="rId2" Type="http://schemas.openxmlformats.org/officeDocument/2006/relationships/slideLayout" Target="../slideLayouts/slideLayout368.xml"/><Relationship Id="rId13" Type="http://schemas.openxmlformats.org/officeDocument/2006/relationships/theme" Target="../theme/theme36.xml"/><Relationship Id="rId12" Type="http://schemas.openxmlformats.org/officeDocument/2006/relationships/slideLayout" Target="../slideLayouts/slideLayout378.xml"/><Relationship Id="rId11" Type="http://schemas.openxmlformats.org/officeDocument/2006/relationships/slideLayout" Target="../slideLayouts/slideLayout377.xml"/><Relationship Id="rId10" Type="http://schemas.openxmlformats.org/officeDocument/2006/relationships/slideLayout" Target="../slideLayouts/slideLayout376.xml"/><Relationship Id="rId1" Type="http://schemas.openxmlformats.org/officeDocument/2006/relationships/slideLayout" Target="../slideLayouts/slideLayout36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659807" y="4762375"/>
            <a:ext cx="2025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087000" y="4762375"/>
            <a:ext cx="2970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 dirty="0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457950" y="4762375"/>
            <a:ext cx="2025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 panose="020B0503020204020204" pitchFamily="34" charset="-122"/>
                <a:cs typeface="+mn-cs"/>
              </a:rPr>
            </a:fld>
            <a:endParaRPr lang="zh-CN" altLang="en-US" dirty="0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7" name="KSO_TEMPLATE" hidden="1"/>
          <p:cNvSpPr/>
          <p:nvPr userDrawn="1"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30988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5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502411" y="435919"/>
            <a:ext cx="8139178" cy="48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  <a:endParaRPr dirty="0">
              <a:sym typeface="+mn-ea"/>
            </a:endParaRP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502444" y="1131094"/>
            <a:ext cx="8139113" cy="3561874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 dirty="0"/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685800" rtl="0" eaLnBrk="1" fontAlgn="auto" latinLnBrk="0" hangingPunct="1">
        <a:lnSpc>
          <a:spcPct val="100000"/>
        </a:lnSpc>
        <a:spcBef>
          <a:spcPct val="0"/>
        </a:spcBef>
        <a:buNone/>
        <a:defRPr sz="2100" b="1" u="none" strike="noStrike" kern="1200" cap="none" spc="75" normalizeH="0">
          <a:solidFill>
            <a:schemeClr val="tx1"/>
          </a:solidFill>
          <a:uFillTx/>
          <a:latin typeface="+mn-ea"/>
          <a:ea typeface="+mn-ea"/>
          <a:cs typeface="+mj-cs"/>
        </a:defRPr>
      </a:lvl1pPr>
    </p:titleStyle>
    <p:bodyStyle>
      <a:lvl1pPr marL="1714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1pPr>
      <a:lvl2pPr marL="5143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tabLst>
          <a:tab pos="1207135" algn="l"/>
        </a:tabLst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2pPr>
      <a:lvl3pPr marL="8572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3pPr>
      <a:lvl4pPr marL="12001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4pPr>
      <a:lvl5pPr marL="15430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659807" y="4762375"/>
            <a:ext cx="2025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087000" y="4762375"/>
            <a:ext cx="2970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 dirty="0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457950" y="4762375"/>
            <a:ext cx="2025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 panose="020B0503020204020204" pitchFamily="34" charset="-122"/>
                <a:cs typeface="+mn-cs"/>
              </a:rPr>
            </a:fld>
            <a:endParaRPr lang="zh-CN" altLang="en-US" dirty="0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7" name="KSO_TEMPLATE" hidden="1"/>
          <p:cNvSpPr/>
          <p:nvPr userDrawn="1"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30988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5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502411" y="435919"/>
            <a:ext cx="8139178" cy="48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  <a:endParaRPr dirty="0">
              <a:sym typeface="+mn-ea"/>
            </a:endParaRP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502444" y="1131094"/>
            <a:ext cx="8139113" cy="3561874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 dirty="0"/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685800" rtl="0" eaLnBrk="1" fontAlgn="auto" latinLnBrk="0" hangingPunct="1">
        <a:lnSpc>
          <a:spcPct val="100000"/>
        </a:lnSpc>
        <a:spcBef>
          <a:spcPct val="0"/>
        </a:spcBef>
        <a:buNone/>
        <a:defRPr sz="2100" b="1" u="none" strike="noStrike" kern="1200" cap="none" spc="75" normalizeH="0">
          <a:solidFill>
            <a:schemeClr val="tx1"/>
          </a:solidFill>
          <a:uFillTx/>
          <a:latin typeface="+mn-ea"/>
          <a:ea typeface="+mn-ea"/>
          <a:cs typeface="+mj-cs"/>
        </a:defRPr>
      </a:lvl1pPr>
    </p:titleStyle>
    <p:bodyStyle>
      <a:lvl1pPr marL="1714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1pPr>
      <a:lvl2pPr marL="5143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tabLst>
          <a:tab pos="1207135" algn="l"/>
        </a:tabLst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2pPr>
      <a:lvl3pPr marL="8572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3pPr>
      <a:lvl4pPr marL="12001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4pPr>
      <a:lvl5pPr marL="15430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659807" y="4762375"/>
            <a:ext cx="2025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pPr eaLnBrk="1" hangingPunct="1">
              <a:defRPr/>
            </a:pPr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087000" y="4762375"/>
            <a:ext cx="2970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pPr eaLnBrk="1" hangingPunct="1">
              <a:defRPr/>
            </a:pPr>
            <a:endParaRPr lang="zh-CN" altLang="en-US" dirty="0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457950" y="4762375"/>
            <a:ext cx="2025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pPr eaLnBrk="1" hangingPunct="1"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 panose="020B0503020204020204" pitchFamily="34" charset="-122"/>
                <a:cs typeface="+mn-cs"/>
                <a:sym typeface="Arial" panose="020B0604020202020204" pitchFamily="34" charset="0"/>
              </a:rPr>
            </a:fld>
            <a:endParaRPr lang="zh-CN" altLang="en-US" dirty="0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7" name="KSO_TEMPLATE" hidden="1"/>
          <p:cNvSpPr/>
          <p:nvPr userDrawn="1"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3098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5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502411" y="435919"/>
            <a:ext cx="8139178" cy="48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  <a:endParaRPr dirty="0">
              <a:sym typeface="+mn-ea"/>
            </a:endParaRP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502444" y="1131094"/>
            <a:ext cx="8139113" cy="3561874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 dirty="0"/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</p:sldLayoutIdLst>
  <p:hf hdr="0" ftr="0" dt="0"/>
  <p:txStyles>
    <p:titleStyle>
      <a:lvl1pPr algn="l" defTabSz="685800" rtl="0" eaLnBrk="1" fontAlgn="auto" latinLnBrk="0" hangingPunct="1">
        <a:lnSpc>
          <a:spcPct val="100000"/>
        </a:lnSpc>
        <a:spcBef>
          <a:spcPct val="0"/>
        </a:spcBef>
        <a:buNone/>
        <a:defRPr sz="2100" b="1" u="none" strike="noStrike" kern="1200" cap="none" spc="75" normalizeH="0">
          <a:solidFill>
            <a:schemeClr val="tx1"/>
          </a:solidFill>
          <a:uFillTx/>
          <a:latin typeface="+mn-ea"/>
          <a:ea typeface="+mn-ea"/>
          <a:cs typeface="+mj-cs"/>
        </a:defRPr>
      </a:lvl1pPr>
    </p:titleStyle>
    <p:bodyStyle>
      <a:lvl1pPr marL="1714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1pPr>
      <a:lvl2pPr marL="5143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tabLst>
          <a:tab pos="1207135" algn="l"/>
        </a:tabLst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2pPr>
      <a:lvl3pPr marL="8572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3pPr>
      <a:lvl4pPr marL="12001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4pPr>
      <a:lvl5pPr marL="15430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659807" y="4762375"/>
            <a:ext cx="2025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087000" y="4762375"/>
            <a:ext cx="2970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 dirty="0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457950" y="4762375"/>
            <a:ext cx="2025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 panose="020B0503020204020204" pitchFamily="34" charset="-122"/>
                <a:cs typeface="+mn-cs"/>
              </a:rPr>
            </a:fld>
            <a:endParaRPr lang="zh-CN" altLang="en-US" dirty="0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7" name="KSO_TEMPLATE" hidden="1"/>
          <p:cNvSpPr/>
          <p:nvPr userDrawn="1"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30988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5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502411" y="435919"/>
            <a:ext cx="8139178" cy="48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  <a:endParaRPr dirty="0">
              <a:sym typeface="+mn-ea"/>
            </a:endParaRP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502444" y="1131094"/>
            <a:ext cx="8139113" cy="3561874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 dirty="0"/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4" r:id="rId1"/>
    <p:sldLayoutId id="2147483685" r:id="rId2"/>
    <p:sldLayoutId id="2147483686" r:id="rId3"/>
    <p:sldLayoutId id="2147483687" r:id="rId4"/>
    <p:sldLayoutId id="2147483688" r:id="rId5"/>
    <p:sldLayoutId id="2147483689" r:id="rId6"/>
    <p:sldLayoutId id="2147483690" r:id="rId7"/>
    <p:sldLayoutId id="2147483691" r:id="rId8"/>
    <p:sldLayoutId id="2147483692" r:id="rId9"/>
    <p:sldLayoutId id="2147483693" r:id="rId10"/>
    <p:sldLayoutId id="2147483694" r:id="rId11"/>
  </p:sldLayoutIdLst>
  <p:hf hdr="0" ftr="0" dt="0"/>
  <p:txStyles>
    <p:titleStyle>
      <a:lvl1pPr algn="l" defTabSz="685800" rtl="0" eaLnBrk="1" fontAlgn="auto" latinLnBrk="0" hangingPunct="1">
        <a:lnSpc>
          <a:spcPct val="100000"/>
        </a:lnSpc>
        <a:spcBef>
          <a:spcPct val="0"/>
        </a:spcBef>
        <a:buNone/>
        <a:defRPr sz="2100" b="1" u="none" strike="noStrike" kern="1200" cap="none" spc="75" normalizeH="0">
          <a:solidFill>
            <a:schemeClr val="tx1"/>
          </a:solidFill>
          <a:uFillTx/>
          <a:latin typeface="+mn-ea"/>
          <a:ea typeface="+mn-ea"/>
          <a:cs typeface="+mj-cs"/>
        </a:defRPr>
      </a:lvl1pPr>
    </p:titleStyle>
    <p:bodyStyle>
      <a:lvl1pPr marL="1714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1pPr>
      <a:lvl2pPr marL="5143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tabLst>
          <a:tab pos="1207135" algn="l"/>
        </a:tabLst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2pPr>
      <a:lvl3pPr marL="8572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3pPr>
      <a:lvl4pPr marL="12001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4pPr>
      <a:lvl5pPr marL="15430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659807" y="4762375"/>
            <a:ext cx="2025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087000" y="4762375"/>
            <a:ext cx="2970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457950" y="4762375"/>
            <a:ext cx="2025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</a:fld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KSO_TEMPLATE" hidden="1"/>
          <p:cNvSpPr/>
          <p:nvPr userDrawn="1"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30988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5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502411" y="435919"/>
            <a:ext cx="8139178" cy="48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  <a:endParaRPr dirty="0">
              <a:sym typeface="+mn-ea"/>
            </a:endParaRP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502444" y="1131094"/>
            <a:ext cx="8139113" cy="3561874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 dirty="0"/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6" r:id="rId1"/>
    <p:sldLayoutId id="2147483697" r:id="rId2"/>
    <p:sldLayoutId id="2147483698" r:id="rId3"/>
    <p:sldLayoutId id="2147483699" r:id="rId4"/>
    <p:sldLayoutId id="2147483700" r:id="rId5"/>
    <p:sldLayoutId id="2147483701" r:id="rId6"/>
    <p:sldLayoutId id="2147483702" r:id="rId7"/>
    <p:sldLayoutId id="2147483703" r:id="rId8"/>
    <p:sldLayoutId id="2147483704" r:id="rId9"/>
    <p:sldLayoutId id="2147483705" r:id="rId10"/>
  </p:sldLayoutIdLst>
  <p:hf hdr="0" ftr="0" dt="0"/>
  <p:txStyles>
    <p:titleStyle>
      <a:lvl1pPr algn="l" defTabSz="685800" rtl="0" eaLnBrk="1" fontAlgn="auto" latinLnBrk="0" hangingPunct="1">
        <a:lnSpc>
          <a:spcPct val="100000"/>
        </a:lnSpc>
        <a:spcBef>
          <a:spcPct val="0"/>
        </a:spcBef>
        <a:buNone/>
        <a:defRPr sz="2100" b="1" u="none" strike="noStrike" kern="1200" cap="none" spc="75" normalizeH="0">
          <a:solidFill>
            <a:schemeClr val="tx1"/>
          </a:solidFill>
          <a:uFillTx/>
          <a:latin typeface="+mn-ea"/>
          <a:ea typeface="+mn-ea"/>
          <a:cs typeface="+mj-cs"/>
        </a:defRPr>
      </a:lvl1pPr>
    </p:titleStyle>
    <p:bodyStyle>
      <a:lvl1pPr marL="1714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1pPr>
      <a:lvl2pPr marL="5143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tabLst>
          <a:tab pos="1207135" algn="l"/>
        </a:tabLst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2pPr>
      <a:lvl3pPr marL="8572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3pPr>
      <a:lvl4pPr marL="12001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4pPr>
      <a:lvl5pPr marL="15430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659606" y="4762501"/>
            <a:ext cx="2025254" cy="23753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900">
                <a:solidFill>
                  <a:prstClr val="black">
                    <a:tint val="75000"/>
                  </a:prstClr>
                </a:solidFill>
                <a:latin typeface="+mn-ea"/>
                <a:ea typeface="Helvetica Neue" pitchFamily="2" charset="0"/>
                <a:cs typeface="Helvetica Neue" pitchFamily="2" charset="0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087291" y="4762501"/>
            <a:ext cx="2969419" cy="23753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900" dirty="0">
                <a:solidFill>
                  <a:prstClr val="black">
                    <a:tint val="75000"/>
                  </a:prstClr>
                </a:solidFill>
                <a:latin typeface="+mn-ea"/>
                <a:ea typeface="Helvetica Neue" pitchFamily="2" charset="0"/>
                <a:cs typeface="Helvetica Neue" pitchFamily="2" charset="0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457950" y="4762501"/>
            <a:ext cx="2025254" cy="23753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900" smtClean="0">
                <a:solidFill>
                  <a:prstClr val="black">
                    <a:tint val="75000"/>
                  </a:prstClr>
                </a:solidFill>
                <a:latin typeface="+mn-ea"/>
                <a:ea typeface="Helvetica Neue" pitchFamily="2" charset="0"/>
                <a:cs typeface="Helvetica Neue" pitchFamily="2" charset="0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fld id="{E738E00A-368F-495D-AE77-4E590178A0FB}" type="slidenum">
              <a:rPr lang="zh-CN" altLang="en-US" smtClean="0"/>
            </a:fld>
            <a:endParaRPr lang="zh-CN" altLang="en-US" dirty="0"/>
          </a:p>
        </p:txBody>
      </p:sp>
      <p:sp>
        <p:nvSpPr>
          <p:cNvPr id="7" name="KSO_TEMPLATE" hidden="1"/>
          <p:cNvSpPr/>
          <p:nvPr userDrawn="1"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5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502444" y="435769"/>
            <a:ext cx="8139113" cy="486371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  <a:endParaRPr dirty="0">
              <a:sym typeface="+mn-ea"/>
            </a:endParaRP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502444" y="1131094"/>
            <a:ext cx="8139113" cy="3561755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 dirty="0"/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7" r:id="rId1"/>
    <p:sldLayoutId id="2147483708" r:id="rId2"/>
    <p:sldLayoutId id="2147483709" r:id="rId3"/>
    <p:sldLayoutId id="2147483710" r:id="rId4"/>
    <p:sldLayoutId id="2147483711" r:id="rId5"/>
    <p:sldLayoutId id="2147483712" r:id="rId6"/>
    <p:sldLayoutId id="2147483713" r:id="rId7"/>
    <p:sldLayoutId id="2147483714" r:id="rId8"/>
    <p:sldLayoutId id="2147483715" r:id="rId9"/>
    <p:sldLayoutId id="2147483716" r:id="rId10"/>
    <p:sldLayoutId id="2147483717" r:id="rId11"/>
  </p:sldLayoutIdLst>
  <p:hf hdr="0" ftr="0" dt="0"/>
  <p:txStyles>
    <p:titleStyle>
      <a:lvl1pPr algn="l" defTabSz="685800" rtl="0" fontAlgn="base">
        <a:spcBef>
          <a:spcPct val="0"/>
        </a:spcBef>
        <a:spcAft>
          <a:spcPct val="0"/>
        </a:spcAft>
        <a:defRPr sz="2100" b="1" kern="1200" spc="75">
          <a:solidFill>
            <a:schemeClr val="tx1"/>
          </a:solidFill>
          <a:latin typeface="+mn-ea"/>
          <a:ea typeface="+mn-ea"/>
          <a:cs typeface="+mj-cs"/>
        </a:defRPr>
      </a:lvl1pPr>
      <a:lvl2pPr algn="l" defTabSz="685800" rtl="0" fontAlgn="base">
        <a:spcBef>
          <a:spcPct val="0"/>
        </a:spcBef>
        <a:spcAft>
          <a:spcPct val="0"/>
        </a:spcAft>
        <a:defRPr sz="21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2pPr>
      <a:lvl3pPr algn="l" defTabSz="685800" rtl="0" fontAlgn="base">
        <a:spcBef>
          <a:spcPct val="0"/>
        </a:spcBef>
        <a:spcAft>
          <a:spcPct val="0"/>
        </a:spcAft>
        <a:defRPr sz="21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3pPr>
      <a:lvl4pPr algn="l" defTabSz="685800" rtl="0" fontAlgn="base">
        <a:spcBef>
          <a:spcPct val="0"/>
        </a:spcBef>
        <a:spcAft>
          <a:spcPct val="0"/>
        </a:spcAft>
        <a:defRPr sz="21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4pPr>
      <a:lvl5pPr algn="l" defTabSz="685800" rtl="0" fontAlgn="base">
        <a:spcBef>
          <a:spcPct val="0"/>
        </a:spcBef>
        <a:spcAft>
          <a:spcPct val="0"/>
        </a:spcAft>
        <a:defRPr sz="21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5pPr>
      <a:lvl6pPr marL="171450" algn="l" defTabSz="685800" rtl="0" fontAlgn="base">
        <a:spcBef>
          <a:spcPct val="0"/>
        </a:spcBef>
        <a:spcAft>
          <a:spcPct val="0"/>
        </a:spcAft>
        <a:defRPr sz="21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6pPr>
      <a:lvl7pPr marL="342900" algn="l" defTabSz="685800" rtl="0" fontAlgn="base">
        <a:spcBef>
          <a:spcPct val="0"/>
        </a:spcBef>
        <a:spcAft>
          <a:spcPct val="0"/>
        </a:spcAft>
        <a:defRPr sz="21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7pPr>
      <a:lvl8pPr marL="514350" algn="l" defTabSz="685800" rtl="0" fontAlgn="base">
        <a:spcBef>
          <a:spcPct val="0"/>
        </a:spcBef>
        <a:spcAft>
          <a:spcPct val="0"/>
        </a:spcAft>
        <a:defRPr sz="21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8pPr>
      <a:lvl9pPr marL="685800" algn="l" defTabSz="685800" rtl="0" fontAlgn="base">
        <a:spcBef>
          <a:spcPct val="0"/>
        </a:spcBef>
        <a:spcAft>
          <a:spcPct val="0"/>
        </a:spcAft>
        <a:defRPr sz="21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9pPr>
    </p:titleStyle>
    <p:bodyStyle>
      <a:lvl1pPr marL="171450" indent="-171450" algn="l" defTabSz="685800" rtl="0" fontAlgn="base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kern="1200" spc="56">
          <a:solidFill>
            <a:schemeClr val="tx1"/>
          </a:solidFill>
          <a:latin typeface="+mn-ea"/>
          <a:ea typeface="+mn-ea"/>
          <a:cs typeface="+mn-cs"/>
        </a:defRPr>
      </a:lvl1pPr>
      <a:lvl2pPr marL="514350" indent="-171450" algn="l" defTabSz="685800" rtl="0" fontAlgn="base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tabLst>
          <a:tab pos="1207135" algn="l"/>
        </a:tabLst>
        <a:defRPr sz="1200" kern="1200" spc="56">
          <a:solidFill>
            <a:schemeClr val="tx1"/>
          </a:solidFill>
          <a:latin typeface="+mn-ea"/>
          <a:ea typeface="+mn-ea"/>
          <a:cs typeface="+mn-cs"/>
        </a:defRPr>
      </a:lvl2pPr>
      <a:lvl3pPr marL="857250" indent="-171450" algn="l" defTabSz="685800" rtl="0" fontAlgn="base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kern="1200" spc="56">
          <a:solidFill>
            <a:schemeClr val="tx1"/>
          </a:solidFill>
          <a:latin typeface="+mn-ea"/>
          <a:ea typeface="+mn-ea"/>
          <a:cs typeface="+mn-cs"/>
        </a:defRPr>
      </a:lvl3pPr>
      <a:lvl4pPr marL="1200150" indent="-171450" algn="l" defTabSz="685800" rtl="0" fontAlgn="base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kern="1200" spc="56">
          <a:solidFill>
            <a:schemeClr val="tx1"/>
          </a:solidFill>
          <a:latin typeface="+mn-ea"/>
          <a:ea typeface="+mn-ea"/>
          <a:cs typeface="+mn-cs"/>
        </a:defRPr>
      </a:lvl4pPr>
      <a:lvl5pPr marL="1543050" indent="-171450" algn="l" defTabSz="685800" rtl="0" fontAlgn="base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kern="1200" spc="56">
          <a:solidFill>
            <a:schemeClr val="tx1"/>
          </a:solidFill>
          <a:latin typeface="+mn-ea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659607" y="4762500"/>
            <a:ext cx="2025253" cy="237530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normAutofit/>
          </a:bodyPr>
          <a:lstStyle>
            <a:lvl1pPr eaLnBrk="1" hangingPunct="1">
              <a:defRPr sz="900">
                <a:solidFill>
                  <a:srgbClr val="898989"/>
                </a:solidFill>
                <a:latin typeface="微软雅黑" panose="020B0503020204020204" pitchFamily="34" charset="-122"/>
                <a:ea typeface="+mn-ea"/>
                <a:cs typeface="Arial" panose="020B0604020202020204" pitchFamily="34" charset="0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087291" y="4762500"/>
            <a:ext cx="2969419" cy="237530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normAutofit/>
          </a:bodyPr>
          <a:lstStyle>
            <a:lvl1pPr algn="ctr" eaLnBrk="1" hangingPunct="1">
              <a:defRPr sz="900">
                <a:solidFill>
                  <a:srgbClr val="898989"/>
                </a:solidFill>
                <a:latin typeface="微软雅黑" panose="020B0503020204020204" pitchFamily="34" charset="-122"/>
                <a:ea typeface="+mn-ea"/>
                <a:cs typeface="Arial" panose="020B0604020202020204" pitchFamily="34" charset="0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457950" y="4762500"/>
            <a:ext cx="2025253" cy="237530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normAutofit/>
          </a:bodyPr>
          <a:lstStyle>
            <a:lvl1pPr algn="r" eaLnBrk="1" hangingPunct="1">
              <a:defRPr sz="900">
                <a:solidFill>
                  <a:srgbClr val="898989"/>
                </a:solidFill>
                <a:latin typeface="微软雅黑" panose="020B0503020204020204" pitchFamily="34" charset="-122"/>
                <a:ea typeface="+mn-ea"/>
                <a:cs typeface="Arial" panose="020B0604020202020204" pitchFamily="34" charset="0"/>
              </a:defRPr>
            </a:lvl1pPr>
          </a:lstStyle>
          <a:p>
            <a:pPr>
              <a:defRPr/>
            </a:pPr>
            <a:fld id="{C65C7984-969D-4E94-AF4F-3C17FCDA2C9C}" type="slidenum">
              <a:rPr lang="zh-CN" altLang="en-US" smtClean="0"/>
            </a:fld>
            <a:endParaRPr lang="zh-CN" altLang="en-US"/>
          </a:p>
        </p:txBody>
      </p:sp>
      <p:sp>
        <p:nvSpPr>
          <p:cNvPr id="7" name="KSO_TEMPLATE" hidden="1"/>
          <p:cNvSpPr/>
          <p:nvPr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3098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5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502444" y="435769"/>
            <a:ext cx="8139113" cy="486371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  <a:endParaRPr dirty="0">
              <a:sym typeface="+mn-ea"/>
            </a:endParaRP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502444" y="1131094"/>
            <a:ext cx="8139113" cy="3561755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 dirty="0"/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19" r:id="rId1"/>
    <p:sldLayoutId id="2147483720" r:id="rId2"/>
    <p:sldLayoutId id="2147483721" r:id="rId3"/>
    <p:sldLayoutId id="2147483722" r:id="rId4"/>
    <p:sldLayoutId id="2147483723" r:id="rId5"/>
    <p:sldLayoutId id="2147483724" r:id="rId6"/>
    <p:sldLayoutId id="2147483725" r:id="rId7"/>
    <p:sldLayoutId id="2147483726" r:id="rId8"/>
    <p:sldLayoutId id="2147483727" r:id="rId9"/>
    <p:sldLayoutId id="2147483728" r:id="rId10"/>
  </p:sldLayoutIdLst>
  <p:transition/>
  <p:hf hdr="0" ftr="0" dt="0"/>
  <p:txStyles>
    <p:titleStyle>
      <a:lvl1pPr algn="l" defTabSz="685800" rtl="0" eaLnBrk="0" fontAlgn="base" hangingPunct="0">
        <a:spcBef>
          <a:spcPct val="0"/>
        </a:spcBef>
        <a:spcAft>
          <a:spcPct val="0"/>
        </a:spcAft>
        <a:defRPr sz="2100" b="1" kern="1200" spc="75">
          <a:solidFill>
            <a:schemeClr val="tx1"/>
          </a:solidFill>
          <a:latin typeface="+mn-ea"/>
          <a:ea typeface="+mn-ea"/>
          <a:cs typeface="+mj-cs"/>
        </a:defRPr>
      </a:lvl1pPr>
      <a:lvl2pPr algn="l" defTabSz="685800" rtl="0" eaLnBrk="0" fontAlgn="base" hangingPunct="0">
        <a:spcBef>
          <a:spcPct val="0"/>
        </a:spcBef>
        <a:spcAft>
          <a:spcPct val="0"/>
        </a:spcAft>
        <a:defRPr sz="21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2pPr>
      <a:lvl3pPr algn="l" defTabSz="685800" rtl="0" eaLnBrk="0" fontAlgn="base" hangingPunct="0">
        <a:spcBef>
          <a:spcPct val="0"/>
        </a:spcBef>
        <a:spcAft>
          <a:spcPct val="0"/>
        </a:spcAft>
        <a:defRPr sz="21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3pPr>
      <a:lvl4pPr algn="l" defTabSz="685800" rtl="0" eaLnBrk="0" fontAlgn="base" hangingPunct="0">
        <a:spcBef>
          <a:spcPct val="0"/>
        </a:spcBef>
        <a:spcAft>
          <a:spcPct val="0"/>
        </a:spcAft>
        <a:defRPr sz="21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4pPr>
      <a:lvl5pPr algn="l" defTabSz="685800" rtl="0" eaLnBrk="0" fontAlgn="base" hangingPunct="0">
        <a:spcBef>
          <a:spcPct val="0"/>
        </a:spcBef>
        <a:spcAft>
          <a:spcPct val="0"/>
        </a:spcAft>
        <a:defRPr sz="21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5pPr>
      <a:lvl6pPr marL="171450" algn="l" defTabSz="685800" rtl="0" fontAlgn="base">
        <a:spcBef>
          <a:spcPct val="0"/>
        </a:spcBef>
        <a:spcAft>
          <a:spcPct val="0"/>
        </a:spcAft>
        <a:defRPr sz="21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6pPr>
      <a:lvl7pPr marL="342900" algn="l" defTabSz="685800" rtl="0" fontAlgn="base">
        <a:spcBef>
          <a:spcPct val="0"/>
        </a:spcBef>
        <a:spcAft>
          <a:spcPct val="0"/>
        </a:spcAft>
        <a:defRPr sz="21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7pPr>
      <a:lvl8pPr marL="514350" algn="l" defTabSz="685800" rtl="0" fontAlgn="base">
        <a:spcBef>
          <a:spcPct val="0"/>
        </a:spcBef>
        <a:spcAft>
          <a:spcPct val="0"/>
        </a:spcAft>
        <a:defRPr sz="21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8pPr>
      <a:lvl9pPr marL="685800" algn="l" defTabSz="685800" rtl="0" fontAlgn="base">
        <a:spcBef>
          <a:spcPct val="0"/>
        </a:spcBef>
        <a:spcAft>
          <a:spcPct val="0"/>
        </a:spcAft>
        <a:defRPr sz="21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9pPr>
    </p:titleStyle>
    <p:bodyStyle>
      <a:lvl1pPr marL="171450" indent="-171450" algn="l" defTabSz="685800" rtl="0" eaLnBrk="0" fontAlgn="base" hangingPunct="0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kern="1200" spc="56">
          <a:solidFill>
            <a:schemeClr val="tx1"/>
          </a:solidFill>
          <a:latin typeface="+mn-ea"/>
          <a:ea typeface="+mn-ea"/>
          <a:cs typeface="+mn-cs"/>
        </a:defRPr>
      </a:lvl1pPr>
      <a:lvl2pPr marL="514350" indent="-171450" algn="l" defTabSz="685800" rtl="0" eaLnBrk="0" fontAlgn="base" hangingPunct="0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tabLst>
          <a:tab pos="1207135" algn="l"/>
        </a:tabLst>
        <a:defRPr sz="1200" kern="1200" spc="56">
          <a:solidFill>
            <a:schemeClr val="tx1"/>
          </a:solidFill>
          <a:latin typeface="+mn-ea"/>
          <a:ea typeface="+mn-ea"/>
          <a:cs typeface="+mn-cs"/>
        </a:defRPr>
      </a:lvl2pPr>
      <a:lvl3pPr marL="857250" indent="-171450" algn="l" defTabSz="685800" rtl="0" eaLnBrk="0" fontAlgn="base" hangingPunct="0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kern="1200" spc="56">
          <a:solidFill>
            <a:schemeClr val="tx1"/>
          </a:solidFill>
          <a:latin typeface="+mn-ea"/>
          <a:ea typeface="+mn-ea"/>
          <a:cs typeface="+mn-cs"/>
        </a:defRPr>
      </a:lvl3pPr>
      <a:lvl4pPr marL="1200150" indent="-171450" algn="l" defTabSz="685800" rtl="0" eaLnBrk="0" fontAlgn="base" hangingPunct="0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kern="1200" spc="56">
          <a:solidFill>
            <a:schemeClr val="tx1"/>
          </a:solidFill>
          <a:latin typeface="+mn-ea"/>
          <a:ea typeface="+mn-ea"/>
          <a:cs typeface="+mn-cs"/>
        </a:defRPr>
      </a:lvl4pPr>
      <a:lvl5pPr marL="1543050" indent="-171450" algn="l" defTabSz="685800" rtl="0" eaLnBrk="0" fontAlgn="base" hangingPunct="0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kern="1200" spc="56">
          <a:solidFill>
            <a:schemeClr val="tx1"/>
          </a:solidFill>
          <a:latin typeface="+mn-ea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659606" y="4762501"/>
            <a:ext cx="2025254" cy="237530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normAutofit/>
          </a:bodyPr>
          <a:lstStyle>
            <a:lvl1pPr eaLnBrk="1" hangingPunct="1">
              <a:defRPr sz="900">
                <a:solidFill>
                  <a:srgbClr val="898989"/>
                </a:solidFill>
                <a:latin typeface="微软雅黑" panose="020B0503020204020204" pitchFamily="34" charset="-122"/>
                <a:ea typeface="+mn-ea"/>
                <a:cs typeface="Arial" panose="020B0604020202020204" pitchFamily="34" charset="0"/>
              </a:defRPr>
            </a:lvl1pPr>
          </a:lstStyle>
          <a:p>
            <a:pPr defTabSz="685800"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087291" y="4762501"/>
            <a:ext cx="2969419" cy="237530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normAutofit/>
          </a:bodyPr>
          <a:lstStyle>
            <a:lvl1pPr algn="ctr" eaLnBrk="1" hangingPunct="1">
              <a:defRPr sz="900">
                <a:solidFill>
                  <a:srgbClr val="898989"/>
                </a:solidFill>
                <a:latin typeface="微软雅黑" panose="020B0503020204020204" pitchFamily="34" charset="-122"/>
                <a:ea typeface="+mn-ea"/>
                <a:cs typeface="Arial" panose="020B0604020202020204" pitchFamily="34" charset="0"/>
              </a:defRPr>
            </a:lvl1pPr>
          </a:lstStyle>
          <a:p>
            <a:pPr defTabSz="685800"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457950" y="4762501"/>
            <a:ext cx="2025254" cy="237530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normAutofit/>
          </a:bodyPr>
          <a:lstStyle>
            <a:lvl1pPr algn="r" eaLnBrk="1" hangingPunct="1">
              <a:defRPr sz="900">
                <a:solidFill>
                  <a:srgbClr val="898989"/>
                </a:solidFill>
                <a:latin typeface="微软雅黑" panose="020B0503020204020204" pitchFamily="34" charset="-122"/>
                <a:ea typeface="+mn-ea"/>
                <a:cs typeface="Arial" panose="020B0604020202020204" pitchFamily="34" charset="0"/>
              </a:defRPr>
            </a:lvl1pPr>
          </a:lstStyle>
          <a:p>
            <a:pPr defTabSz="685800" fontAlgn="auto">
              <a:spcBef>
                <a:spcPts val="0"/>
              </a:spcBef>
              <a:spcAft>
                <a:spcPts val="0"/>
              </a:spcAft>
              <a:defRPr/>
            </a:pPr>
            <a:fld id="{C65C7984-969D-4E94-AF4F-3C17FCDA2C9C}" type="slidenum">
              <a:rPr lang="zh-CN" altLang="en-US" smtClean="0"/>
            </a:fld>
            <a:endParaRPr lang="zh-CN" altLang="en-US"/>
          </a:p>
        </p:txBody>
      </p:sp>
      <p:sp>
        <p:nvSpPr>
          <p:cNvPr id="7" name="KSO_TEMPLATE" hidden="1"/>
          <p:cNvSpPr/>
          <p:nvPr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5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502444" y="435769"/>
            <a:ext cx="8139113" cy="486371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  <a:endParaRPr dirty="0">
              <a:sym typeface="+mn-ea"/>
            </a:endParaRP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502444" y="1131094"/>
            <a:ext cx="8139113" cy="3561755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 dirty="0"/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30" r:id="rId1"/>
    <p:sldLayoutId id="2147483731" r:id="rId2"/>
    <p:sldLayoutId id="2147483732" r:id="rId3"/>
    <p:sldLayoutId id="2147483733" r:id="rId4"/>
    <p:sldLayoutId id="2147483734" r:id="rId5"/>
    <p:sldLayoutId id="2147483735" r:id="rId6"/>
    <p:sldLayoutId id="2147483736" r:id="rId7"/>
    <p:sldLayoutId id="2147483737" r:id="rId8"/>
    <p:sldLayoutId id="2147483738" r:id="rId9"/>
    <p:sldLayoutId id="2147483739" r:id="rId10"/>
  </p:sldLayoutIdLst>
  <p:transition/>
  <p:hf hdr="0" ftr="0" dt="0"/>
  <p:txStyles>
    <p:titleStyle>
      <a:lvl1pPr algn="l" defTabSz="685800" rtl="0" eaLnBrk="0" fontAlgn="base" hangingPunct="0">
        <a:spcBef>
          <a:spcPct val="0"/>
        </a:spcBef>
        <a:spcAft>
          <a:spcPct val="0"/>
        </a:spcAft>
        <a:defRPr sz="2100" b="1" kern="1200" spc="75">
          <a:solidFill>
            <a:schemeClr val="tx1"/>
          </a:solidFill>
          <a:latin typeface="+mn-ea"/>
          <a:ea typeface="+mn-ea"/>
          <a:cs typeface="+mj-cs"/>
        </a:defRPr>
      </a:lvl1pPr>
      <a:lvl2pPr algn="l" defTabSz="685800" rtl="0" eaLnBrk="0" fontAlgn="base" hangingPunct="0">
        <a:spcBef>
          <a:spcPct val="0"/>
        </a:spcBef>
        <a:spcAft>
          <a:spcPct val="0"/>
        </a:spcAft>
        <a:defRPr sz="21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2pPr>
      <a:lvl3pPr algn="l" defTabSz="685800" rtl="0" eaLnBrk="0" fontAlgn="base" hangingPunct="0">
        <a:spcBef>
          <a:spcPct val="0"/>
        </a:spcBef>
        <a:spcAft>
          <a:spcPct val="0"/>
        </a:spcAft>
        <a:defRPr sz="21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3pPr>
      <a:lvl4pPr algn="l" defTabSz="685800" rtl="0" eaLnBrk="0" fontAlgn="base" hangingPunct="0">
        <a:spcBef>
          <a:spcPct val="0"/>
        </a:spcBef>
        <a:spcAft>
          <a:spcPct val="0"/>
        </a:spcAft>
        <a:defRPr sz="21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4pPr>
      <a:lvl5pPr algn="l" defTabSz="685800" rtl="0" eaLnBrk="0" fontAlgn="base" hangingPunct="0">
        <a:spcBef>
          <a:spcPct val="0"/>
        </a:spcBef>
        <a:spcAft>
          <a:spcPct val="0"/>
        </a:spcAft>
        <a:defRPr sz="21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5pPr>
      <a:lvl6pPr marL="171450" algn="l" defTabSz="685800" rtl="0" fontAlgn="base">
        <a:spcBef>
          <a:spcPct val="0"/>
        </a:spcBef>
        <a:spcAft>
          <a:spcPct val="0"/>
        </a:spcAft>
        <a:defRPr sz="21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6pPr>
      <a:lvl7pPr marL="342900" algn="l" defTabSz="685800" rtl="0" fontAlgn="base">
        <a:spcBef>
          <a:spcPct val="0"/>
        </a:spcBef>
        <a:spcAft>
          <a:spcPct val="0"/>
        </a:spcAft>
        <a:defRPr sz="21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7pPr>
      <a:lvl8pPr marL="514350" algn="l" defTabSz="685800" rtl="0" fontAlgn="base">
        <a:spcBef>
          <a:spcPct val="0"/>
        </a:spcBef>
        <a:spcAft>
          <a:spcPct val="0"/>
        </a:spcAft>
        <a:defRPr sz="21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8pPr>
      <a:lvl9pPr marL="685800" algn="l" defTabSz="685800" rtl="0" fontAlgn="base">
        <a:spcBef>
          <a:spcPct val="0"/>
        </a:spcBef>
        <a:spcAft>
          <a:spcPct val="0"/>
        </a:spcAft>
        <a:defRPr sz="21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9pPr>
    </p:titleStyle>
    <p:bodyStyle>
      <a:lvl1pPr marL="171450" indent="-171450" algn="l" defTabSz="685800" rtl="0" eaLnBrk="0" fontAlgn="base" hangingPunct="0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kern="1200" spc="56">
          <a:solidFill>
            <a:schemeClr val="tx1"/>
          </a:solidFill>
          <a:latin typeface="+mn-ea"/>
          <a:ea typeface="+mn-ea"/>
          <a:cs typeface="+mn-cs"/>
        </a:defRPr>
      </a:lvl1pPr>
      <a:lvl2pPr marL="514350" indent="-171450" algn="l" defTabSz="685800" rtl="0" eaLnBrk="0" fontAlgn="base" hangingPunct="0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tabLst>
          <a:tab pos="1207135" algn="l"/>
        </a:tabLst>
        <a:defRPr sz="1200" kern="1200" spc="56">
          <a:solidFill>
            <a:schemeClr val="tx1"/>
          </a:solidFill>
          <a:latin typeface="+mn-ea"/>
          <a:ea typeface="+mn-ea"/>
          <a:cs typeface="+mn-cs"/>
        </a:defRPr>
      </a:lvl2pPr>
      <a:lvl3pPr marL="857250" indent="-171450" algn="l" defTabSz="685800" rtl="0" eaLnBrk="0" fontAlgn="base" hangingPunct="0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kern="1200" spc="56">
          <a:solidFill>
            <a:schemeClr val="tx1"/>
          </a:solidFill>
          <a:latin typeface="+mn-ea"/>
          <a:ea typeface="+mn-ea"/>
          <a:cs typeface="+mn-cs"/>
        </a:defRPr>
      </a:lvl3pPr>
      <a:lvl4pPr marL="1200150" indent="-171450" algn="l" defTabSz="685800" rtl="0" eaLnBrk="0" fontAlgn="base" hangingPunct="0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kern="1200" spc="56">
          <a:solidFill>
            <a:schemeClr val="tx1"/>
          </a:solidFill>
          <a:latin typeface="+mn-ea"/>
          <a:ea typeface="+mn-ea"/>
          <a:cs typeface="+mn-cs"/>
        </a:defRPr>
      </a:lvl4pPr>
      <a:lvl5pPr marL="1543050" indent="-171450" algn="l" defTabSz="685800" rtl="0" eaLnBrk="0" fontAlgn="base" hangingPunct="0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kern="1200" spc="56">
          <a:solidFill>
            <a:schemeClr val="tx1"/>
          </a:solidFill>
          <a:latin typeface="+mn-ea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659607" y="4762500"/>
            <a:ext cx="2025253" cy="237530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normAutofit/>
          </a:bodyPr>
          <a:lstStyle>
            <a:lvl1pPr eaLnBrk="1" hangingPunct="1">
              <a:defRPr sz="900">
                <a:solidFill>
                  <a:srgbClr val="898989"/>
                </a:solidFill>
                <a:latin typeface="微软雅黑" panose="020B0503020204020204" pitchFamily="34" charset="-122"/>
                <a:ea typeface="+mn-ea"/>
                <a:cs typeface="Arial" panose="020B0604020202020204" pitchFamily="34" charset="0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087291" y="4762500"/>
            <a:ext cx="2969419" cy="237530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normAutofit/>
          </a:bodyPr>
          <a:lstStyle>
            <a:lvl1pPr algn="ctr" eaLnBrk="1" hangingPunct="1">
              <a:defRPr sz="900">
                <a:solidFill>
                  <a:srgbClr val="898989"/>
                </a:solidFill>
                <a:latin typeface="微软雅黑" panose="020B0503020204020204" pitchFamily="34" charset="-122"/>
                <a:ea typeface="+mn-ea"/>
                <a:cs typeface="Arial" panose="020B0604020202020204" pitchFamily="34" charset="0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457950" y="4762500"/>
            <a:ext cx="2025253" cy="237530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normAutofit/>
          </a:bodyPr>
          <a:lstStyle>
            <a:lvl1pPr algn="r" eaLnBrk="1" hangingPunct="1">
              <a:defRPr sz="900">
                <a:solidFill>
                  <a:srgbClr val="898989"/>
                </a:solidFill>
                <a:latin typeface="微软雅黑" panose="020B0503020204020204" pitchFamily="34" charset="-122"/>
                <a:ea typeface="+mn-ea"/>
                <a:cs typeface="Arial" panose="020B0604020202020204" pitchFamily="34" charset="0"/>
              </a:defRPr>
            </a:lvl1pPr>
          </a:lstStyle>
          <a:p>
            <a:pPr>
              <a:defRPr/>
            </a:pPr>
            <a:fld id="{C65C7984-969D-4E94-AF4F-3C17FCDA2C9C}" type="slidenum">
              <a:rPr lang="zh-CN" altLang="en-US" smtClean="0"/>
            </a:fld>
            <a:endParaRPr lang="zh-CN" altLang="en-US"/>
          </a:p>
        </p:txBody>
      </p:sp>
      <p:sp>
        <p:nvSpPr>
          <p:cNvPr id="7" name="KSO_TEMPLATE" hidden="1"/>
          <p:cNvSpPr/>
          <p:nvPr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3098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5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502444" y="435769"/>
            <a:ext cx="8139113" cy="486371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  <a:endParaRPr dirty="0">
              <a:sym typeface="+mn-ea"/>
            </a:endParaRP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502444" y="1131094"/>
            <a:ext cx="8139113" cy="3561755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 dirty="0"/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41" r:id="rId1"/>
    <p:sldLayoutId id="2147483742" r:id="rId2"/>
    <p:sldLayoutId id="2147483743" r:id="rId3"/>
    <p:sldLayoutId id="2147483744" r:id="rId4"/>
    <p:sldLayoutId id="2147483745" r:id="rId5"/>
    <p:sldLayoutId id="2147483746" r:id="rId6"/>
    <p:sldLayoutId id="2147483747" r:id="rId7"/>
    <p:sldLayoutId id="2147483748" r:id="rId8"/>
    <p:sldLayoutId id="2147483749" r:id="rId9"/>
    <p:sldLayoutId id="2147483750" r:id="rId10"/>
  </p:sldLayoutIdLst>
  <p:transition/>
  <p:hf hdr="0" ftr="0" dt="0"/>
  <p:txStyles>
    <p:titleStyle>
      <a:lvl1pPr algn="l" defTabSz="685800" rtl="0" eaLnBrk="0" fontAlgn="base" hangingPunct="0">
        <a:spcBef>
          <a:spcPct val="0"/>
        </a:spcBef>
        <a:spcAft>
          <a:spcPct val="0"/>
        </a:spcAft>
        <a:defRPr sz="2100" b="1" kern="1200" spc="75">
          <a:solidFill>
            <a:schemeClr val="tx1"/>
          </a:solidFill>
          <a:latin typeface="+mn-ea"/>
          <a:ea typeface="+mn-ea"/>
          <a:cs typeface="+mj-cs"/>
        </a:defRPr>
      </a:lvl1pPr>
      <a:lvl2pPr algn="l" defTabSz="685800" rtl="0" eaLnBrk="0" fontAlgn="base" hangingPunct="0">
        <a:spcBef>
          <a:spcPct val="0"/>
        </a:spcBef>
        <a:spcAft>
          <a:spcPct val="0"/>
        </a:spcAft>
        <a:defRPr sz="21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2pPr>
      <a:lvl3pPr algn="l" defTabSz="685800" rtl="0" eaLnBrk="0" fontAlgn="base" hangingPunct="0">
        <a:spcBef>
          <a:spcPct val="0"/>
        </a:spcBef>
        <a:spcAft>
          <a:spcPct val="0"/>
        </a:spcAft>
        <a:defRPr sz="21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3pPr>
      <a:lvl4pPr algn="l" defTabSz="685800" rtl="0" eaLnBrk="0" fontAlgn="base" hangingPunct="0">
        <a:spcBef>
          <a:spcPct val="0"/>
        </a:spcBef>
        <a:spcAft>
          <a:spcPct val="0"/>
        </a:spcAft>
        <a:defRPr sz="21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4pPr>
      <a:lvl5pPr algn="l" defTabSz="685800" rtl="0" eaLnBrk="0" fontAlgn="base" hangingPunct="0">
        <a:spcBef>
          <a:spcPct val="0"/>
        </a:spcBef>
        <a:spcAft>
          <a:spcPct val="0"/>
        </a:spcAft>
        <a:defRPr sz="21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5pPr>
      <a:lvl6pPr marL="171450" algn="l" defTabSz="685800" rtl="0" fontAlgn="base">
        <a:spcBef>
          <a:spcPct val="0"/>
        </a:spcBef>
        <a:spcAft>
          <a:spcPct val="0"/>
        </a:spcAft>
        <a:defRPr sz="21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6pPr>
      <a:lvl7pPr marL="342900" algn="l" defTabSz="685800" rtl="0" fontAlgn="base">
        <a:spcBef>
          <a:spcPct val="0"/>
        </a:spcBef>
        <a:spcAft>
          <a:spcPct val="0"/>
        </a:spcAft>
        <a:defRPr sz="21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7pPr>
      <a:lvl8pPr marL="514350" algn="l" defTabSz="685800" rtl="0" fontAlgn="base">
        <a:spcBef>
          <a:spcPct val="0"/>
        </a:spcBef>
        <a:spcAft>
          <a:spcPct val="0"/>
        </a:spcAft>
        <a:defRPr sz="21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8pPr>
      <a:lvl9pPr marL="685800" algn="l" defTabSz="685800" rtl="0" fontAlgn="base">
        <a:spcBef>
          <a:spcPct val="0"/>
        </a:spcBef>
        <a:spcAft>
          <a:spcPct val="0"/>
        </a:spcAft>
        <a:defRPr sz="21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9pPr>
    </p:titleStyle>
    <p:bodyStyle>
      <a:lvl1pPr marL="171450" indent="-171450" algn="l" defTabSz="685800" rtl="0" eaLnBrk="0" fontAlgn="base" hangingPunct="0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kern="1200" spc="56">
          <a:solidFill>
            <a:schemeClr val="tx1"/>
          </a:solidFill>
          <a:latin typeface="+mn-ea"/>
          <a:ea typeface="+mn-ea"/>
          <a:cs typeface="+mn-cs"/>
        </a:defRPr>
      </a:lvl1pPr>
      <a:lvl2pPr marL="514350" indent="-171450" algn="l" defTabSz="685800" rtl="0" eaLnBrk="0" fontAlgn="base" hangingPunct="0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tabLst>
          <a:tab pos="1207135" algn="l"/>
        </a:tabLst>
        <a:defRPr sz="1200" kern="1200" spc="56">
          <a:solidFill>
            <a:schemeClr val="tx1"/>
          </a:solidFill>
          <a:latin typeface="+mn-ea"/>
          <a:ea typeface="+mn-ea"/>
          <a:cs typeface="+mn-cs"/>
        </a:defRPr>
      </a:lvl2pPr>
      <a:lvl3pPr marL="857250" indent="-171450" algn="l" defTabSz="685800" rtl="0" eaLnBrk="0" fontAlgn="base" hangingPunct="0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kern="1200" spc="56">
          <a:solidFill>
            <a:schemeClr val="tx1"/>
          </a:solidFill>
          <a:latin typeface="+mn-ea"/>
          <a:ea typeface="+mn-ea"/>
          <a:cs typeface="+mn-cs"/>
        </a:defRPr>
      </a:lvl3pPr>
      <a:lvl4pPr marL="1200150" indent="-171450" algn="l" defTabSz="685800" rtl="0" eaLnBrk="0" fontAlgn="base" hangingPunct="0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kern="1200" spc="56">
          <a:solidFill>
            <a:schemeClr val="tx1"/>
          </a:solidFill>
          <a:latin typeface="+mn-ea"/>
          <a:ea typeface="+mn-ea"/>
          <a:cs typeface="+mn-cs"/>
        </a:defRPr>
      </a:lvl4pPr>
      <a:lvl5pPr marL="1543050" indent="-171450" algn="l" defTabSz="685800" rtl="0" eaLnBrk="0" fontAlgn="base" hangingPunct="0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kern="1200" spc="56">
          <a:solidFill>
            <a:schemeClr val="tx1"/>
          </a:solidFill>
          <a:latin typeface="+mn-ea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659606" y="4762501"/>
            <a:ext cx="2025254" cy="23753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900">
                <a:solidFill>
                  <a:prstClr val="black">
                    <a:tint val="75000"/>
                  </a:prstClr>
                </a:solidFill>
                <a:latin typeface="+mn-ea"/>
                <a:ea typeface="Helvetica Neue" pitchFamily="2" charset="0"/>
                <a:cs typeface="Helvetica Neue" pitchFamily="2" charset="0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087291" y="4762501"/>
            <a:ext cx="2969419" cy="23753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900" dirty="0">
                <a:solidFill>
                  <a:prstClr val="black">
                    <a:tint val="75000"/>
                  </a:prstClr>
                </a:solidFill>
                <a:latin typeface="+mn-ea"/>
                <a:ea typeface="Helvetica Neue" pitchFamily="2" charset="0"/>
                <a:cs typeface="Helvetica Neue" pitchFamily="2" charset="0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457950" y="4762501"/>
            <a:ext cx="2025254" cy="23753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900" smtClean="0">
                <a:solidFill>
                  <a:prstClr val="black">
                    <a:tint val="75000"/>
                  </a:prstClr>
                </a:solidFill>
                <a:latin typeface="+mn-ea"/>
                <a:ea typeface="Helvetica Neue" pitchFamily="2" charset="0"/>
                <a:cs typeface="Helvetica Neue" pitchFamily="2" charset="0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fld id="{E738E00A-368F-495D-AE77-4E590178A0FB}" type="slidenum">
              <a:rPr lang="zh-CN" altLang="en-US" smtClean="0"/>
            </a:fld>
            <a:endParaRPr lang="zh-CN" altLang="en-US" dirty="0"/>
          </a:p>
        </p:txBody>
      </p:sp>
      <p:sp>
        <p:nvSpPr>
          <p:cNvPr id="7" name="KSO_TEMPLATE" hidden="1"/>
          <p:cNvSpPr/>
          <p:nvPr userDrawn="1"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5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502444" y="435769"/>
            <a:ext cx="8139113" cy="486371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  <a:endParaRPr dirty="0">
              <a:sym typeface="+mn-ea"/>
            </a:endParaRP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502444" y="1131094"/>
            <a:ext cx="8139113" cy="3561755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 dirty="0"/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52" r:id="rId1"/>
    <p:sldLayoutId id="2147483753" r:id="rId2"/>
    <p:sldLayoutId id="2147483754" r:id="rId3"/>
    <p:sldLayoutId id="2147483755" r:id="rId4"/>
    <p:sldLayoutId id="2147483756" r:id="rId5"/>
    <p:sldLayoutId id="2147483757" r:id="rId6"/>
    <p:sldLayoutId id="2147483758" r:id="rId7"/>
    <p:sldLayoutId id="2147483759" r:id="rId8"/>
    <p:sldLayoutId id="2147483760" r:id="rId9"/>
    <p:sldLayoutId id="2147483761" r:id="rId10"/>
    <p:sldLayoutId id="2147483762" r:id="rId11"/>
  </p:sldLayoutIdLst>
  <p:hf hdr="0" ftr="0" dt="0"/>
  <p:txStyles>
    <p:titleStyle>
      <a:lvl1pPr algn="l" defTabSz="685800" rtl="0" fontAlgn="base">
        <a:spcBef>
          <a:spcPct val="0"/>
        </a:spcBef>
        <a:spcAft>
          <a:spcPct val="0"/>
        </a:spcAft>
        <a:defRPr sz="2100" b="1" kern="1200" spc="75">
          <a:solidFill>
            <a:schemeClr val="tx1"/>
          </a:solidFill>
          <a:latin typeface="+mn-ea"/>
          <a:ea typeface="+mn-ea"/>
          <a:cs typeface="+mj-cs"/>
        </a:defRPr>
      </a:lvl1pPr>
      <a:lvl2pPr algn="l" defTabSz="685800" rtl="0" fontAlgn="base">
        <a:spcBef>
          <a:spcPct val="0"/>
        </a:spcBef>
        <a:spcAft>
          <a:spcPct val="0"/>
        </a:spcAft>
        <a:defRPr sz="21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2pPr>
      <a:lvl3pPr algn="l" defTabSz="685800" rtl="0" fontAlgn="base">
        <a:spcBef>
          <a:spcPct val="0"/>
        </a:spcBef>
        <a:spcAft>
          <a:spcPct val="0"/>
        </a:spcAft>
        <a:defRPr sz="21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3pPr>
      <a:lvl4pPr algn="l" defTabSz="685800" rtl="0" fontAlgn="base">
        <a:spcBef>
          <a:spcPct val="0"/>
        </a:spcBef>
        <a:spcAft>
          <a:spcPct val="0"/>
        </a:spcAft>
        <a:defRPr sz="21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4pPr>
      <a:lvl5pPr algn="l" defTabSz="685800" rtl="0" fontAlgn="base">
        <a:spcBef>
          <a:spcPct val="0"/>
        </a:spcBef>
        <a:spcAft>
          <a:spcPct val="0"/>
        </a:spcAft>
        <a:defRPr sz="21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5pPr>
      <a:lvl6pPr marL="171450" algn="l" defTabSz="685800" rtl="0" fontAlgn="base">
        <a:spcBef>
          <a:spcPct val="0"/>
        </a:spcBef>
        <a:spcAft>
          <a:spcPct val="0"/>
        </a:spcAft>
        <a:defRPr sz="21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6pPr>
      <a:lvl7pPr marL="342900" algn="l" defTabSz="685800" rtl="0" fontAlgn="base">
        <a:spcBef>
          <a:spcPct val="0"/>
        </a:spcBef>
        <a:spcAft>
          <a:spcPct val="0"/>
        </a:spcAft>
        <a:defRPr sz="21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7pPr>
      <a:lvl8pPr marL="514350" algn="l" defTabSz="685800" rtl="0" fontAlgn="base">
        <a:spcBef>
          <a:spcPct val="0"/>
        </a:spcBef>
        <a:spcAft>
          <a:spcPct val="0"/>
        </a:spcAft>
        <a:defRPr sz="21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8pPr>
      <a:lvl9pPr marL="685800" algn="l" defTabSz="685800" rtl="0" fontAlgn="base">
        <a:spcBef>
          <a:spcPct val="0"/>
        </a:spcBef>
        <a:spcAft>
          <a:spcPct val="0"/>
        </a:spcAft>
        <a:defRPr sz="21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9pPr>
    </p:titleStyle>
    <p:bodyStyle>
      <a:lvl1pPr marL="171450" indent="-171450" algn="l" defTabSz="685800" rtl="0" fontAlgn="base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kern="1200" spc="56">
          <a:solidFill>
            <a:schemeClr val="tx1"/>
          </a:solidFill>
          <a:latin typeface="+mn-ea"/>
          <a:ea typeface="+mn-ea"/>
          <a:cs typeface="+mn-cs"/>
        </a:defRPr>
      </a:lvl1pPr>
      <a:lvl2pPr marL="514350" indent="-171450" algn="l" defTabSz="685800" rtl="0" fontAlgn="base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tabLst>
          <a:tab pos="1207135" algn="l"/>
        </a:tabLst>
        <a:defRPr sz="1200" kern="1200" spc="56">
          <a:solidFill>
            <a:schemeClr val="tx1"/>
          </a:solidFill>
          <a:latin typeface="+mn-ea"/>
          <a:ea typeface="+mn-ea"/>
          <a:cs typeface="+mn-cs"/>
        </a:defRPr>
      </a:lvl2pPr>
      <a:lvl3pPr marL="857250" indent="-171450" algn="l" defTabSz="685800" rtl="0" fontAlgn="base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kern="1200" spc="56">
          <a:solidFill>
            <a:schemeClr val="tx1"/>
          </a:solidFill>
          <a:latin typeface="+mn-ea"/>
          <a:ea typeface="+mn-ea"/>
          <a:cs typeface="+mn-cs"/>
        </a:defRPr>
      </a:lvl3pPr>
      <a:lvl4pPr marL="1200150" indent="-171450" algn="l" defTabSz="685800" rtl="0" fontAlgn="base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kern="1200" spc="56">
          <a:solidFill>
            <a:schemeClr val="tx1"/>
          </a:solidFill>
          <a:latin typeface="+mn-ea"/>
          <a:ea typeface="+mn-ea"/>
          <a:cs typeface="+mn-cs"/>
        </a:defRPr>
      </a:lvl4pPr>
      <a:lvl5pPr marL="1543050" indent="-171450" algn="l" defTabSz="685800" rtl="0" fontAlgn="base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kern="1200" spc="56">
          <a:solidFill>
            <a:schemeClr val="tx1"/>
          </a:solidFill>
          <a:latin typeface="+mn-ea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659807" y="4762375"/>
            <a:ext cx="2025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pPr marL="0" marR="0" lvl="0" indent="0" algn="l" defTabSz="30988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9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087000" y="4762375"/>
            <a:ext cx="2970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pPr marL="0" marR="0" lvl="0" indent="0" algn="ctr" defTabSz="30988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457950" y="4762375"/>
            <a:ext cx="2025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pPr marL="0" marR="0" lvl="0" indent="0" algn="r" defTabSz="30988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49AE70B2-8BF9-45C0-BB95-33D1B9D3A854}" type="slidenum">
              <a:rPr kumimoji="0" lang="zh-CN" alt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Arial" panose="020B0604020202020204" pitchFamily="34" charset="0"/>
              </a:rPr>
            </a:fld>
            <a:endParaRPr kumimoji="0" lang="zh-CN" alt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7" name="KSO_TEMPLATE" hidden="1"/>
          <p:cNvSpPr/>
          <p:nvPr userDrawn="1"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30988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5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502411" y="435919"/>
            <a:ext cx="8139178" cy="48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  <a:endParaRPr dirty="0">
              <a:sym typeface="+mn-ea"/>
            </a:endParaRP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502444" y="1131094"/>
            <a:ext cx="8139113" cy="3561874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 dirty="0"/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64" r:id="rId1"/>
    <p:sldLayoutId id="2147483765" r:id="rId2"/>
    <p:sldLayoutId id="2147483766" r:id="rId3"/>
    <p:sldLayoutId id="2147483767" r:id="rId4"/>
    <p:sldLayoutId id="2147483768" r:id="rId5"/>
    <p:sldLayoutId id="2147483769" r:id="rId6"/>
    <p:sldLayoutId id="2147483770" r:id="rId7"/>
    <p:sldLayoutId id="2147483771" r:id="rId8"/>
    <p:sldLayoutId id="2147483772" r:id="rId9"/>
    <p:sldLayoutId id="2147483773" r:id="rId10"/>
    <p:sldLayoutId id="2147483774" r:id="rId11"/>
  </p:sldLayoutIdLst>
  <p:hf hdr="0" ftr="0" dt="0"/>
  <p:txStyles>
    <p:titleStyle>
      <a:lvl1pPr algn="l" defTabSz="685800" rtl="0" eaLnBrk="1" fontAlgn="auto" latinLnBrk="0" hangingPunct="1">
        <a:lnSpc>
          <a:spcPct val="100000"/>
        </a:lnSpc>
        <a:spcBef>
          <a:spcPct val="0"/>
        </a:spcBef>
        <a:buNone/>
        <a:defRPr sz="2100" b="1" u="none" strike="noStrike" kern="1200" cap="none" spc="75" normalizeH="0">
          <a:solidFill>
            <a:schemeClr val="tx1"/>
          </a:solidFill>
          <a:uFillTx/>
          <a:latin typeface="+mn-ea"/>
          <a:ea typeface="+mn-ea"/>
          <a:cs typeface="+mj-cs"/>
        </a:defRPr>
      </a:lvl1pPr>
    </p:titleStyle>
    <p:bodyStyle>
      <a:lvl1pPr marL="1714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1pPr>
      <a:lvl2pPr marL="5143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tabLst>
          <a:tab pos="1207135" algn="l"/>
        </a:tabLst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2pPr>
      <a:lvl3pPr marL="8572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3pPr>
      <a:lvl4pPr marL="12001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4pPr>
      <a:lvl5pPr marL="15430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659807" y="4762375"/>
            <a:ext cx="2025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pPr eaLnBrk="1" hangingPunct="1">
              <a:defRPr/>
            </a:pPr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087000" y="4762375"/>
            <a:ext cx="2970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pPr eaLnBrk="1" hangingPunct="1">
              <a:defRPr/>
            </a:pPr>
            <a:endParaRPr lang="zh-CN" altLang="en-US" dirty="0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457950" y="4762375"/>
            <a:ext cx="2025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pPr eaLnBrk="1" hangingPunct="1"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 panose="020B0503020204020204" pitchFamily="34" charset="-122"/>
                <a:cs typeface="+mn-cs"/>
                <a:sym typeface="Arial" panose="020B0604020202020204" pitchFamily="34" charset="0"/>
              </a:rPr>
            </a:fld>
            <a:endParaRPr lang="zh-CN" altLang="en-US" dirty="0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7" name="KSO_TEMPLATE" hidden="1"/>
          <p:cNvSpPr/>
          <p:nvPr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3098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5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502411" y="435919"/>
            <a:ext cx="8139178" cy="48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  <a:endParaRPr dirty="0">
              <a:sym typeface="+mn-ea"/>
            </a:endParaRP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502444" y="1131094"/>
            <a:ext cx="8139113" cy="3561874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 dirty="0"/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76" r:id="rId1"/>
    <p:sldLayoutId id="2147483777" r:id="rId2"/>
    <p:sldLayoutId id="2147483778" r:id="rId3"/>
    <p:sldLayoutId id="2147483779" r:id="rId4"/>
    <p:sldLayoutId id="2147483780" r:id="rId5"/>
    <p:sldLayoutId id="2147483781" r:id="rId6"/>
    <p:sldLayoutId id="2147483782" r:id="rId7"/>
    <p:sldLayoutId id="2147483783" r:id="rId8"/>
    <p:sldLayoutId id="2147483784" r:id="rId9"/>
    <p:sldLayoutId id="2147483785" r:id="rId10"/>
    <p:sldLayoutId id="2147483786" r:id="rId11"/>
    <p:sldLayoutId id="2147483787" r:id="rId12"/>
    <p:sldLayoutId id="2147483788" r:id="rId13"/>
  </p:sldLayoutIdLst>
  <p:hf hdr="0" ftr="0" dt="0"/>
  <p:txStyles>
    <p:titleStyle>
      <a:lvl1pPr algn="l" defTabSz="685800" rtl="0" eaLnBrk="1" fontAlgn="auto" latinLnBrk="0" hangingPunct="1">
        <a:lnSpc>
          <a:spcPct val="100000"/>
        </a:lnSpc>
        <a:spcBef>
          <a:spcPct val="0"/>
        </a:spcBef>
        <a:buNone/>
        <a:defRPr sz="2100" b="1" u="none" strike="noStrike" kern="1200" cap="none" spc="75" normalizeH="0">
          <a:solidFill>
            <a:schemeClr val="tx1"/>
          </a:solidFill>
          <a:uFillTx/>
          <a:latin typeface="+mn-ea"/>
          <a:ea typeface="+mn-ea"/>
          <a:cs typeface="+mj-cs"/>
        </a:defRPr>
      </a:lvl1pPr>
    </p:titleStyle>
    <p:bodyStyle>
      <a:lvl1pPr marL="1714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1pPr>
      <a:lvl2pPr marL="5143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tabLst>
          <a:tab pos="1207135" algn="l"/>
        </a:tabLst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2pPr>
      <a:lvl3pPr marL="8572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3pPr>
      <a:lvl4pPr marL="12001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4pPr>
      <a:lvl5pPr marL="15430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659807" y="4762375"/>
            <a:ext cx="2025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  <a:latin typeface="华文楷体" panose="02010600040101010101" pitchFamily="2" charset="-122"/>
              </a:defRPr>
            </a:lvl1pPr>
          </a:lstStyle>
          <a:p>
            <a:pPr eaLnBrk="1" hangingPunct="1"/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087000" y="4762375"/>
            <a:ext cx="2970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  <a:latin typeface="华文楷体" panose="02010600040101010101" pitchFamily="2" charset="-122"/>
              </a:defRPr>
            </a:lvl1pPr>
          </a:lstStyle>
          <a:p>
            <a:pPr eaLnBrk="1" hangingPunct="1"/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457950" y="4762375"/>
            <a:ext cx="2025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  <a:latin typeface="华文楷体" panose="02010600040101010101" pitchFamily="2" charset="-122"/>
              </a:defRPr>
            </a:lvl1pPr>
          </a:lstStyle>
          <a:p>
            <a:pPr eaLnBrk="1" hangingPunct="1"/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cs typeface="+mn-cs"/>
              </a:rPr>
            </a:fld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7" name="KSO_TEMPLATE" hidden="1"/>
          <p:cNvSpPr/>
          <p:nvPr userDrawn="1"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3098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5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imes New Roman" panose="02020603050405020304"/>
              <a:ea typeface="华文楷体" panose="02010600040101010101" pitchFamily="2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502411" y="435919"/>
            <a:ext cx="8139178" cy="48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  <a:endParaRPr dirty="0">
              <a:sym typeface="+mn-ea"/>
            </a:endParaRP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502444" y="1131094"/>
            <a:ext cx="8139113" cy="3561874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 dirty="0"/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90" r:id="rId1"/>
    <p:sldLayoutId id="2147483791" r:id="rId2"/>
    <p:sldLayoutId id="2147483792" r:id="rId3"/>
    <p:sldLayoutId id="2147483793" r:id="rId4"/>
    <p:sldLayoutId id="2147483794" r:id="rId5"/>
    <p:sldLayoutId id="2147483795" r:id="rId6"/>
    <p:sldLayoutId id="2147483796" r:id="rId7"/>
    <p:sldLayoutId id="2147483797" r:id="rId8"/>
    <p:sldLayoutId id="2147483798" r:id="rId9"/>
    <p:sldLayoutId id="2147483799" r:id="rId10"/>
    <p:sldLayoutId id="2147483800" r:id="rId11"/>
  </p:sldLayoutIdLst>
  <p:hf hdr="0" ftr="0" dt="0"/>
  <p:txStyles>
    <p:titleStyle>
      <a:lvl1pPr algn="l" defTabSz="685800" rtl="0" eaLnBrk="1" fontAlgn="auto" latinLnBrk="0" hangingPunct="1">
        <a:lnSpc>
          <a:spcPct val="100000"/>
        </a:lnSpc>
        <a:spcBef>
          <a:spcPct val="0"/>
        </a:spcBef>
        <a:buNone/>
        <a:defRPr sz="2100" b="1" u="none" strike="noStrike" kern="1200" cap="none" spc="75" normalizeH="0">
          <a:solidFill>
            <a:schemeClr val="tx1"/>
          </a:solidFill>
          <a:uFillTx/>
          <a:latin typeface="华文楷体" panose="02010600040101010101" pitchFamily="2" charset="-122"/>
          <a:ea typeface="华文楷体" panose="02010600040101010101" pitchFamily="2" charset="-122"/>
          <a:cs typeface="+mj-cs"/>
        </a:defRPr>
      </a:lvl1pPr>
    </p:titleStyle>
    <p:bodyStyle>
      <a:lvl1pPr marL="1714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华文楷体" panose="02010600040101010101" pitchFamily="2" charset="-122"/>
          <a:ea typeface="华文楷体" panose="02010600040101010101" pitchFamily="2" charset="-122"/>
          <a:cs typeface="+mn-cs"/>
        </a:defRPr>
      </a:lvl1pPr>
      <a:lvl2pPr marL="5143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tabLst>
          <a:tab pos="1207135" algn="l"/>
        </a:tabLst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2pPr>
      <a:lvl3pPr marL="8572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3pPr>
      <a:lvl4pPr marL="12001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4pPr>
      <a:lvl5pPr marL="15430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659807" y="4762375"/>
            <a:ext cx="2025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087000" y="4762375"/>
            <a:ext cx="2970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 dirty="0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457950" y="4762375"/>
            <a:ext cx="2025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 panose="020B0503020204020204" pitchFamily="34" charset="-122"/>
                <a:cs typeface="+mn-cs"/>
              </a:rPr>
            </a:fld>
            <a:endParaRPr lang="zh-CN" altLang="en-US" dirty="0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7" name="KSO_TEMPLATE" hidden="1"/>
          <p:cNvSpPr/>
          <p:nvPr userDrawn="1"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30988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5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502412" y="435919"/>
            <a:ext cx="8139178" cy="48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  <a:endParaRPr dirty="0">
              <a:sym typeface="+mn-ea"/>
            </a:endParaRP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502444" y="1131094"/>
            <a:ext cx="8139113" cy="3561874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 dirty="0"/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02" r:id="rId1"/>
    <p:sldLayoutId id="2147483803" r:id="rId2"/>
    <p:sldLayoutId id="2147483804" r:id="rId3"/>
    <p:sldLayoutId id="2147483805" r:id="rId4"/>
    <p:sldLayoutId id="2147483806" r:id="rId5"/>
    <p:sldLayoutId id="2147483807" r:id="rId6"/>
    <p:sldLayoutId id="2147483808" r:id="rId7"/>
    <p:sldLayoutId id="2147483809" r:id="rId8"/>
    <p:sldLayoutId id="2147483810" r:id="rId9"/>
    <p:sldLayoutId id="2147483811" r:id="rId10"/>
    <p:sldLayoutId id="2147483812" r:id="rId11"/>
  </p:sldLayoutIdLst>
  <p:hf hdr="0" ftr="0" dt="0"/>
  <p:txStyles>
    <p:titleStyle>
      <a:lvl1pPr algn="l" defTabSz="685800" rtl="0" eaLnBrk="1" fontAlgn="auto" latinLnBrk="0" hangingPunct="1">
        <a:lnSpc>
          <a:spcPct val="100000"/>
        </a:lnSpc>
        <a:spcBef>
          <a:spcPct val="0"/>
        </a:spcBef>
        <a:buNone/>
        <a:defRPr sz="2100" b="1" u="none" strike="noStrike" kern="1200" cap="none" spc="75" normalizeH="0">
          <a:solidFill>
            <a:schemeClr val="tx1"/>
          </a:solidFill>
          <a:uFillTx/>
          <a:latin typeface="+mn-ea"/>
          <a:ea typeface="+mn-ea"/>
          <a:cs typeface="+mj-cs"/>
        </a:defRPr>
      </a:lvl1pPr>
    </p:titleStyle>
    <p:bodyStyle>
      <a:lvl1pPr marL="1714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1pPr>
      <a:lvl2pPr marL="5143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tabLst>
          <a:tab pos="1207135" algn="l"/>
        </a:tabLst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2pPr>
      <a:lvl3pPr marL="8572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3pPr>
      <a:lvl4pPr marL="12001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4pPr>
      <a:lvl5pPr marL="15430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659807" y="4762375"/>
            <a:ext cx="2025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087000" y="4762375"/>
            <a:ext cx="2970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dirty="0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457950" y="4762375"/>
            <a:ext cx="2025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 panose="020B0503020204020204" pitchFamily="34" charset="-122"/>
                <a:cs typeface="+mn-cs"/>
              </a:rPr>
            </a:fld>
            <a:endParaRPr lang="zh-CN" altLang="en-US" dirty="0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7" name="KSO_TEMPLATE" hidden="1"/>
          <p:cNvSpPr/>
          <p:nvPr userDrawn="1"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5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502412" y="435919"/>
            <a:ext cx="8139178" cy="48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  <a:endParaRPr dirty="0">
              <a:sym typeface="+mn-ea"/>
            </a:endParaRP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502444" y="1131095"/>
            <a:ext cx="8139113" cy="3561874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 dirty="0"/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14" r:id="rId1"/>
    <p:sldLayoutId id="2147483815" r:id="rId2"/>
    <p:sldLayoutId id="2147483816" r:id="rId3"/>
    <p:sldLayoutId id="2147483817" r:id="rId4"/>
    <p:sldLayoutId id="2147483818" r:id="rId5"/>
    <p:sldLayoutId id="2147483819" r:id="rId6"/>
    <p:sldLayoutId id="2147483820" r:id="rId7"/>
    <p:sldLayoutId id="2147483821" r:id="rId8"/>
    <p:sldLayoutId id="2147483822" r:id="rId9"/>
    <p:sldLayoutId id="2147483823" r:id="rId10"/>
  </p:sldLayoutIdLst>
  <p:hf hdr="0" ftr="0" dt="0"/>
  <p:txStyles>
    <p:titleStyle>
      <a:lvl1pPr algn="l" defTabSz="685800" rtl="0" eaLnBrk="1" fontAlgn="auto" latinLnBrk="0" hangingPunct="1">
        <a:lnSpc>
          <a:spcPct val="100000"/>
        </a:lnSpc>
        <a:spcBef>
          <a:spcPct val="0"/>
        </a:spcBef>
        <a:buNone/>
        <a:defRPr sz="2100" b="1" u="none" strike="noStrike" kern="1200" cap="none" spc="75" normalizeH="0">
          <a:solidFill>
            <a:schemeClr val="tx1"/>
          </a:solidFill>
          <a:uFillTx/>
          <a:latin typeface="+mn-ea"/>
          <a:ea typeface="+mn-ea"/>
          <a:cs typeface="+mj-cs"/>
        </a:defRPr>
      </a:lvl1pPr>
    </p:titleStyle>
    <p:bodyStyle>
      <a:lvl1pPr marL="1714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1pPr>
      <a:lvl2pPr marL="5143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tabLst>
          <a:tab pos="1207135" algn="l"/>
        </a:tabLst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2pPr>
      <a:lvl3pPr marL="8572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3pPr>
      <a:lvl4pPr marL="12001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4pPr>
      <a:lvl5pPr marL="15430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659807" y="4762375"/>
            <a:ext cx="2025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  <a:latin typeface="华文楷体" panose="02010600040101010101" pitchFamily="2" charset="-122"/>
              </a:defRPr>
            </a:lvl1pPr>
          </a:lstStyle>
          <a:p>
            <a:pPr eaLnBrk="1" hangingPunct="1"/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087000" y="4762375"/>
            <a:ext cx="2970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  <a:latin typeface="华文楷体" panose="02010600040101010101" pitchFamily="2" charset="-122"/>
              </a:defRPr>
            </a:lvl1pPr>
          </a:lstStyle>
          <a:p>
            <a:pPr eaLnBrk="1" hangingPunct="1"/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457950" y="4762375"/>
            <a:ext cx="2025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  <a:latin typeface="华文楷体" panose="02010600040101010101" pitchFamily="2" charset="-122"/>
              </a:defRPr>
            </a:lvl1pPr>
          </a:lstStyle>
          <a:p>
            <a:pPr eaLnBrk="1" hangingPunct="1"/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cs typeface="+mn-cs"/>
              </a:rPr>
            </a:fld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7" name="KSO_TEMPLATE" hidden="1"/>
          <p:cNvSpPr/>
          <p:nvPr userDrawn="1"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3098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5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imes New Roman" panose="02020603050405020304"/>
              <a:ea typeface="华文楷体" panose="02010600040101010101" pitchFamily="2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502411" y="435919"/>
            <a:ext cx="8139178" cy="48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  <a:endParaRPr dirty="0">
              <a:sym typeface="+mn-ea"/>
            </a:endParaRP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502444" y="1131094"/>
            <a:ext cx="8139113" cy="3561874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 dirty="0"/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25" r:id="rId1"/>
    <p:sldLayoutId id="2147483826" r:id="rId2"/>
    <p:sldLayoutId id="2147483827" r:id="rId3"/>
    <p:sldLayoutId id="2147483828" r:id="rId4"/>
    <p:sldLayoutId id="2147483829" r:id="rId5"/>
    <p:sldLayoutId id="2147483830" r:id="rId6"/>
    <p:sldLayoutId id="2147483831" r:id="rId7"/>
    <p:sldLayoutId id="2147483832" r:id="rId8"/>
    <p:sldLayoutId id="2147483833" r:id="rId9"/>
    <p:sldLayoutId id="2147483834" r:id="rId10"/>
    <p:sldLayoutId id="2147483835" r:id="rId11"/>
  </p:sldLayoutIdLst>
  <p:hf hdr="0" ftr="0" dt="0"/>
  <p:txStyles>
    <p:titleStyle>
      <a:lvl1pPr algn="l" defTabSz="685800" rtl="0" eaLnBrk="1" fontAlgn="auto" latinLnBrk="0" hangingPunct="1">
        <a:lnSpc>
          <a:spcPct val="100000"/>
        </a:lnSpc>
        <a:spcBef>
          <a:spcPct val="0"/>
        </a:spcBef>
        <a:buNone/>
        <a:defRPr sz="2100" b="1" u="none" strike="noStrike" kern="1200" cap="none" spc="75" normalizeH="0">
          <a:solidFill>
            <a:schemeClr val="tx1"/>
          </a:solidFill>
          <a:uFillTx/>
          <a:latin typeface="华文楷体" panose="02010600040101010101" pitchFamily="2" charset="-122"/>
          <a:ea typeface="华文楷体" panose="02010600040101010101" pitchFamily="2" charset="-122"/>
          <a:cs typeface="+mj-cs"/>
        </a:defRPr>
      </a:lvl1pPr>
    </p:titleStyle>
    <p:bodyStyle>
      <a:lvl1pPr marL="1714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华文楷体" panose="02010600040101010101" pitchFamily="2" charset="-122"/>
          <a:ea typeface="华文楷体" panose="02010600040101010101" pitchFamily="2" charset="-122"/>
          <a:cs typeface="+mn-cs"/>
        </a:defRPr>
      </a:lvl1pPr>
      <a:lvl2pPr marL="5143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tabLst>
          <a:tab pos="1207135" algn="l"/>
        </a:tabLst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2pPr>
      <a:lvl3pPr marL="8572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3pPr>
      <a:lvl4pPr marL="12001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4pPr>
      <a:lvl5pPr marL="15430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7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659807" y="4762375"/>
            <a:ext cx="2025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  <a:latin typeface="华文楷体" panose="02010600040101010101" pitchFamily="2" charset="-122"/>
              </a:defRPr>
            </a:lvl1pPr>
          </a:lstStyle>
          <a:p>
            <a:pPr eaLnBrk="1" hangingPunct="1"/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087000" y="4762375"/>
            <a:ext cx="2970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  <a:latin typeface="华文楷体" panose="02010600040101010101" pitchFamily="2" charset="-122"/>
              </a:defRPr>
            </a:lvl1pPr>
          </a:lstStyle>
          <a:p>
            <a:pPr eaLnBrk="1" hangingPunct="1"/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457950" y="4762375"/>
            <a:ext cx="2025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  <a:latin typeface="华文楷体" panose="02010600040101010101" pitchFamily="2" charset="-122"/>
              </a:defRPr>
            </a:lvl1pPr>
          </a:lstStyle>
          <a:p>
            <a:pPr eaLnBrk="1" hangingPunct="1"/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cs typeface="+mn-cs"/>
              </a:rPr>
            </a:fld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7" name="KSO_TEMPLATE" hidden="1"/>
          <p:cNvSpPr/>
          <p:nvPr userDrawn="1"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3098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5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imes New Roman" panose="02020603050405020304"/>
              <a:ea typeface="华文楷体" panose="02010600040101010101" pitchFamily="2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502411" y="435919"/>
            <a:ext cx="8139178" cy="48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  <a:endParaRPr dirty="0">
              <a:sym typeface="+mn-ea"/>
            </a:endParaRP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502444" y="1131094"/>
            <a:ext cx="8139113" cy="3561874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 dirty="0"/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37" r:id="rId1"/>
    <p:sldLayoutId id="2147483838" r:id="rId2"/>
    <p:sldLayoutId id="2147483839" r:id="rId3"/>
    <p:sldLayoutId id="2147483840" r:id="rId4"/>
    <p:sldLayoutId id="2147483841" r:id="rId5"/>
    <p:sldLayoutId id="2147483842" r:id="rId6"/>
    <p:sldLayoutId id="2147483843" r:id="rId7"/>
    <p:sldLayoutId id="2147483844" r:id="rId8"/>
    <p:sldLayoutId id="2147483845" r:id="rId9"/>
    <p:sldLayoutId id="2147483846" r:id="rId10"/>
    <p:sldLayoutId id="2147483847" r:id="rId11"/>
  </p:sldLayoutIdLst>
  <p:hf hdr="0" ftr="0" dt="0"/>
  <p:txStyles>
    <p:titleStyle>
      <a:lvl1pPr algn="l" defTabSz="685800" rtl="0" eaLnBrk="1" fontAlgn="auto" latinLnBrk="0" hangingPunct="1">
        <a:lnSpc>
          <a:spcPct val="100000"/>
        </a:lnSpc>
        <a:spcBef>
          <a:spcPct val="0"/>
        </a:spcBef>
        <a:buNone/>
        <a:defRPr sz="2100" b="1" u="none" strike="noStrike" kern="1200" cap="none" spc="75" normalizeH="0">
          <a:solidFill>
            <a:schemeClr val="tx1"/>
          </a:solidFill>
          <a:uFillTx/>
          <a:latin typeface="华文楷体" panose="02010600040101010101" pitchFamily="2" charset="-122"/>
          <a:ea typeface="华文楷体" panose="02010600040101010101" pitchFamily="2" charset="-122"/>
          <a:cs typeface="+mj-cs"/>
        </a:defRPr>
      </a:lvl1pPr>
    </p:titleStyle>
    <p:bodyStyle>
      <a:lvl1pPr marL="1714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华文楷体" panose="02010600040101010101" pitchFamily="2" charset="-122"/>
          <a:ea typeface="华文楷体" panose="02010600040101010101" pitchFamily="2" charset="-122"/>
          <a:cs typeface="+mn-cs"/>
        </a:defRPr>
      </a:lvl1pPr>
      <a:lvl2pPr marL="5143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tabLst>
          <a:tab pos="1207135" algn="l"/>
        </a:tabLst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2pPr>
      <a:lvl3pPr marL="8572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3pPr>
      <a:lvl4pPr marL="12001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4pPr>
      <a:lvl5pPr marL="15430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8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659807" y="4762375"/>
            <a:ext cx="2025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pPr eaLnBrk="1" hangingPunct="1"/>
            <a:endParaRPr lang="zh-CN" altLang="en-US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087000" y="4762375"/>
            <a:ext cx="2970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pPr eaLnBrk="1" hangingPunct="1"/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457950" y="4762375"/>
            <a:ext cx="2025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pPr eaLnBrk="1" hangingPunct="1"/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cs typeface="+mn-cs"/>
              </a:rPr>
            </a:fld>
            <a:endParaRPr lang="zh-CN" altLang="en-US" dirty="0">
              <a:solidFill>
                <a:prstClr val="black">
                  <a:tint val="75000"/>
                </a:prstClr>
              </a:solidFill>
              <a:cs typeface="+mn-cs"/>
            </a:endParaRPr>
          </a:p>
        </p:txBody>
      </p:sp>
      <p:sp>
        <p:nvSpPr>
          <p:cNvPr id="7" name="KSO_TEMPLATE" hidden="1"/>
          <p:cNvSpPr/>
          <p:nvPr userDrawn="1"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3098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5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502411" y="435919"/>
            <a:ext cx="8139178" cy="48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  <a:endParaRPr dirty="0">
              <a:sym typeface="+mn-ea"/>
            </a:endParaRP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502444" y="1131094"/>
            <a:ext cx="8139113" cy="3561874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 dirty="0"/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49" r:id="rId1"/>
    <p:sldLayoutId id="2147483850" r:id="rId2"/>
    <p:sldLayoutId id="2147483851" r:id="rId3"/>
    <p:sldLayoutId id="2147483852" r:id="rId4"/>
    <p:sldLayoutId id="2147483853" r:id="rId5"/>
    <p:sldLayoutId id="2147483854" r:id="rId6"/>
    <p:sldLayoutId id="2147483855" r:id="rId7"/>
    <p:sldLayoutId id="2147483856" r:id="rId8"/>
    <p:sldLayoutId id="2147483857" r:id="rId9"/>
    <p:sldLayoutId id="2147483858" r:id="rId10"/>
  </p:sldLayoutIdLst>
  <p:hf hdr="0" ftr="0" dt="0"/>
  <p:txStyles>
    <p:titleStyle>
      <a:lvl1pPr algn="l" defTabSz="685800" rtl="0" eaLnBrk="1" fontAlgn="auto" latinLnBrk="0" hangingPunct="1">
        <a:lnSpc>
          <a:spcPct val="100000"/>
        </a:lnSpc>
        <a:spcBef>
          <a:spcPct val="0"/>
        </a:spcBef>
        <a:buNone/>
        <a:defRPr sz="2100" b="1" u="none" strike="noStrike" kern="1200" cap="none" spc="75" normalizeH="0">
          <a:solidFill>
            <a:schemeClr val="tx1"/>
          </a:solidFill>
          <a:uFillTx/>
          <a:latin typeface="+mn-ea"/>
          <a:ea typeface="+mn-ea"/>
          <a:cs typeface="+mj-cs"/>
        </a:defRPr>
      </a:lvl1pPr>
    </p:titleStyle>
    <p:bodyStyle>
      <a:lvl1pPr marL="1714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1pPr>
      <a:lvl2pPr marL="5143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tabLst>
          <a:tab pos="1207135" algn="l"/>
        </a:tabLst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2pPr>
      <a:lvl3pPr marL="8572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3pPr>
      <a:lvl4pPr marL="12001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4pPr>
      <a:lvl5pPr marL="15430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9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659807" y="4762375"/>
            <a:ext cx="2025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087000" y="4762375"/>
            <a:ext cx="2970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457950" y="4762375"/>
            <a:ext cx="2025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  <p:sp>
        <p:nvSpPr>
          <p:cNvPr id="7" name="KSO_TEMPLATE" hidden="1"/>
          <p:cNvSpPr/>
          <p:nvPr userDrawn="1"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500"/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502411" y="435919"/>
            <a:ext cx="8139178" cy="48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  <a:endParaRPr dirty="0">
              <a:sym typeface="+mn-ea"/>
            </a:endParaRP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502444" y="1131094"/>
            <a:ext cx="8139113" cy="3561874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 dirty="0"/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60" r:id="rId1"/>
    <p:sldLayoutId id="2147483861" r:id="rId2"/>
    <p:sldLayoutId id="2147483862" r:id="rId3"/>
    <p:sldLayoutId id="2147483863" r:id="rId4"/>
    <p:sldLayoutId id="2147483864" r:id="rId5"/>
    <p:sldLayoutId id="2147483865" r:id="rId6"/>
    <p:sldLayoutId id="2147483866" r:id="rId7"/>
    <p:sldLayoutId id="2147483867" r:id="rId8"/>
    <p:sldLayoutId id="2147483868" r:id="rId9"/>
    <p:sldLayoutId id="2147483869" r:id="rId10"/>
    <p:sldLayoutId id="2147483870" r:id="rId11"/>
  </p:sldLayoutIdLst>
  <p:hf hdr="0" ftr="0" dt="0"/>
  <p:txStyles>
    <p:titleStyle>
      <a:lvl1pPr algn="l" defTabSz="685800" rtl="0" eaLnBrk="1" fontAlgn="auto" latinLnBrk="0" hangingPunct="1">
        <a:lnSpc>
          <a:spcPct val="100000"/>
        </a:lnSpc>
        <a:spcBef>
          <a:spcPct val="0"/>
        </a:spcBef>
        <a:buNone/>
        <a:defRPr sz="2100" b="1" u="none" strike="noStrike" kern="1200" cap="none" spc="75" normalizeH="0">
          <a:solidFill>
            <a:schemeClr val="tx1"/>
          </a:solidFill>
          <a:uFillTx/>
          <a:latin typeface="+mn-ea"/>
          <a:ea typeface="+mn-ea"/>
          <a:cs typeface="+mj-cs"/>
        </a:defRPr>
      </a:lvl1pPr>
    </p:titleStyle>
    <p:bodyStyle>
      <a:lvl1pPr marL="1714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1pPr>
      <a:lvl2pPr marL="5143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tabLst>
          <a:tab pos="1207135" algn="l"/>
        </a:tabLst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2pPr>
      <a:lvl3pPr marL="8572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3pPr>
      <a:lvl4pPr marL="12001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4pPr>
      <a:lvl5pPr marL="15430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0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659807" y="4762375"/>
            <a:ext cx="2025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  <a:latin typeface="华文楷体" panose="02010600040101010101" pitchFamily="2" charset="-122"/>
              </a:defRPr>
            </a:lvl1pPr>
          </a:lstStyle>
          <a:p>
            <a:pPr marL="0" marR="0" lvl="0" indent="0" algn="l" defTabSz="3098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华文楷体" panose="02010600040101010101" pitchFamily="2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087000" y="4762375"/>
            <a:ext cx="2970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  <a:latin typeface="华文楷体" panose="02010600040101010101" pitchFamily="2" charset="-122"/>
              </a:defRPr>
            </a:lvl1pPr>
          </a:lstStyle>
          <a:p>
            <a:pPr marL="0" marR="0" lvl="0" indent="0" algn="ctr" defTabSz="3098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华文楷体" panose="02010600040101010101" pitchFamily="2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457950" y="4762375"/>
            <a:ext cx="2025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  <a:latin typeface="华文楷体" panose="02010600040101010101" pitchFamily="2" charset="-122"/>
              </a:defRPr>
            </a:lvl1pPr>
          </a:lstStyle>
          <a:p>
            <a:pPr marL="0" marR="0" lvl="0" indent="0" algn="r" defTabSz="3098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49AE70B2-8BF9-45C0-BB95-33D1B9D3A854}" type="slidenum">
              <a:rPr kumimoji="0" lang="zh-CN" altLang="en-US" sz="9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华文楷体" panose="02010600040101010101" pitchFamily="2" charset="-122"/>
                <a:cs typeface="+mn-cs"/>
                <a:sym typeface="Arial" panose="020B0604020202020204" pitchFamily="34" charset="0"/>
              </a:rPr>
            </a:fld>
            <a:endParaRPr kumimoji="0" lang="zh-CN" alt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华文楷体" panose="02010600040101010101" pitchFamily="2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7" name="KSO_TEMPLATE" hidden="1"/>
          <p:cNvSpPr/>
          <p:nvPr userDrawn="1"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30988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5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imes New Roman" panose="02020603050405020304"/>
              <a:ea typeface="华文楷体" panose="02010600040101010101" pitchFamily="2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502411" y="435919"/>
            <a:ext cx="8139178" cy="48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  <a:endParaRPr dirty="0">
              <a:sym typeface="+mn-ea"/>
            </a:endParaRP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502444" y="1131094"/>
            <a:ext cx="8139113" cy="3561874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 dirty="0"/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72" r:id="rId1"/>
    <p:sldLayoutId id="2147483873" r:id="rId2"/>
    <p:sldLayoutId id="2147483874" r:id="rId3"/>
    <p:sldLayoutId id="2147483875" r:id="rId4"/>
    <p:sldLayoutId id="2147483876" r:id="rId5"/>
    <p:sldLayoutId id="2147483877" r:id="rId6"/>
    <p:sldLayoutId id="2147483878" r:id="rId7"/>
    <p:sldLayoutId id="2147483879" r:id="rId8"/>
    <p:sldLayoutId id="2147483880" r:id="rId9"/>
    <p:sldLayoutId id="2147483881" r:id="rId10"/>
    <p:sldLayoutId id="2147483882" r:id="rId11"/>
  </p:sldLayoutIdLst>
  <p:hf hdr="0" ftr="0" dt="0"/>
  <p:txStyles>
    <p:titleStyle>
      <a:lvl1pPr algn="l" defTabSz="685800" rtl="0" eaLnBrk="1" fontAlgn="auto" latinLnBrk="0" hangingPunct="1">
        <a:lnSpc>
          <a:spcPct val="100000"/>
        </a:lnSpc>
        <a:spcBef>
          <a:spcPct val="0"/>
        </a:spcBef>
        <a:buNone/>
        <a:defRPr sz="2100" b="1" u="none" strike="noStrike" kern="1200" cap="none" spc="75" normalizeH="0">
          <a:solidFill>
            <a:schemeClr val="tx1"/>
          </a:solidFill>
          <a:uFillTx/>
          <a:latin typeface="华文楷体" panose="02010600040101010101" pitchFamily="2" charset="-122"/>
          <a:ea typeface="华文楷体" panose="02010600040101010101" pitchFamily="2" charset="-122"/>
          <a:cs typeface="+mj-cs"/>
        </a:defRPr>
      </a:lvl1pPr>
    </p:titleStyle>
    <p:bodyStyle>
      <a:lvl1pPr marL="1714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华文楷体" panose="02010600040101010101" pitchFamily="2" charset="-122"/>
          <a:ea typeface="华文楷体" panose="02010600040101010101" pitchFamily="2" charset="-122"/>
          <a:cs typeface="+mn-cs"/>
        </a:defRPr>
      </a:lvl1pPr>
      <a:lvl2pPr marL="5143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tabLst>
          <a:tab pos="1207135" algn="l"/>
        </a:tabLst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2pPr>
      <a:lvl3pPr marL="8572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3pPr>
      <a:lvl4pPr marL="12001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4pPr>
      <a:lvl5pPr marL="15430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659872" y="4762375"/>
            <a:ext cx="20252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087304" y="4762375"/>
            <a:ext cx="2970293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458586" y="4762375"/>
            <a:ext cx="20252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  <p:sp>
        <p:nvSpPr>
          <p:cNvPr id="7" name="KSO_TEMPLATE" hidden="1"/>
          <p:cNvSpPr/>
          <p:nvPr userDrawn="1"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500"/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502461" y="435919"/>
            <a:ext cx="8139980" cy="48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2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  <a:endParaRPr dirty="0">
              <a:sym typeface="+mn-ea"/>
            </a:endParaRP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502494" y="1131094"/>
            <a:ext cx="8139914" cy="3561874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2400"/>
            </a:lvl1pPr>
            <a:lvl2pPr>
              <a:defRPr sz="2400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zh-CN" altLang="en-US" dirty="0"/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84" r:id="rId1"/>
    <p:sldLayoutId id="2147483885" r:id="rId2"/>
    <p:sldLayoutId id="2147483886" r:id="rId3"/>
    <p:sldLayoutId id="2147483887" r:id="rId4"/>
    <p:sldLayoutId id="2147483888" r:id="rId5"/>
    <p:sldLayoutId id="2147483889" r:id="rId6"/>
    <p:sldLayoutId id="2147483890" r:id="rId7"/>
    <p:sldLayoutId id="2147483891" r:id="rId8"/>
    <p:sldLayoutId id="2147483892" r:id="rId9"/>
    <p:sldLayoutId id="2147483893" r:id="rId10"/>
    <p:sldLayoutId id="2147483894" r:id="rId11"/>
  </p:sldLayoutIdLst>
  <p:hf hdr="0" ftr="0" dt="0"/>
  <p:txStyles>
    <p:titleStyle>
      <a:lvl1pPr algn="l" defTabSz="685800" rtl="0" eaLnBrk="1" fontAlgn="auto" latinLnBrk="0" hangingPunct="1">
        <a:lnSpc>
          <a:spcPct val="100000"/>
        </a:lnSpc>
        <a:spcBef>
          <a:spcPct val="0"/>
        </a:spcBef>
        <a:buNone/>
        <a:defRPr sz="2100" b="1" u="none" strike="noStrike" kern="1200" cap="none" spc="150" normalizeH="0">
          <a:solidFill>
            <a:schemeClr val="tx1"/>
          </a:solidFill>
          <a:uFillTx/>
          <a:latin typeface="+mn-ea"/>
          <a:ea typeface="+mn-ea"/>
          <a:cs typeface="+mj-cs"/>
        </a:defRPr>
      </a:lvl1pPr>
    </p:titleStyle>
    <p:bodyStyle>
      <a:lvl1pPr marL="171450" indent="-171450" algn="l" defTabSz="685800" rtl="0" eaLnBrk="1" fontAlgn="auto" latinLnBrk="0" hangingPunct="1">
        <a:lnSpc>
          <a:spcPct val="130000"/>
        </a:lnSpc>
        <a:spcBef>
          <a:spcPts val="0"/>
        </a:spcBef>
        <a:spcAft>
          <a:spcPts val="750"/>
        </a:spcAft>
        <a:buFont typeface="Arial" panose="020B0604020202020204" pitchFamily="34" charset="0"/>
        <a:buChar char="•"/>
        <a:defRPr sz="1200" u="none" strike="noStrike" kern="1200" cap="none" spc="113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1pPr>
      <a:lvl2pPr marL="514350" indent="-171450" algn="l" defTabSz="685800" rtl="0" eaLnBrk="1" fontAlgn="auto" latinLnBrk="0" hangingPunct="1">
        <a:lnSpc>
          <a:spcPct val="130000"/>
        </a:lnSpc>
        <a:spcBef>
          <a:spcPts val="0"/>
        </a:spcBef>
        <a:spcAft>
          <a:spcPts val="750"/>
        </a:spcAft>
        <a:buFont typeface="Arial" panose="020B0604020202020204" pitchFamily="34" charset="0"/>
        <a:buChar char="•"/>
        <a:tabLst>
          <a:tab pos="1207135" algn="l"/>
        </a:tabLst>
        <a:defRPr sz="1200" u="none" strike="noStrike" kern="1200" cap="none" spc="113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2pPr>
      <a:lvl3pPr marL="857250" indent="-171450" algn="l" defTabSz="685800" rtl="0" eaLnBrk="1" fontAlgn="auto" latinLnBrk="0" hangingPunct="1">
        <a:lnSpc>
          <a:spcPct val="130000"/>
        </a:lnSpc>
        <a:spcBef>
          <a:spcPts val="0"/>
        </a:spcBef>
        <a:spcAft>
          <a:spcPts val="750"/>
        </a:spcAft>
        <a:buFont typeface="Arial" panose="020B0604020202020204" pitchFamily="34" charset="0"/>
        <a:buChar char="•"/>
        <a:defRPr sz="1200" u="none" strike="noStrike" kern="1200" cap="none" spc="113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3pPr>
      <a:lvl4pPr marL="1200150" indent="-171450" algn="l" defTabSz="685800" rtl="0" eaLnBrk="1" fontAlgn="auto" latinLnBrk="0" hangingPunct="1">
        <a:lnSpc>
          <a:spcPct val="130000"/>
        </a:lnSpc>
        <a:spcBef>
          <a:spcPts val="0"/>
        </a:spcBef>
        <a:spcAft>
          <a:spcPts val="750"/>
        </a:spcAft>
        <a:buFont typeface="Arial" panose="020B0604020202020204" pitchFamily="34" charset="0"/>
        <a:buChar char="•"/>
        <a:defRPr sz="1200" u="none" strike="noStrike" kern="1200" cap="none" spc="113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4pPr>
      <a:lvl5pPr marL="1543050" indent="-171450" algn="l" defTabSz="685800" rtl="0" eaLnBrk="1" fontAlgn="auto" latinLnBrk="0" hangingPunct="1">
        <a:lnSpc>
          <a:spcPct val="130000"/>
        </a:lnSpc>
        <a:spcBef>
          <a:spcPts val="0"/>
        </a:spcBef>
        <a:spcAft>
          <a:spcPts val="750"/>
        </a:spcAft>
        <a:buFont typeface="Arial" panose="020B0604020202020204" pitchFamily="34" charset="0"/>
        <a:buChar char="•"/>
        <a:defRPr sz="1200" u="none" strike="noStrike" kern="1200" cap="none" spc="113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659872" y="4762375"/>
            <a:ext cx="20252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087304" y="4762375"/>
            <a:ext cx="2970293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458586" y="4762375"/>
            <a:ext cx="20252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  <p:sp>
        <p:nvSpPr>
          <p:cNvPr id="7" name="KSO_TEMPLATE" hidden="1"/>
          <p:cNvSpPr/>
          <p:nvPr userDrawn="1"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500"/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502461" y="435919"/>
            <a:ext cx="8139980" cy="48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2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  <a:endParaRPr dirty="0">
              <a:sym typeface="+mn-ea"/>
            </a:endParaRP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502494" y="1131094"/>
            <a:ext cx="8139914" cy="3561874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2400"/>
            </a:lvl1pPr>
            <a:lvl2pPr>
              <a:defRPr sz="2400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zh-CN" altLang="en-US" dirty="0"/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96" r:id="rId1"/>
    <p:sldLayoutId id="2147483897" r:id="rId2"/>
    <p:sldLayoutId id="2147483898" r:id="rId3"/>
    <p:sldLayoutId id="2147483899" r:id="rId4"/>
    <p:sldLayoutId id="2147483900" r:id="rId5"/>
    <p:sldLayoutId id="2147483901" r:id="rId6"/>
    <p:sldLayoutId id="2147483902" r:id="rId7"/>
    <p:sldLayoutId id="2147483903" r:id="rId8"/>
    <p:sldLayoutId id="2147483904" r:id="rId9"/>
    <p:sldLayoutId id="2147483905" r:id="rId10"/>
    <p:sldLayoutId id="2147483906" r:id="rId11"/>
  </p:sldLayoutIdLst>
  <p:hf hdr="0" ftr="0" dt="0"/>
  <p:txStyles>
    <p:titleStyle>
      <a:lvl1pPr algn="l" defTabSz="685800" rtl="0" eaLnBrk="1" fontAlgn="auto" latinLnBrk="0" hangingPunct="1">
        <a:lnSpc>
          <a:spcPct val="100000"/>
        </a:lnSpc>
        <a:spcBef>
          <a:spcPct val="0"/>
        </a:spcBef>
        <a:buNone/>
        <a:defRPr sz="2100" b="1" u="none" strike="noStrike" kern="1200" cap="none" spc="150" normalizeH="0">
          <a:solidFill>
            <a:schemeClr val="tx1"/>
          </a:solidFill>
          <a:uFillTx/>
          <a:latin typeface="+mn-ea"/>
          <a:ea typeface="+mn-ea"/>
          <a:cs typeface="+mj-cs"/>
        </a:defRPr>
      </a:lvl1pPr>
    </p:titleStyle>
    <p:bodyStyle>
      <a:lvl1pPr marL="171450" indent="-171450" algn="l" defTabSz="685800" rtl="0" eaLnBrk="1" fontAlgn="auto" latinLnBrk="0" hangingPunct="1">
        <a:lnSpc>
          <a:spcPct val="130000"/>
        </a:lnSpc>
        <a:spcBef>
          <a:spcPts val="0"/>
        </a:spcBef>
        <a:spcAft>
          <a:spcPts val="750"/>
        </a:spcAft>
        <a:buFont typeface="Arial" panose="020B0604020202020204" pitchFamily="34" charset="0"/>
        <a:buChar char="•"/>
        <a:defRPr sz="1200" u="none" strike="noStrike" kern="1200" cap="none" spc="113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1pPr>
      <a:lvl2pPr marL="514350" indent="-171450" algn="l" defTabSz="685800" rtl="0" eaLnBrk="1" fontAlgn="auto" latinLnBrk="0" hangingPunct="1">
        <a:lnSpc>
          <a:spcPct val="130000"/>
        </a:lnSpc>
        <a:spcBef>
          <a:spcPts val="0"/>
        </a:spcBef>
        <a:spcAft>
          <a:spcPts val="750"/>
        </a:spcAft>
        <a:buFont typeface="Arial" panose="020B0604020202020204" pitchFamily="34" charset="0"/>
        <a:buChar char="•"/>
        <a:tabLst>
          <a:tab pos="1207135" algn="l"/>
        </a:tabLst>
        <a:defRPr sz="1200" u="none" strike="noStrike" kern="1200" cap="none" spc="113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2pPr>
      <a:lvl3pPr marL="857250" indent="-171450" algn="l" defTabSz="685800" rtl="0" eaLnBrk="1" fontAlgn="auto" latinLnBrk="0" hangingPunct="1">
        <a:lnSpc>
          <a:spcPct val="130000"/>
        </a:lnSpc>
        <a:spcBef>
          <a:spcPts val="0"/>
        </a:spcBef>
        <a:spcAft>
          <a:spcPts val="750"/>
        </a:spcAft>
        <a:buFont typeface="Arial" panose="020B0604020202020204" pitchFamily="34" charset="0"/>
        <a:buChar char="•"/>
        <a:defRPr sz="1200" u="none" strike="noStrike" kern="1200" cap="none" spc="113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3pPr>
      <a:lvl4pPr marL="1200150" indent="-171450" algn="l" defTabSz="685800" rtl="0" eaLnBrk="1" fontAlgn="auto" latinLnBrk="0" hangingPunct="1">
        <a:lnSpc>
          <a:spcPct val="130000"/>
        </a:lnSpc>
        <a:spcBef>
          <a:spcPts val="0"/>
        </a:spcBef>
        <a:spcAft>
          <a:spcPts val="750"/>
        </a:spcAft>
        <a:buFont typeface="Arial" panose="020B0604020202020204" pitchFamily="34" charset="0"/>
        <a:buChar char="•"/>
        <a:defRPr sz="1200" u="none" strike="noStrike" kern="1200" cap="none" spc="113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4pPr>
      <a:lvl5pPr marL="1543050" indent="-171450" algn="l" defTabSz="685800" rtl="0" eaLnBrk="1" fontAlgn="auto" latinLnBrk="0" hangingPunct="1">
        <a:lnSpc>
          <a:spcPct val="130000"/>
        </a:lnSpc>
        <a:spcBef>
          <a:spcPts val="0"/>
        </a:spcBef>
        <a:spcAft>
          <a:spcPts val="750"/>
        </a:spcAft>
        <a:buFont typeface="Arial" panose="020B0604020202020204" pitchFamily="34" charset="0"/>
        <a:buChar char="•"/>
        <a:defRPr sz="1200" u="none" strike="noStrike" kern="1200" cap="none" spc="113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659807" y="4762375"/>
            <a:ext cx="2025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087000" y="4762375"/>
            <a:ext cx="2970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457950" y="4762375"/>
            <a:ext cx="2025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  <p:sp>
        <p:nvSpPr>
          <p:cNvPr id="7" name="KSO_TEMPLATE" hidden="1"/>
          <p:cNvSpPr/>
          <p:nvPr userDrawn="1"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500"/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502412" y="435919"/>
            <a:ext cx="8139178" cy="48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  <a:endParaRPr dirty="0">
              <a:sym typeface="+mn-ea"/>
            </a:endParaRP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502444" y="1131094"/>
            <a:ext cx="8139113" cy="3561874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 dirty="0"/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908" r:id="rId1"/>
    <p:sldLayoutId id="2147483909" r:id="rId2"/>
    <p:sldLayoutId id="2147483910" r:id="rId3"/>
    <p:sldLayoutId id="2147483911" r:id="rId4"/>
    <p:sldLayoutId id="2147483912" r:id="rId5"/>
    <p:sldLayoutId id="2147483913" r:id="rId6"/>
    <p:sldLayoutId id="2147483914" r:id="rId7"/>
    <p:sldLayoutId id="2147483915" r:id="rId8"/>
    <p:sldLayoutId id="2147483916" r:id="rId9"/>
    <p:sldLayoutId id="2147483917" r:id="rId10"/>
  </p:sldLayoutIdLst>
  <p:hf hdr="0" ftr="0" dt="0"/>
  <p:txStyles>
    <p:titleStyle>
      <a:lvl1pPr algn="l" defTabSz="685800" rtl="0" eaLnBrk="1" fontAlgn="auto" latinLnBrk="0" hangingPunct="1">
        <a:lnSpc>
          <a:spcPct val="100000"/>
        </a:lnSpc>
        <a:spcBef>
          <a:spcPct val="0"/>
        </a:spcBef>
        <a:buNone/>
        <a:defRPr sz="2100" b="1" u="none" strike="noStrike" kern="1200" cap="none" spc="75" normalizeH="0">
          <a:solidFill>
            <a:schemeClr val="tx1"/>
          </a:solidFill>
          <a:uFillTx/>
          <a:latin typeface="+mn-ea"/>
          <a:ea typeface="+mn-ea"/>
          <a:cs typeface="+mj-cs"/>
        </a:defRPr>
      </a:lvl1pPr>
    </p:titleStyle>
    <p:bodyStyle>
      <a:lvl1pPr marL="1714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1pPr>
      <a:lvl2pPr marL="5143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tabLst>
          <a:tab pos="1207135" algn="l"/>
        </a:tabLst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2pPr>
      <a:lvl3pPr marL="8572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3pPr>
      <a:lvl4pPr marL="12001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4pPr>
      <a:lvl5pPr marL="15430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659807" y="4762375"/>
            <a:ext cx="2025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pPr>
              <a:defRPr/>
            </a:pPr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087000" y="4762375"/>
            <a:ext cx="2970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pPr>
              <a:defRPr/>
            </a:pPr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457950" y="4762375"/>
            <a:ext cx="2025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pPr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</a:fld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KSO_TEMPLATE" hidden="1"/>
          <p:cNvSpPr/>
          <p:nvPr userDrawn="1"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30988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5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502412" y="435919"/>
            <a:ext cx="8139178" cy="48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  <a:endParaRPr dirty="0">
              <a:sym typeface="+mn-ea"/>
            </a:endParaRP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502444" y="1131095"/>
            <a:ext cx="8139113" cy="3561874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 dirty="0"/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919" r:id="rId1"/>
    <p:sldLayoutId id="2147483920" r:id="rId2"/>
    <p:sldLayoutId id="2147483921" r:id="rId3"/>
    <p:sldLayoutId id="2147483922" r:id="rId4"/>
    <p:sldLayoutId id="2147483923" r:id="rId5"/>
    <p:sldLayoutId id="2147483924" r:id="rId6"/>
    <p:sldLayoutId id="2147483925" r:id="rId7"/>
    <p:sldLayoutId id="2147483926" r:id="rId8"/>
    <p:sldLayoutId id="2147483927" r:id="rId9"/>
    <p:sldLayoutId id="2147483928" r:id="rId10"/>
  </p:sldLayoutIdLst>
  <p:hf hdr="0" ftr="0" dt="0"/>
  <p:txStyles>
    <p:titleStyle>
      <a:lvl1pPr algn="l" defTabSz="685800" rtl="0" eaLnBrk="1" fontAlgn="auto" latinLnBrk="0" hangingPunct="1">
        <a:lnSpc>
          <a:spcPct val="100000"/>
        </a:lnSpc>
        <a:spcBef>
          <a:spcPct val="0"/>
        </a:spcBef>
        <a:buNone/>
        <a:defRPr sz="2100" b="1" u="none" strike="noStrike" kern="1200" cap="none" spc="75" normalizeH="0">
          <a:solidFill>
            <a:schemeClr val="tx1"/>
          </a:solidFill>
          <a:uFillTx/>
          <a:latin typeface="+mn-ea"/>
          <a:ea typeface="+mn-ea"/>
          <a:cs typeface="+mj-cs"/>
        </a:defRPr>
      </a:lvl1pPr>
    </p:titleStyle>
    <p:bodyStyle>
      <a:lvl1pPr marL="1714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1pPr>
      <a:lvl2pPr marL="5143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tabLst>
          <a:tab pos="1207135" algn="l"/>
        </a:tabLst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2pPr>
      <a:lvl3pPr marL="8572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3pPr>
      <a:lvl4pPr marL="12001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4pPr>
      <a:lvl5pPr marL="15430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659807" y="4762375"/>
            <a:ext cx="2025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087000" y="4762375"/>
            <a:ext cx="2970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457950" y="4762375"/>
            <a:ext cx="2025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  <p:sp>
        <p:nvSpPr>
          <p:cNvPr id="7" name="KSO_TEMPLATE" hidden="1"/>
          <p:cNvSpPr/>
          <p:nvPr userDrawn="1"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500"/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502411" y="435919"/>
            <a:ext cx="8139178" cy="48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  <a:endParaRPr dirty="0">
              <a:sym typeface="+mn-ea"/>
            </a:endParaRP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502444" y="1131094"/>
            <a:ext cx="8139113" cy="3561874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 dirty="0"/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930" r:id="rId1"/>
    <p:sldLayoutId id="2147483931" r:id="rId2"/>
    <p:sldLayoutId id="2147483932" r:id="rId3"/>
    <p:sldLayoutId id="2147483933" r:id="rId4"/>
    <p:sldLayoutId id="2147483934" r:id="rId5"/>
    <p:sldLayoutId id="2147483935" r:id="rId6"/>
    <p:sldLayoutId id="2147483936" r:id="rId7"/>
    <p:sldLayoutId id="2147483937" r:id="rId8"/>
    <p:sldLayoutId id="2147483938" r:id="rId9"/>
    <p:sldLayoutId id="2147483939" r:id="rId10"/>
    <p:sldLayoutId id="2147483940" r:id="rId11"/>
  </p:sldLayoutIdLst>
  <p:hf hdr="0" ftr="0" dt="0"/>
  <p:txStyles>
    <p:titleStyle>
      <a:lvl1pPr algn="l" defTabSz="685800" rtl="0" eaLnBrk="1" fontAlgn="auto" latinLnBrk="0" hangingPunct="1">
        <a:lnSpc>
          <a:spcPct val="100000"/>
        </a:lnSpc>
        <a:spcBef>
          <a:spcPct val="0"/>
        </a:spcBef>
        <a:buNone/>
        <a:defRPr sz="2100" b="1" u="none" strike="noStrike" kern="1200" cap="none" spc="75" normalizeH="0">
          <a:solidFill>
            <a:schemeClr val="tx1"/>
          </a:solidFill>
          <a:uFillTx/>
          <a:latin typeface="+mn-ea"/>
          <a:ea typeface="+mn-ea"/>
          <a:cs typeface="+mj-cs"/>
        </a:defRPr>
      </a:lvl1pPr>
    </p:titleStyle>
    <p:bodyStyle>
      <a:lvl1pPr marL="1714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1pPr>
      <a:lvl2pPr marL="5143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tabLst>
          <a:tab pos="1207135" algn="l"/>
        </a:tabLst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2pPr>
      <a:lvl3pPr marL="8572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3pPr>
      <a:lvl4pPr marL="12001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4pPr>
      <a:lvl5pPr marL="15430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659606" y="4762501"/>
            <a:ext cx="2025254" cy="237530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normAutofit/>
          </a:bodyPr>
          <a:lstStyle>
            <a:lvl1pPr eaLnBrk="1" hangingPunct="1">
              <a:defRPr sz="900">
                <a:solidFill>
                  <a:srgbClr val="898989"/>
                </a:solidFill>
                <a:latin typeface="微软雅黑" panose="020B0503020204020204" pitchFamily="34" charset="-122"/>
                <a:ea typeface="+mn-ea"/>
                <a:cs typeface="Arial" panose="020B0604020202020204" pitchFamily="34" charset="0"/>
              </a:defRPr>
            </a:lvl1pPr>
          </a:lstStyle>
          <a:p>
            <a:pPr defTabSz="685800"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087291" y="4762501"/>
            <a:ext cx="2969419" cy="237530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normAutofit/>
          </a:bodyPr>
          <a:lstStyle>
            <a:lvl1pPr algn="ctr" eaLnBrk="1" hangingPunct="1">
              <a:defRPr sz="900">
                <a:solidFill>
                  <a:srgbClr val="898989"/>
                </a:solidFill>
                <a:latin typeface="微软雅黑" panose="020B0503020204020204" pitchFamily="34" charset="-122"/>
                <a:ea typeface="+mn-ea"/>
                <a:cs typeface="Arial" panose="020B0604020202020204" pitchFamily="34" charset="0"/>
              </a:defRPr>
            </a:lvl1pPr>
          </a:lstStyle>
          <a:p>
            <a:pPr defTabSz="685800" fontAlgn="auto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457950" y="4762501"/>
            <a:ext cx="2025254" cy="237530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normAutofit/>
          </a:bodyPr>
          <a:lstStyle>
            <a:lvl1pPr algn="r" eaLnBrk="1" hangingPunct="1">
              <a:defRPr sz="900">
                <a:solidFill>
                  <a:srgbClr val="898989"/>
                </a:solidFill>
                <a:latin typeface="微软雅黑" panose="020B0503020204020204" pitchFamily="34" charset="-122"/>
                <a:ea typeface="+mn-ea"/>
                <a:cs typeface="Arial" panose="020B0604020202020204" pitchFamily="34" charset="0"/>
              </a:defRPr>
            </a:lvl1pPr>
          </a:lstStyle>
          <a:p>
            <a:pPr defTabSz="685800" fontAlgn="auto">
              <a:spcBef>
                <a:spcPts val="0"/>
              </a:spcBef>
              <a:spcAft>
                <a:spcPts val="0"/>
              </a:spcAft>
              <a:defRPr/>
            </a:pPr>
            <a:fld id="{C65C7984-969D-4E94-AF4F-3C17FCDA2C9C}" type="slidenum">
              <a:rPr lang="zh-CN" altLang="en-US" smtClean="0"/>
            </a:fld>
            <a:endParaRPr lang="zh-CN" altLang="en-US"/>
          </a:p>
        </p:txBody>
      </p:sp>
      <p:sp>
        <p:nvSpPr>
          <p:cNvPr id="7" name="KSO_TEMPLATE" hidden="1"/>
          <p:cNvSpPr/>
          <p:nvPr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5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502444" y="435769"/>
            <a:ext cx="8139113" cy="486371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  <a:endParaRPr dirty="0">
              <a:sym typeface="+mn-ea"/>
            </a:endParaRP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502444" y="1131094"/>
            <a:ext cx="8139113" cy="3561755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 dirty="0"/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942" r:id="rId1"/>
    <p:sldLayoutId id="2147483943" r:id="rId2"/>
    <p:sldLayoutId id="2147483944" r:id="rId3"/>
    <p:sldLayoutId id="2147483945" r:id="rId4"/>
    <p:sldLayoutId id="2147483946" r:id="rId5"/>
    <p:sldLayoutId id="2147483947" r:id="rId6"/>
    <p:sldLayoutId id="2147483948" r:id="rId7"/>
    <p:sldLayoutId id="2147483949" r:id="rId8"/>
    <p:sldLayoutId id="2147483950" r:id="rId9"/>
    <p:sldLayoutId id="2147483951" r:id="rId10"/>
  </p:sldLayoutIdLst>
  <p:transition/>
  <p:hf hdr="0" ftr="0" dt="0"/>
  <p:txStyles>
    <p:titleStyle>
      <a:lvl1pPr algn="l" defTabSz="685800" rtl="0" eaLnBrk="0" fontAlgn="base" hangingPunct="0">
        <a:spcBef>
          <a:spcPct val="0"/>
        </a:spcBef>
        <a:spcAft>
          <a:spcPct val="0"/>
        </a:spcAft>
        <a:defRPr sz="2100" b="1" kern="1200" spc="75">
          <a:solidFill>
            <a:schemeClr val="tx1"/>
          </a:solidFill>
          <a:latin typeface="+mn-ea"/>
          <a:ea typeface="+mn-ea"/>
          <a:cs typeface="+mj-cs"/>
        </a:defRPr>
      </a:lvl1pPr>
      <a:lvl2pPr algn="l" defTabSz="685800" rtl="0" eaLnBrk="0" fontAlgn="base" hangingPunct="0">
        <a:spcBef>
          <a:spcPct val="0"/>
        </a:spcBef>
        <a:spcAft>
          <a:spcPct val="0"/>
        </a:spcAft>
        <a:defRPr sz="21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2pPr>
      <a:lvl3pPr algn="l" defTabSz="685800" rtl="0" eaLnBrk="0" fontAlgn="base" hangingPunct="0">
        <a:spcBef>
          <a:spcPct val="0"/>
        </a:spcBef>
        <a:spcAft>
          <a:spcPct val="0"/>
        </a:spcAft>
        <a:defRPr sz="21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3pPr>
      <a:lvl4pPr algn="l" defTabSz="685800" rtl="0" eaLnBrk="0" fontAlgn="base" hangingPunct="0">
        <a:spcBef>
          <a:spcPct val="0"/>
        </a:spcBef>
        <a:spcAft>
          <a:spcPct val="0"/>
        </a:spcAft>
        <a:defRPr sz="21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4pPr>
      <a:lvl5pPr algn="l" defTabSz="685800" rtl="0" eaLnBrk="0" fontAlgn="base" hangingPunct="0">
        <a:spcBef>
          <a:spcPct val="0"/>
        </a:spcBef>
        <a:spcAft>
          <a:spcPct val="0"/>
        </a:spcAft>
        <a:defRPr sz="21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5pPr>
      <a:lvl6pPr marL="171450" algn="l" defTabSz="685800" rtl="0" fontAlgn="base">
        <a:spcBef>
          <a:spcPct val="0"/>
        </a:spcBef>
        <a:spcAft>
          <a:spcPct val="0"/>
        </a:spcAft>
        <a:defRPr sz="21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6pPr>
      <a:lvl7pPr marL="342900" algn="l" defTabSz="685800" rtl="0" fontAlgn="base">
        <a:spcBef>
          <a:spcPct val="0"/>
        </a:spcBef>
        <a:spcAft>
          <a:spcPct val="0"/>
        </a:spcAft>
        <a:defRPr sz="21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7pPr>
      <a:lvl8pPr marL="514350" algn="l" defTabSz="685800" rtl="0" fontAlgn="base">
        <a:spcBef>
          <a:spcPct val="0"/>
        </a:spcBef>
        <a:spcAft>
          <a:spcPct val="0"/>
        </a:spcAft>
        <a:defRPr sz="21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8pPr>
      <a:lvl9pPr marL="685800" algn="l" defTabSz="685800" rtl="0" fontAlgn="base">
        <a:spcBef>
          <a:spcPct val="0"/>
        </a:spcBef>
        <a:spcAft>
          <a:spcPct val="0"/>
        </a:spcAft>
        <a:defRPr sz="21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9pPr>
    </p:titleStyle>
    <p:bodyStyle>
      <a:lvl1pPr marL="171450" indent="-171450" algn="l" defTabSz="685800" rtl="0" eaLnBrk="0" fontAlgn="base" hangingPunct="0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kern="1200" spc="56">
          <a:solidFill>
            <a:schemeClr val="tx1"/>
          </a:solidFill>
          <a:latin typeface="+mn-ea"/>
          <a:ea typeface="+mn-ea"/>
          <a:cs typeface="+mn-cs"/>
        </a:defRPr>
      </a:lvl1pPr>
      <a:lvl2pPr marL="514350" indent="-171450" algn="l" defTabSz="685800" rtl="0" eaLnBrk="0" fontAlgn="base" hangingPunct="0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tabLst>
          <a:tab pos="1207135" algn="l"/>
        </a:tabLst>
        <a:defRPr sz="1200" kern="1200" spc="56">
          <a:solidFill>
            <a:schemeClr val="tx1"/>
          </a:solidFill>
          <a:latin typeface="+mn-ea"/>
          <a:ea typeface="+mn-ea"/>
          <a:cs typeface="+mn-cs"/>
        </a:defRPr>
      </a:lvl2pPr>
      <a:lvl3pPr marL="857250" indent="-171450" algn="l" defTabSz="685800" rtl="0" eaLnBrk="0" fontAlgn="base" hangingPunct="0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kern="1200" spc="56">
          <a:solidFill>
            <a:schemeClr val="tx1"/>
          </a:solidFill>
          <a:latin typeface="+mn-ea"/>
          <a:ea typeface="+mn-ea"/>
          <a:cs typeface="+mn-cs"/>
        </a:defRPr>
      </a:lvl3pPr>
      <a:lvl4pPr marL="1200150" indent="-171450" algn="l" defTabSz="685800" rtl="0" eaLnBrk="0" fontAlgn="base" hangingPunct="0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kern="1200" spc="56">
          <a:solidFill>
            <a:schemeClr val="tx1"/>
          </a:solidFill>
          <a:latin typeface="+mn-ea"/>
          <a:ea typeface="+mn-ea"/>
          <a:cs typeface="+mn-cs"/>
        </a:defRPr>
      </a:lvl4pPr>
      <a:lvl5pPr marL="1543050" indent="-171450" algn="l" defTabSz="685800" rtl="0" eaLnBrk="0" fontAlgn="base" hangingPunct="0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kern="1200" spc="56">
          <a:solidFill>
            <a:schemeClr val="tx1"/>
          </a:solidFill>
          <a:latin typeface="+mn-ea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7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659607" y="4762500"/>
            <a:ext cx="2025253" cy="237530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normAutofit/>
          </a:bodyPr>
          <a:lstStyle>
            <a:lvl1pPr eaLnBrk="1" hangingPunct="1">
              <a:defRPr sz="900">
                <a:solidFill>
                  <a:srgbClr val="898989"/>
                </a:solidFill>
                <a:latin typeface="微软雅黑" panose="020B0503020204020204" pitchFamily="34" charset="-122"/>
                <a:ea typeface="+mn-ea"/>
                <a:cs typeface="Arial" panose="020B0604020202020204" pitchFamily="34" charset="0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087291" y="4762500"/>
            <a:ext cx="2969419" cy="237530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normAutofit/>
          </a:bodyPr>
          <a:lstStyle>
            <a:lvl1pPr algn="ctr" eaLnBrk="1" hangingPunct="1">
              <a:defRPr sz="900">
                <a:solidFill>
                  <a:srgbClr val="898989"/>
                </a:solidFill>
                <a:latin typeface="微软雅黑" panose="020B0503020204020204" pitchFamily="34" charset="-122"/>
                <a:ea typeface="+mn-ea"/>
                <a:cs typeface="Arial" panose="020B0604020202020204" pitchFamily="34" charset="0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457950" y="4762500"/>
            <a:ext cx="2025253" cy="237530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normAutofit/>
          </a:bodyPr>
          <a:lstStyle>
            <a:lvl1pPr algn="r" eaLnBrk="1" hangingPunct="1">
              <a:defRPr sz="900">
                <a:solidFill>
                  <a:srgbClr val="898989"/>
                </a:solidFill>
                <a:latin typeface="微软雅黑" panose="020B0503020204020204" pitchFamily="34" charset="-122"/>
                <a:ea typeface="+mn-ea"/>
                <a:cs typeface="Arial" panose="020B0604020202020204" pitchFamily="34" charset="0"/>
              </a:defRPr>
            </a:lvl1pPr>
          </a:lstStyle>
          <a:p>
            <a:pPr>
              <a:defRPr/>
            </a:pPr>
            <a:fld id="{C65C7984-969D-4E94-AF4F-3C17FCDA2C9C}" type="slidenum">
              <a:rPr lang="zh-CN" altLang="en-US"/>
            </a:fld>
            <a:endParaRPr lang="zh-CN" altLang="en-US"/>
          </a:p>
        </p:txBody>
      </p:sp>
      <p:sp>
        <p:nvSpPr>
          <p:cNvPr id="7" name="KSO_TEMPLATE" hidden="1"/>
          <p:cNvSpPr/>
          <p:nvPr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zh-CN" altLang="en-US" sz="1500"/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502444" y="435769"/>
            <a:ext cx="8139113" cy="486371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  <a:endParaRPr dirty="0">
              <a:sym typeface="+mn-ea"/>
            </a:endParaRP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502444" y="1131094"/>
            <a:ext cx="8139113" cy="3561755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 dirty="0"/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953" r:id="rId1"/>
    <p:sldLayoutId id="2147483954" r:id="rId2"/>
    <p:sldLayoutId id="2147483955" r:id="rId3"/>
    <p:sldLayoutId id="2147483956" r:id="rId4"/>
    <p:sldLayoutId id="2147483957" r:id="rId5"/>
    <p:sldLayoutId id="2147483958" r:id="rId6"/>
    <p:sldLayoutId id="2147483959" r:id="rId7"/>
    <p:sldLayoutId id="2147483960" r:id="rId8"/>
    <p:sldLayoutId id="2147483961" r:id="rId9"/>
    <p:sldLayoutId id="2147483962" r:id="rId10"/>
  </p:sldLayoutIdLst>
  <p:transition/>
  <p:hf hdr="0" ftr="0" dt="0"/>
  <p:txStyles>
    <p:titleStyle>
      <a:lvl1pPr algn="l" defTabSz="685800" rtl="0" eaLnBrk="0" fontAlgn="base" hangingPunct="0">
        <a:spcBef>
          <a:spcPct val="0"/>
        </a:spcBef>
        <a:spcAft>
          <a:spcPct val="0"/>
        </a:spcAft>
        <a:defRPr sz="2100" b="1" kern="1200" spc="75">
          <a:solidFill>
            <a:schemeClr val="tx1"/>
          </a:solidFill>
          <a:latin typeface="+mn-ea"/>
          <a:ea typeface="+mn-ea"/>
          <a:cs typeface="+mj-cs"/>
        </a:defRPr>
      </a:lvl1pPr>
      <a:lvl2pPr algn="l" defTabSz="685800" rtl="0" eaLnBrk="0" fontAlgn="base" hangingPunct="0">
        <a:spcBef>
          <a:spcPct val="0"/>
        </a:spcBef>
        <a:spcAft>
          <a:spcPct val="0"/>
        </a:spcAft>
        <a:defRPr sz="21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2pPr>
      <a:lvl3pPr algn="l" defTabSz="685800" rtl="0" eaLnBrk="0" fontAlgn="base" hangingPunct="0">
        <a:spcBef>
          <a:spcPct val="0"/>
        </a:spcBef>
        <a:spcAft>
          <a:spcPct val="0"/>
        </a:spcAft>
        <a:defRPr sz="21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3pPr>
      <a:lvl4pPr algn="l" defTabSz="685800" rtl="0" eaLnBrk="0" fontAlgn="base" hangingPunct="0">
        <a:spcBef>
          <a:spcPct val="0"/>
        </a:spcBef>
        <a:spcAft>
          <a:spcPct val="0"/>
        </a:spcAft>
        <a:defRPr sz="21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4pPr>
      <a:lvl5pPr algn="l" defTabSz="685800" rtl="0" eaLnBrk="0" fontAlgn="base" hangingPunct="0">
        <a:spcBef>
          <a:spcPct val="0"/>
        </a:spcBef>
        <a:spcAft>
          <a:spcPct val="0"/>
        </a:spcAft>
        <a:defRPr sz="21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5pPr>
      <a:lvl6pPr marL="171450" algn="l" defTabSz="685800" rtl="0" fontAlgn="base">
        <a:spcBef>
          <a:spcPct val="0"/>
        </a:spcBef>
        <a:spcAft>
          <a:spcPct val="0"/>
        </a:spcAft>
        <a:defRPr sz="21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6pPr>
      <a:lvl7pPr marL="342900" algn="l" defTabSz="685800" rtl="0" fontAlgn="base">
        <a:spcBef>
          <a:spcPct val="0"/>
        </a:spcBef>
        <a:spcAft>
          <a:spcPct val="0"/>
        </a:spcAft>
        <a:defRPr sz="21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7pPr>
      <a:lvl8pPr marL="514350" algn="l" defTabSz="685800" rtl="0" fontAlgn="base">
        <a:spcBef>
          <a:spcPct val="0"/>
        </a:spcBef>
        <a:spcAft>
          <a:spcPct val="0"/>
        </a:spcAft>
        <a:defRPr sz="21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8pPr>
      <a:lvl9pPr marL="685800" algn="l" defTabSz="685800" rtl="0" fontAlgn="base">
        <a:spcBef>
          <a:spcPct val="0"/>
        </a:spcBef>
        <a:spcAft>
          <a:spcPct val="0"/>
        </a:spcAft>
        <a:defRPr sz="2100" b="1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</a:defRPr>
      </a:lvl9pPr>
    </p:titleStyle>
    <p:bodyStyle>
      <a:lvl1pPr marL="171450" indent="-171450" algn="l" defTabSz="685800" rtl="0" eaLnBrk="0" fontAlgn="base" hangingPunct="0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kern="1200" spc="56">
          <a:solidFill>
            <a:schemeClr val="tx1"/>
          </a:solidFill>
          <a:latin typeface="+mn-ea"/>
          <a:ea typeface="+mn-ea"/>
          <a:cs typeface="+mn-cs"/>
        </a:defRPr>
      </a:lvl1pPr>
      <a:lvl2pPr marL="514350" indent="-171450" algn="l" defTabSz="685800" rtl="0" eaLnBrk="0" fontAlgn="base" hangingPunct="0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tabLst>
          <a:tab pos="1207135" algn="l"/>
        </a:tabLst>
        <a:defRPr sz="1200" kern="1200" spc="56">
          <a:solidFill>
            <a:schemeClr val="tx1"/>
          </a:solidFill>
          <a:latin typeface="+mn-ea"/>
          <a:ea typeface="+mn-ea"/>
          <a:cs typeface="+mn-cs"/>
        </a:defRPr>
      </a:lvl2pPr>
      <a:lvl3pPr marL="857250" indent="-171450" algn="l" defTabSz="685800" rtl="0" eaLnBrk="0" fontAlgn="base" hangingPunct="0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kern="1200" spc="56">
          <a:solidFill>
            <a:schemeClr val="tx1"/>
          </a:solidFill>
          <a:latin typeface="+mn-ea"/>
          <a:ea typeface="+mn-ea"/>
          <a:cs typeface="+mn-cs"/>
        </a:defRPr>
      </a:lvl3pPr>
      <a:lvl4pPr marL="1200150" indent="-171450" algn="l" defTabSz="685800" rtl="0" eaLnBrk="0" fontAlgn="base" hangingPunct="0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kern="1200" spc="56">
          <a:solidFill>
            <a:schemeClr val="tx1"/>
          </a:solidFill>
          <a:latin typeface="+mn-ea"/>
          <a:ea typeface="+mn-ea"/>
          <a:cs typeface="+mn-cs"/>
        </a:defRPr>
      </a:lvl4pPr>
      <a:lvl5pPr marL="1543050" indent="-171450" algn="l" defTabSz="685800" rtl="0" eaLnBrk="0" fontAlgn="base" hangingPunct="0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kern="1200" spc="56">
          <a:solidFill>
            <a:schemeClr val="tx1"/>
          </a:solidFill>
          <a:latin typeface="+mn-ea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8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659807" y="4762375"/>
            <a:ext cx="2025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087000" y="4762375"/>
            <a:ext cx="2970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dirty="0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457950" y="4762375"/>
            <a:ext cx="2025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pPr defTabSz="685800" eaLnBrk="1" fontAlgn="auto" hangingPunct="1">
              <a:spcBef>
                <a:spcPts val="0"/>
              </a:spcBef>
              <a:spcAft>
                <a:spcPts val="0"/>
              </a:spcAft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  <a:ea typeface="微软雅黑" panose="020B0503020204020204" pitchFamily="34" charset="-122"/>
                <a:cs typeface="+mn-cs"/>
              </a:rPr>
            </a:fld>
            <a:endParaRPr lang="zh-CN" altLang="en-US" dirty="0">
              <a:solidFill>
                <a:prstClr val="black">
                  <a:tint val="75000"/>
                </a:prstClr>
              </a:solidFill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7" name="KSO_TEMPLATE" hidden="1"/>
          <p:cNvSpPr/>
          <p:nvPr userDrawn="1"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5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502412" y="435919"/>
            <a:ext cx="8139178" cy="48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  <a:endParaRPr dirty="0">
              <a:sym typeface="+mn-ea"/>
            </a:endParaRP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502444" y="1131094"/>
            <a:ext cx="8139113" cy="3561874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 dirty="0"/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964" r:id="rId1"/>
    <p:sldLayoutId id="2147483965" r:id="rId2"/>
    <p:sldLayoutId id="2147483966" r:id="rId3"/>
    <p:sldLayoutId id="2147483967" r:id="rId4"/>
    <p:sldLayoutId id="2147483968" r:id="rId5"/>
    <p:sldLayoutId id="2147483969" r:id="rId6"/>
    <p:sldLayoutId id="2147483970" r:id="rId7"/>
    <p:sldLayoutId id="2147483971" r:id="rId8"/>
    <p:sldLayoutId id="2147483972" r:id="rId9"/>
    <p:sldLayoutId id="2147483973" r:id="rId10"/>
    <p:sldLayoutId id="2147483974" r:id="rId11"/>
  </p:sldLayoutIdLst>
  <p:hf hdr="0" ftr="0" dt="0"/>
  <p:txStyles>
    <p:titleStyle>
      <a:lvl1pPr algn="l" defTabSz="685800" rtl="0" eaLnBrk="1" fontAlgn="auto" latinLnBrk="0" hangingPunct="1">
        <a:lnSpc>
          <a:spcPct val="100000"/>
        </a:lnSpc>
        <a:spcBef>
          <a:spcPct val="0"/>
        </a:spcBef>
        <a:buNone/>
        <a:defRPr sz="2100" b="1" u="none" strike="noStrike" kern="1200" cap="none" spc="75" normalizeH="0">
          <a:solidFill>
            <a:schemeClr val="tx1"/>
          </a:solidFill>
          <a:uFillTx/>
          <a:latin typeface="+mn-ea"/>
          <a:ea typeface="+mn-ea"/>
          <a:cs typeface="+mj-cs"/>
        </a:defRPr>
      </a:lvl1pPr>
    </p:titleStyle>
    <p:bodyStyle>
      <a:lvl1pPr marL="1714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1pPr>
      <a:lvl2pPr marL="5143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tabLst>
          <a:tab pos="1207135" algn="l"/>
        </a:tabLst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2pPr>
      <a:lvl3pPr marL="8572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3pPr>
      <a:lvl4pPr marL="12001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4pPr>
      <a:lvl5pPr marL="15430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9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659807" y="4762375"/>
            <a:ext cx="2025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087000" y="4762375"/>
            <a:ext cx="2970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457950" y="4762375"/>
            <a:ext cx="2025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  <p:sp>
        <p:nvSpPr>
          <p:cNvPr id="7" name="KSO_TEMPLATE" hidden="1"/>
          <p:cNvSpPr/>
          <p:nvPr userDrawn="1"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500"/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502412" y="435919"/>
            <a:ext cx="8139178" cy="48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  <a:endParaRPr dirty="0">
              <a:sym typeface="+mn-ea"/>
            </a:endParaRP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502444" y="1131094"/>
            <a:ext cx="8139113" cy="3561874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 dirty="0"/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976" r:id="rId1"/>
    <p:sldLayoutId id="2147483977" r:id="rId2"/>
    <p:sldLayoutId id="2147483978" r:id="rId3"/>
    <p:sldLayoutId id="2147483979" r:id="rId4"/>
    <p:sldLayoutId id="2147483980" r:id="rId5"/>
    <p:sldLayoutId id="2147483981" r:id="rId6"/>
    <p:sldLayoutId id="2147483982" r:id="rId7"/>
    <p:sldLayoutId id="2147483983" r:id="rId8"/>
    <p:sldLayoutId id="2147483984" r:id="rId9"/>
    <p:sldLayoutId id="2147483985" r:id="rId10"/>
  </p:sldLayoutIdLst>
  <p:hf hdr="0" ftr="0" dt="0"/>
  <p:txStyles>
    <p:titleStyle>
      <a:lvl1pPr algn="l" defTabSz="685800" rtl="0" eaLnBrk="1" fontAlgn="auto" latinLnBrk="0" hangingPunct="1">
        <a:lnSpc>
          <a:spcPct val="100000"/>
        </a:lnSpc>
        <a:spcBef>
          <a:spcPct val="0"/>
        </a:spcBef>
        <a:buNone/>
        <a:defRPr sz="2100" b="1" u="none" strike="noStrike" kern="1200" cap="none" spc="75" normalizeH="0">
          <a:solidFill>
            <a:schemeClr val="tx1"/>
          </a:solidFill>
          <a:uFillTx/>
          <a:latin typeface="+mn-ea"/>
          <a:ea typeface="+mn-ea"/>
          <a:cs typeface="+mj-cs"/>
        </a:defRPr>
      </a:lvl1pPr>
    </p:titleStyle>
    <p:bodyStyle>
      <a:lvl1pPr marL="1714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1pPr>
      <a:lvl2pPr marL="5143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tabLst>
          <a:tab pos="1207135" algn="l"/>
        </a:tabLst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2pPr>
      <a:lvl3pPr marL="8572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3pPr>
      <a:lvl4pPr marL="12001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4pPr>
      <a:lvl5pPr marL="15430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0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659807" y="4762375"/>
            <a:ext cx="2025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087000" y="4762375"/>
            <a:ext cx="2970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457950" y="4762375"/>
            <a:ext cx="2025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</a:fld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KSO_TEMPLATE" hidden="1"/>
          <p:cNvSpPr/>
          <p:nvPr userDrawn="1"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30988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5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502412" y="435919"/>
            <a:ext cx="8139178" cy="48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  <a:endParaRPr dirty="0">
              <a:sym typeface="+mn-ea"/>
            </a:endParaRP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502444" y="1131094"/>
            <a:ext cx="8139113" cy="3561874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 dirty="0"/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987" r:id="rId1"/>
    <p:sldLayoutId id="2147483988" r:id="rId2"/>
    <p:sldLayoutId id="2147483989" r:id="rId3"/>
    <p:sldLayoutId id="2147483990" r:id="rId4"/>
    <p:sldLayoutId id="2147483991" r:id="rId5"/>
  </p:sldLayoutIdLst>
  <p:hf hdr="0" ftr="0" dt="0"/>
  <p:txStyles>
    <p:titleStyle>
      <a:lvl1pPr algn="l" defTabSz="685800" rtl="0" eaLnBrk="1" fontAlgn="auto" latinLnBrk="0" hangingPunct="1">
        <a:lnSpc>
          <a:spcPct val="100000"/>
        </a:lnSpc>
        <a:spcBef>
          <a:spcPct val="0"/>
        </a:spcBef>
        <a:buNone/>
        <a:defRPr sz="2100" b="1" u="none" strike="noStrike" kern="1200" cap="none" spc="75" normalizeH="0">
          <a:solidFill>
            <a:schemeClr val="tx1"/>
          </a:solidFill>
          <a:uFillTx/>
          <a:latin typeface="+mn-ea"/>
          <a:ea typeface="+mn-ea"/>
          <a:cs typeface="+mj-cs"/>
        </a:defRPr>
      </a:lvl1pPr>
    </p:titleStyle>
    <p:bodyStyle>
      <a:lvl1pPr marL="1714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1pPr>
      <a:lvl2pPr marL="5143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tabLst>
          <a:tab pos="1207135" algn="l"/>
        </a:tabLst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2pPr>
      <a:lvl3pPr marL="8572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3pPr>
      <a:lvl4pPr marL="12001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4pPr>
      <a:lvl5pPr marL="15430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659807" y="4762375"/>
            <a:ext cx="2025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087000" y="4762375"/>
            <a:ext cx="2970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457950" y="4762375"/>
            <a:ext cx="2025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  <p:sp>
        <p:nvSpPr>
          <p:cNvPr id="7" name="KSO_TEMPLATE" hidden="1"/>
          <p:cNvSpPr/>
          <p:nvPr userDrawn="1"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500"/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502411" y="435919"/>
            <a:ext cx="8139178" cy="48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  <a:endParaRPr dirty="0">
              <a:sym typeface="+mn-ea"/>
            </a:endParaRP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502444" y="1131094"/>
            <a:ext cx="8139113" cy="3561874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 dirty="0"/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993" r:id="rId1"/>
    <p:sldLayoutId id="2147483994" r:id="rId2"/>
    <p:sldLayoutId id="2147483995" r:id="rId3"/>
    <p:sldLayoutId id="2147483996" r:id="rId4"/>
    <p:sldLayoutId id="2147483997" r:id="rId5"/>
    <p:sldLayoutId id="2147483998" r:id="rId6"/>
    <p:sldLayoutId id="2147483999" r:id="rId7"/>
    <p:sldLayoutId id="2147484000" r:id="rId8"/>
    <p:sldLayoutId id="2147484001" r:id="rId9"/>
    <p:sldLayoutId id="2147484002" r:id="rId10"/>
  </p:sldLayoutIdLst>
  <p:hf hdr="0" ftr="0" dt="0"/>
  <p:txStyles>
    <p:titleStyle>
      <a:lvl1pPr algn="l" defTabSz="685800" rtl="0" eaLnBrk="1" fontAlgn="auto" latinLnBrk="0" hangingPunct="1">
        <a:lnSpc>
          <a:spcPct val="100000"/>
        </a:lnSpc>
        <a:spcBef>
          <a:spcPct val="0"/>
        </a:spcBef>
        <a:buNone/>
        <a:defRPr sz="2100" b="1" u="none" strike="noStrike" kern="1200" cap="none" spc="75" normalizeH="0">
          <a:solidFill>
            <a:schemeClr val="tx1"/>
          </a:solidFill>
          <a:uFillTx/>
          <a:latin typeface="+mn-ea"/>
          <a:ea typeface="+mn-ea"/>
          <a:cs typeface="+mj-cs"/>
        </a:defRPr>
      </a:lvl1pPr>
    </p:titleStyle>
    <p:bodyStyle>
      <a:lvl1pPr marL="1714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1pPr>
      <a:lvl2pPr marL="5143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tabLst>
          <a:tab pos="1207135" algn="l"/>
        </a:tabLst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2pPr>
      <a:lvl3pPr marL="8572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3pPr>
      <a:lvl4pPr marL="12001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4pPr>
      <a:lvl5pPr marL="15430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659807" y="4762375"/>
            <a:ext cx="2025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087000" y="4762375"/>
            <a:ext cx="2970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457950" y="4762375"/>
            <a:ext cx="2025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  <p:sp>
        <p:nvSpPr>
          <p:cNvPr id="7" name="KSO_TEMPLATE" hidden="1"/>
          <p:cNvSpPr/>
          <p:nvPr userDrawn="1"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500"/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502412" y="435919"/>
            <a:ext cx="8139178" cy="48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  <a:endParaRPr dirty="0">
              <a:sym typeface="+mn-ea"/>
            </a:endParaRP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502444" y="1131094"/>
            <a:ext cx="8139113" cy="3561874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 dirty="0"/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4004" r:id="rId1"/>
    <p:sldLayoutId id="2147484005" r:id="rId2"/>
    <p:sldLayoutId id="2147484006" r:id="rId3"/>
    <p:sldLayoutId id="2147484007" r:id="rId4"/>
    <p:sldLayoutId id="2147484008" r:id="rId5"/>
    <p:sldLayoutId id="2147484009" r:id="rId6"/>
    <p:sldLayoutId id="2147484010" r:id="rId7"/>
    <p:sldLayoutId id="2147484011" r:id="rId8"/>
    <p:sldLayoutId id="2147484012" r:id="rId9"/>
    <p:sldLayoutId id="2147484013" r:id="rId10"/>
  </p:sldLayoutIdLst>
  <p:hf hdr="0" ftr="0" dt="0"/>
  <p:txStyles>
    <p:titleStyle>
      <a:lvl1pPr algn="l" defTabSz="685800" rtl="0" eaLnBrk="1" fontAlgn="auto" latinLnBrk="0" hangingPunct="1">
        <a:lnSpc>
          <a:spcPct val="100000"/>
        </a:lnSpc>
        <a:spcBef>
          <a:spcPct val="0"/>
        </a:spcBef>
        <a:buNone/>
        <a:defRPr sz="2100" b="1" u="none" strike="noStrike" kern="1200" cap="none" spc="75" normalizeH="0">
          <a:solidFill>
            <a:schemeClr val="tx1"/>
          </a:solidFill>
          <a:uFillTx/>
          <a:latin typeface="+mn-ea"/>
          <a:ea typeface="+mn-ea"/>
          <a:cs typeface="+mj-cs"/>
        </a:defRPr>
      </a:lvl1pPr>
    </p:titleStyle>
    <p:bodyStyle>
      <a:lvl1pPr marL="1714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1pPr>
      <a:lvl2pPr marL="5143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tabLst>
          <a:tab pos="1207135" algn="l"/>
        </a:tabLst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2pPr>
      <a:lvl3pPr marL="8572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3pPr>
      <a:lvl4pPr marL="12001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4pPr>
      <a:lvl5pPr marL="15430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659807" y="4762375"/>
            <a:ext cx="2025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pPr>
              <a:defRPr/>
            </a:pPr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087000" y="4762375"/>
            <a:ext cx="2970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pPr>
              <a:defRPr/>
            </a:pPr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457950" y="4762375"/>
            <a:ext cx="2025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pPr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</a:fld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KSO_TEMPLATE" hidden="1"/>
          <p:cNvSpPr/>
          <p:nvPr userDrawn="1"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30988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5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502412" y="435919"/>
            <a:ext cx="8139178" cy="48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  <a:endParaRPr dirty="0">
              <a:sym typeface="+mn-ea"/>
            </a:endParaRP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502444" y="1131094"/>
            <a:ext cx="8139113" cy="3561874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 dirty="0"/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4015" r:id="rId1"/>
    <p:sldLayoutId id="2147484016" r:id="rId2"/>
    <p:sldLayoutId id="2147484017" r:id="rId3"/>
    <p:sldLayoutId id="2147484018" r:id="rId4"/>
    <p:sldLayoutId id="2147484019" r:id="rId5"/>
    <p:sldLayoutId id="2147484020" r:id="rId6"/>
    <p:sldLayoutId id="2147484021" r:id="rId7"/>
    <p:sldLayoutId id="2147484022" r:id="rId8"/>
    <p:sldLayoutId id="2147484023" r:id="rId9"/>
    <p:sldLayoutId id="2147484024" r:id="rId10"/>
  </p:sldLayoutIdLst>
  <p:transition spd="slow">
    <p:push/>
  </p:transition>
  <p:hf hdr="0" ftr="0" dt="0"/>
  <p:txStyles>
    <p:titleStyle>
      <a:lvl1pPr algn="l" defTabSz="685800" rtl="0" eaLnBrk="1" fontAlgn="auto" latinLnBrk="0" hangingPunct="1">
        <a:lnSpc>
          <a:spcPct val="100000"/>
        </a:lnSpc>
        <a:spcBef>
          <a:spcPct val="0"/>
        </a:spcBef>
        <a:buNone/>
        <a:defRPr sz="2100" b="1" u="none" strike="noStrike" kern="1200" cap="none" spc="75" normalizeH="0">
          <a:solidFill>
            <a:schemeClr val="tx1"/>
          </a:solidFill>
          <a:uFillTx/>
          <a:latin typeface="+mn-ea"/>
          <a:ea typeface="+mn-ea"/>
          <a:cs typeface="+mj-cs"/>
        </a:defRPr>
      </a:lvl1pPr>
    </p:titleStyle>
    <p:bodyStyle>
      <a:lvl1pPr marL="1714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1pPr>
      <a:lvl2pPr marL="5143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tabLst>
          <a:tab pos="1207135" algn="l"/>
        </a:tabLst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2pPr>
      <a:lvl3pPr marL="8572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3pPr>
      <a:lvl4pPr marL="12001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4pPr>
      <a:lvl5pPr marL="15430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659807" y="4762375"/>
            <a:ext cx="2025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pPr>
              <a:defRPr/>
            </a:pPr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087000" y="4762375"/>
            <a:ext cx="2970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pPr>
              <a:defRPr/>
            </a:pPr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457950" y="4762375"/>
            <a:ext cx="2025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  <a:latin typeface="+mn-ea"/>
              </a:defRPr>
            </a:lvl1pPr>
          </a:lstStyle>
          <a:p>
            <a:pPr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</a:fld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KSO_TEMPLATE" hidden="1"/>
          <p:cNvSpPr/>
          <p:nvPr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30988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5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502411" y="435919"/>
            <a:ext cx="8139178" cy="48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  <a:endParaRPr dirty="0">
              <a:sym typeface="+mn-ea"/>
            </a:endParaRP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502444" y="1131094"/>
            <a:ext cx="8139113" cy="3561874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 dirty="0"/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4026" r:id="rId1"/>
    <p:sldLayoutId id="2147484027" r:id="rId2"/>
    <p:sldLayoutId id="2147484028" r:id="rId3"/>
    <p:sldLayoutId id="2147484029" r:id="rId4"/>
    <p:sldLayoutId id="2147484030" r:id="rId5"/>
    <p:sldLayoutId id="2147484031" r:id="rId6"/>
    <p:sldLayoutId id="2147484032" r:id="rId7"/>
    <p:sldLayoutId id="2147484033" r:id="rId8"/>
    <p:sldLayoutId id="2147484034" r:id="rId9"/>
    <p:sldLayoutId id="2147484035" r:id="rId10"/>
    <p:sldLayoutId id="2147484036" r:id="rId11"/>
  </p:sldLayoutIdLst>
  <p:hf hdr="0" ftr="0" dt="0"/>
  <p:txStyles>
    <p:titleStyle>
      <a:lvl1pPr algn="l" defTabSz="685800" rtl="0" eaLnBrk="1" fontAlgn="auto" latinLnBrk="0" hangingPunct="1">
        <a:lnSpc>
          <a:spcPct val="100000"/>
        </a:lnSpc>
        <a:spcBef>
          <a:spcPct val="0"/>
        </a:spcBef>
        <a:buNone/>
        <a:defRPr sz="2100" b="1" u="none" strike="noStrike" kern="1200" cap="none" spc="75" normalizeH="0">
          <a:solidFill>
            <a:schemeClr val="tx1"/>
          </a:solidFill>
          <a:uFillTx/>
          <a:latin typeface="+mn-ea"/>
          <a:ea typeface="+mn-ea"/>
          <a:cs typeface="+mj-cs"/>
        </a:defRPr>
      </a:lvl1pPr>
    </p:titleStyle>
    <p:bodyStyle>
      <a:lvl1pPr marL="1714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1pPr>
      <a:lvl2pPr marL="5143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tabLst>
          <a:tab pos="1207135" algn="l"/>
        </a:tabLst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2pPr>
      <a:lvl3pPr marL="8572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3pPr>
      <a:lvl4pPr marL="12001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4pPr>
      <a:lvl5pPr marL="15430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659807" y="4762375"/>
            <a:ext cx="2025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  <a:latin typeface="华文楷体" panose="02010600040101010101" pitchFamily="2" charset="-122"/>
              </a:defRPr>
            </a:lvl1pPr>
          </a:lstStyle>
          <a:p>
            <a:pPr defTabSz="309245">
              <a:defRPr/>
            </a:pPr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087000" y="4762375"/>
            <a:ext cx="2970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  <a:latin typeface="华文楷体" panose="02010600040101010101" pitchFamily="2" charset="-122"/>
              </a:defRPr>
            </a:lvl1pPr>
          </a:lstStyle>
          <a:p>
            <a:pPr defTabSz="309245">
              <a:defRPr/>
            </a:pPr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6457950" y="4762375"/>
            <a:ext cx="2025000" cy="23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  <a:latin typeface="华文楷体" panose="02010600040101010101" pitchFamily="2" charset="-122"/>
              </a:defRPr>
            </a:lvl1pPr>
          </a:lstStyle>
          <a:p>
            <a:pPr defTabSz="309245">
              <a:defRPr/>
            </a:pPr>
            <a:fld id="{49AE70B2-8BF9-45C0-BB95-33D1B9D3A854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</a:fld>
            <a:endParaRPr lang="zh-CN" alt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KSO_TEMPLATE" hidden="1"/>
          <p:cNvSpPr/>
          <p:nvPr userDrawn="1"/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30924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5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imes New Roman" panose="02020603050405020304"/>
              <a:ea typeface="华文楷体" panose="02010600040101010101" pitchFamily="2" charset="-122"/>
              <a:cs typeface="+mn-cs"/>
              <a:sym typeface="Arial" panose="020B0604020202020204" pitchFamily="34" charset="0"/>
            </a:endParaRPr>
          </a:p>
        </p:txBody>
      </p:sp>
      <p:sp>
        <p:nvSpPr>
          <p:cNvPr id="8" name="标题 7"/>
          <p:cNvSpPr>
            <a:spLocks noGrp="1"/>
          </p:cNvSpPr>
          <p:nvPr>
            <p:ph type="title" hasCustomPrompt="1"/>
          </p:nvPr>
        </p:nvSpPr>
        <p:spPr>
          <a:xfrm>
            <a:off x="502412" y="435919"/>
            <a:ext cx="8139178" cy="486000"/>
          </a:xfrm>
        </p:spPr>
        <p:txBody>
          <a:bodyPr vert="horz" lIns="101600" tIns="38100" rIns="76200" bIns="38100" rtlCol="0" anchor="ctr" anchorCtr="0">
            <a:no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6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+mn-ea"/>
                <a:ea typeface="+mn-ea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  <a:endParaRPr dirty="0">
              <a:sym typeface="+mn-ea"/>
            </a:endParaRPr>
          </a:p>
        </p:txBody>
      </p:sp>
      <p:sp>
        <p:nvSpPr>
          <p:cNvPr id="9" name="文本占位符 8"/>
          <p:cNvSpPr>
            <a:spLocks noGrp="1"/>
          </p:cNvSpPr>
          <p:nvPr>
            <p:ph type="body" idx="1" hasCustomPrompt="1"/>
          </p:nvPr>
        </p:nvSpPr>
        <p:spPr>
          <a:xfrm>
            <a:off x="502445" y="1131095"/>
            <a:ext cx="8139113" cy="3561874"/>
          </a:xfrm>
          <a:prstGeom prst="rect">
            <a:avLst/>
          </a:prstGeom>
        </p:spPr>
        <p:txBody>
          <a:bodyPr vert="horz" lIns="101600" tIns="0" rIns="82550" bIns="0" rtlCol="0">
            <a:normAutofit/>
          </a:bodyPr>
          <a:lstStyle>
            <a:lvl1pPr>
              <a:defRPr sz="4800"/>
            </a:lvl1pPr>
            <a:lvl2pPr>
              <a:defRPr sz="4800"/>
            </a:lvl2pPr>
            <a:lvl3pPr>
              <a:defRPr sz="4800"/>
            </a:lvl3pPr>
            <a:lvl4pPr>
              <a:defRPr sz="4800"/>
            </a:lvl4pPr>
            <a:lvl5pPr>
              <a:defRPr sz="4800"/>
            </a:lvl5pPr>
          </a:lstStyle>
          <a:p>
            <a:pPr lvl="0"/>
            <a:r>
              <a:rPr lang="zh-CN" altLang="en-US" dirty="0"/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  <a:p>
            <a:pPr lvl="0"/>
            <a:r>
              <a:rPr lang="zh-CN" altLang="en-US" dirty="0">
                <a:sym typeface="+mn-ea"/>
              </a:rPr>
              <a:t>单击此处编辑正文</a:t>
            </a:r>
            <a:endParaRPr lang="zh-CN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4038" r:id="rId1"/>
    <p:sldLayoutId id="2147484039" r:id="rId2"/>
    <p:sldLayoutId id="2147484040" r:id="rId3"/>
    <p:sldLayoutId id="2147484041" r:id="rId4"/>
    <p:sldLayoutId id="2147484042" r:id="rId5"/>
    <p:sldLayoutId id="2147484043" r:id="rId6"/>
    <p:sldLayoutId id="2147484044" r:id="rId7"/>
    <p:sldLayoutId id="2147484045" r:id="rId8"/>
    <p:sldLayoutId id="2147484046" r:id="rId9"/>
    <p:sldLayoutId id="2147484047" r:id="rId10"/>
    <p:sldLayoutId id="2147484048" r:id="rId11"/>
  </p:sldLayoutIdLst>
  <p:hf hdr="0" ftr="0" dt="0"/>
  <p:txStyles>
    <p:titleStyle>
      <a:lvl1pPr algn="l" defTabSz="685800" rtl="0" eaLnBrk="1" fontAlgn="auto" latinLnBrk="0" hangingPunct="1">
        <a:lnSpc>
          <a:spcPct val="100000"/>
        </a:lnSpc>
        <a:spcBef>
          <a:spcPct val="0"/>
        </a:spcBef>
        <a:buNone/>
        <a:defRPr sz="2100" b="1" u="none" strike="noStrike" kern="1200" cap="none" spc="75" normalizeH="0">
          <a:solidFill>
            <a:schemeClr val="tx1"/>
          </a:solidFill>
          <a:uFillTx/>
          <a:latin typeface="华文楷体" panose="02010600040101010101" pitchFamily="2" charset="-122"/>
          <a:ea typeface="华文楷体" panose="02010600040101010101" pitchFamily="2" charset="-122"/>
          <a:cs typeface="+mj-cs"/>
        </a:defRPr>
      </a:lvl1pPr>
    </p:titleStyle>
    <p:bodyStyle>
      <a:lvl1pPr marL="1714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华文楷体" panose="02010600040101010101" pitchFamily="2" charset="-122"/>
          <a:ea typeface="华文楷体" panose="02010600040101010101" pitchFamily="2" charset="-122"/>
          <a:cs typeface="+mn-cs"/>
        </a:defRPr>
      </a:lvl1pPr>
      <a:lvl2pPr marL="5143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tabLst>
          <a:tab pos="1207135" algn="l"/>
        </a:tabLst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2pPr>
      <a:lvl3pPr marL="8572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3pPr>
      <a:lvl4pPr marL="12001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4pPr>
      <a:lvl5pPr marL="1543050" indent="-171450" algn="l" defTabSz="685800" rtl="0" eaLnBrk="1" fontAlgn="auto" latinLnBrk="0" hangingPunct="1">
        <a:lnSpc>
          <a:spcPct val="130000"/>
        </a:lnSpc>
        <a:spcBef>
          <a:spcPct val="1000"/>
        </a:spcBef>
        <a:spcAft>
          <a:spcPts val="375"/>
        </a:spcAft>
        <a:buFont typeface="Arial" panose="020B0604020202020204" pitchFamily="34" charset="0"/>
        <a:buChar char="•"/>
        <a:defRPr sz="1200" u="none" strike="noStrike" kern="1200" cap="none" spc="56" normalizeH="0" baseline="0">
          <a:solidFill>
            <a:schemeClr val="tx1"/>
          </a:solidFill>
          <a:uFillTx/>
          <a:latin typeface="+mn-ea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ct val="201000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4050" r:id="rId1"/>
    <p:sldLayoutId id="2147484051" r:id="rId2"/>
    <p:sldLayoutId id="2147484052" r:id="rId3"/>
    <p:sldLayoutId id="2147484053" r:id="rId4"/>
    <p:sldLayoutId id="2147484054" r:id="rId5"/>
    <p:sldLayoutId id="2147484055" r:id="rId6"/>
    <p:sldLayoutId id="2147484056" r:id="rId7"/>
    <p:sldLayoutId id="2147484057" r:id="rId8"/>
    <p:sldLayoutId id="2147484058" r:id="rId9"/>
    <p:sldLayoutId id="2147484059" r:id="rId10"/>
    <p:sldLayoutId id="2147484060" r:id="rId11"/>
    <p:sldLayoutId id="2147484061" r:id="rId12"/>
  </p:sldLayoutIdLst>
  <p:hf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ctr" defTabSz="30988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en-US" altLang="zh-CN" sz="9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-</a:t>
            </a:r>
            <a:fld id="{FAEDECE0-B3E3-4E93-9B91-9F10B30F5B07}" type="slidenum">
              <a:rPr kumimoji="0" lang="en-US" altLang="zh-CN" sz="900" b="0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</a:fld>
            <a:r>
              <a:rPr kumimoji="0" lang="en-US" altLang="zh-CN" sz="9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rPr>
              <a:t>-</a:t>
            </a:r>
            <a:endParaRPr kumimoji="0" lang="zh-CN" altLang="en-US" sz="9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555170" y="794340"/>
            <a:ext cx="7846309" cy="41078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30988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zh-CN" sz="900" b="0" i="0" u="none" strike="noStrike" kern="1200" cap="none" spc="0" normalizeH="0" baseline="0" noProof="0" dirty="0">
                <a:ln>
                  <a:noFill/>
                </a:ln>
                <a:solidFill>
                  <a:srgbClr val="252D30"/>
                </a:solidFill>
                <a:effectLst/>
                <a:uLnTx/>
                <a:uFillTx/>
                <a:latin typeface="Arial" panose="020B0604020202020204" pitchFamily="34" charset="0"/>
                <a:sym typeface="Arial" panose="020B0604020202020204" pitchFamily="34" charset="0"/>
              </a:rPr>
              <a:t>一、 工厂合规管理：</a:t>
            </a:r>
            <a:endParaRPr kumimoji="0" lang="zh-CN" altLang="zh-CN" sz="900" b="0" i="0" u="none" strike="noStrike" kern="1200" cap="none" spc="0" normalizeH="0" baseline="0" noProof="0" dirty="0">
              <a:ln>
                <a:noFill/>
              </a:ln>
              <a:solidFill>
                <a:srgbClr val="252D30"/>
              </a:solidFill>
              <a:effectLst/>
              <a:uLnTx/>
              <a:uFillTx/>
              <a:latin typeface="Arial" panose="020B0604020202020204" pitchFamily="34" charset="0"/>
              <a:sym typeface="Arial" panose="020B0604020202020204" pitchFamily="34" charset="0"/>
            </a:endParaRPr>
          </a:p>
          <a:p>
            <a:pPr marL="0" marR="0" lvl="0" indent="0" algn="l" defTabSz="30988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zh-CN" sz="900" b="0" i="0" u="none" strike="noStrike" kern="1200" cap="none" spc="0" normalizeH="0" baseline="0" noProof="0" dirty="0">
                <a:ln>
                  <a:noFill/>
                </a:ln>
                <a:solidFill>
                  <a:srgbClr val="252D30"/>
                </a:solidFill>
                <a:effectLst/>
                <a:uLnTx/>
                <a:uFillTx/>
                <a:latin typeface="Arial" panose="020B0604020202020204" pitchFamily="34" charset="0"/>
                <a:sym typeface="Arial" panose="020B0604020202020204" pitchFamily="34" charset="0"/>
              </a:rPr>
              <a:t>数据完整性和计算机化系统（最高优先级）</a:t>
            </a:r>
            <a:endParaRPr kumimoji="0" lang="zh-CN" altLang="zh-CN" sz="900" b="0" i="0" u="none" strike="noStrike" kern="1200" cap="none" spc="0" normalizeH="0" baseline="0" noProof="0" dirty="0">
              <a:ln>
                <a:noFill/>
              </a:ln>
              <a:solidFill>
                <a:srgbClr val="252D30"/>
              </a:solidFill>
              <a:effectLst/>
              <a:uLnTx/>
              <a:uFillTx/>
              <a:latin typeface="Arial" panose="020B0604020202020204" pitchFamily="34" charset="0"/>
              <a:sym typeface="Arial" panose="020B0604020202020204" pitchFamily="34" charset="0"/>
            </a:endParaRPr>
          </a:p>
          <a:p>
            <a:pPr marL="0" marR="0" lvl="0" indent="0" algn="l" defTabSz="30988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zh-CN" sz="900" b="0" i="0" u="none" strike="noStrike" kern="1200" cap="none" spc="0" normalizeH="0" baseline="0" noProof="0" dirty="0">
                <a:ln>
                  <a:noFill/>
                </a:ln>
                <a:solidFill>
                  <a:srgbClr val="252D30"/>
                </a:solidFill>
                <a:effectLst/>
                <a:uLnTx/>
                <a:uFillTx/>
                <a:latin typeface="Arial" panose="020B0604020202020204" pitchFamily="34" charset="0"/>
                <a:sym typeface="Arial" panose="020B0604020202020204" pitchFamily="34" charset="0"/>
              </a:rPr>
              <a:t>生产</a:t>
            </a:r>
            <a:endParaRPr kumimoji="0" lang="zh-CN" altLang="zh-CN" sz="900" b="0" i="0" u="none" strike="noStrike" kern="1200" cap="none" spc="0" normalizeH="0" baseline="0" noProof="0" dirty="0">
              <a:ln>
                <a:noFill/>
              </a:ln>
              <a:solidFill>
                <a:srgbClr val="252D30"/>
              </a:solidFill>
              <a:effectLst/>
              <a:uLnTx/>
              <a:uFillTx/>
              <a:latin typeface="Arial" panose="020B0604020202020204" pitchFamily="34" charset="0"/>
              <a:sym typeface="Arial" panose="020B0604020202020204" pitchFamily="34" charset="0"/>
            </a:endParaRPr>
          </a:p>
          <a:p>
            <a:pPr marL="0" marR="0" lvl="0" indent="0" algn="l" defTabSz="30988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zh-CN" sz="900" b="0" i="0" u="none" strike="noStrike" kern="1200" cap="none" spc="0" normalizeH="0" baseline="0" noProof="0" dirty="0">
                <a:ln>
                  <a:noFill/>
                </a:ln>
                <a:solidFill>
                  <a:srgbClr val="252D30"/>
                </a:solidFill>
                <a:effectLst/>
                <a:uLnTx/>
                <a:uFillTx/>
                <a:latin typeface="Arial" panose="020B0604020202020204" pitchFamily="34" charset="0"/>
                <a:sym typeface="Arial" panose="020B0604020202020204" pitchFamily="34" charset="0"/>
              </a:rPr>
              <a:t>QC</a:t>
            </a:r>
            <a:endParaRPr kumimoji="0" lang="zh-CN" altLang="zh-CN" sz="900" b="0" i="0" u="none" strike="noStrike" kern="1200" cap="none" spc="0" normalizeH="0" baseline="0" noProof="0" dirty="0">
              <a:ln>
                <a:noFill/>
              </a:ln>
              <a:solidFill>
                <a:srgbClr val="252D30"/>
              </a:solidFill>
              <a:effectLst/>
              <a:uLnTx/>
              <a:uFillTx/>
              <a:latin typeface="Arial" panose="020B0604020202020204" pitchFamily="34" charset="0"/>
              <a:sym typeface="Arial" panose="020B0604020202020204" pitchFamily="34" charset="0"/>
            </a:endParaRPr>
          </a:p>
          <a:p>
            <a:pPr marL="0" marR="0" lvl="0" indent="0" algn="l" defTabSz="30988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zh-CN" sz="900" b="0" i="0" u="none" strike="noStrike" kern="1200" cap="none" spc="0" normalizeH="0" baseline="0" noProof="0" dirty="0">
                <a:ln>
                  <a:noFill/>
                </a:ln>
                <a:solidFill>
                  <a:srgbClr val="252D30"/>
                </a:solidFill>
                <a:effectLst/>
                <a:uLnTx/>
                <a:uFillTx/>
                <a:latin typeface="Arial" panose="020B0604020202020204" pitchFamily="34" charset="0"/>
                <a:sym typeface="Arial" panose="020B0604020202020204" pitchFamily="34" charset="0"/>
              </a:rPr>
              <a:t>库房</a:t>
            </a:r>
            <a:endParaRPr kumimoji="0" lang="zh-CN" altLang="zh-CN" sz="900" b="0" i="0" u="none" strike="noStrike" kern="1200" cap="none" spc="0" normalizeH="0" baseline="0" noProof="0" dirty="0">
              <a:ln>
                <a:noFill/>
              </a:ln>
              <a:solidFill>
                <a:srgbClr val="252D30"/>
              </a:solidFill>
              <a:effectLst/>
              <a:uLnTx/>
              <a:uFillTx/>
              <a:latin typeface="Arial" panose="020B0604020202020204" pitchFamily="34" charset="0"/>
              <a:sym typeface="Arial" panose="020B0604020202020204" pitchFamily="34" charset="0"/>
            </a:endParaRPr>
          </a:p>
          <a:p>
            <a:pPr marL="0" marR="0" lvl="0" indent="0" algn="l" defTabSz="30988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zh-CN" sz="900" b="0" i="0" u="none" strike="noStrike" kern="1200" cap="none" spc="0" normalizeH="0" baseline="0" noProof="0" dirty="0">
                <a:ln>
                  <a:noFill/>
                </a:ln>
                <a:solidFill>
                  <a:srgbClr val="252D30"/>
                </a:solidFill>
                <a:effectLst/>
                <a:uLnTx/>
                <a:uFillTx/>
                <a:latin typeface="Arial" panose="020B0604020202020204" pitchFamily="34" charset="0"/>
                <a:sym typeface="Arial" panose="020B0604020202020204" pitchFamily="34" charset="0"/>
              </a:rPr>
              <a:t>设备</a:t>
            </a:r>
            <a:endParaRPr kumimoji="0" lang="zh-CN" altLang="zh-CN" sz="900" b="0" i="0" u="none" strike="noStrike" kern="1200" cap="none" spc="0" normalizeH="0" baseline="0" noProof="0" dirty="0">
              <a:ln>
                <a:noFill/>
              </a:ln>
              <a:solidFill>
                <a:srgbClr val="252D30"/>
              </a:solidFill>
              <a:effectLst/>
              <a:uLnTx/>
              <a:uFillTx/>
              <a:latin typeface="Arial" panose="020B0604020202020204" pitchFamily="34" charset="0"/>
              <a:sym typeface="Arial" panose="020B0604020202020204" pitchFamily="34" charset="0"/>
            </a:endParaRPr>
          </a:p>
          <a:p>
            <a:pPr marL="0" marR="0" lvl="0" indent="0" algn="l" defTabSz="30988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zh-CN" sz="900" b="0" i="0" u="none" strike="noStrike" kern="1200" cap="none" spc="0" normalizeH="0" baseline="0" noProof="0" dirty="0">
                <a:ln>
                  <a:noFill/>
                </a:ln>
                <a:solidFill>
                  <a:srgbClr val="252D30"/>
                </a:solidFill>
                <a:effectLst/>
                <a:uLnTx/>
                <a:uFillTx/>
                <a:latin typeface="Arial" panose="020B0604020202020204" pitchFamily="34" charset="0"/>
                <a:sym typeface="Arial" panose="020B0604020202020204" pitchFamily="34" charset="0"/>
              </a:rPr>
              <a:t>培训</a:t>
            </a:r>
            <a:endParaRPr kumimoji="0" lang="zh-CN" altLang="zh-CN" sz="900" b="0" i="0" u="none" strike="noStrike" kern="1200" cap="none" spc="0" normalizeH="0" baseline="0" noProof="0" dirty="0">
              <a:ln>
                <a:noFill/>
              </a:ln>
              <a:solidFill>
                <a:srgbClr val="252D30"/>
              </a:solidFill>
              <a:effectLst/>
              <a:uLnTx/>
              <a:uFillTx/>
              <a:latin typeface="Arial" panose="020B0604020202020204" pitchFamily="34" charset="0"/>
              <a:sym typeface="Arial" panose="020B0604020202020204" pitchFamily="34" charset="0"/>
            </a:endParaRPr>
          </a:p>
          <a:p>
            <a:pPr marL="0" marR="0" lvl="0" indent="0" algn="l" defTabSz="30988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zh-CN" sz="900" b="0" i="0" u="none" strike="noStrike" kern="1200" cap="none" spc="0" normalizeH="0" baseline="0" noProof="0" dirty="0">
                <a:ln>
                  <a:noFill/>
                </a:ln>
                <a:solidFill>
                  <a:srgbClr val="252D30"/>
                </a:solidFill>
                <a:effectLst/>
                <a:uLnTx/>
                <a:uFillTx/>
                <a:latin typeface="Arial" panose="020B0604020202020204" pitchFamily="34" charset="0"/>
                <a:sym typeface="Arial" panose="020B0604020202020204" pitchFamily="34" charset="0"/>
              </a:rPr>
              <a:t>常态化合规审计</a:t>
            </a:r>
            <a:endParaRPr kumimoji="0" lang="zh-CN" altLang="zh-CN" sz="900" b="0" i="0" u="none" strike="noStrike" kern="1200" cap="none" spc="0" normalizeH="0" baseline="0" noProof="0" dirty="0">
              <a:ln>
                <a:noFill/>
              </a:ln>
              <a:solidFill>
                <a:srgbClr val="252D30"/>
              </a:solidFill>
              <a:effectLst/>
              <a:uLnTx/>
              <a:uFillTx/>
              <a:latin typeface="Arial" panose="020B0604020202020204" pitchFamily="34" charset="0"/>
              <a:sym typeface="Arial" panose="020B0604020202020204" pitchFamily="34" charset="0"/>
            </a:endParaRPr>
          </a:p>
          <a:p>
            <a:pPr marL="0" marR="0" lvl="0" indent="0" algn="l" defTabSz="30988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zh-CN" sz="900" b="0" i="0" u="none" strike="noStrike" kern="1200" cap="none" spc="0" normalizeH="0" baseline="0" noProof="0" dirty="0">
                <a:ln>
                  <a:noFill/>
                </a:ln>
                <a:solidFill>
                  <a:srgbClr val="252D30"/>
                </a:solidFill>
                <a:effectLst/>
                <a:uLnTx/>
                <a:uFillTx/>
                <a:latin typeface="Arial" panose="020B0604020202020204" pitchFamily="34" charset="0"/>
                <a:sym typeface="Arial" panose="020B0604020202020204" pitchFamily="34" charset="0"/>
              </a:rPr>
              <a:t>二、强化**质量体系闭环运行，杜绝体系“纸面化”</a:t>
            </a:r>
            <a:endParaRPr kumimoji="0" lang="zh-CN" altLang="zh-CN" sz="900" b="0" i="0" u="none" strike="noStrike" kern="1200" cap="none" spc="0" normalizeH="0" baseline="0" noProof="0" dirty="0">
              <a:ln>
                <a:noFill/>
              </a:ln>
              <a:solidFill>
                <a:srgbClr val="252D30"/>
              </a:solidFill>
              <a:effectLst/>
              <a:uLnTx/>
              <a:uFillTx/>
              <a:latin typeface="Arial" panose="020B0604020202020204" pitchFamily="34" charset="0"/>
              <a:sym typeface="Arial" panose="020B0604020202020204" pitchFamily="34" charset="0"/>
            </a:endParaRPr>
          </a:p>
          <a:p>
            <a:pPr marL="0" marR="0" lvl="0" indent="0" algn="l" defTabSz="30988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zh-CN" sz="900" b="0" i="0" u="none" strike="noStrike" kern="1200" cap="none" spc="0" normalizeH="0" baseline="0" noProof="0" dirty="0">
                <a:ln>
                  <a:noFill/>
                </a:ln>
                <a:solidFill>
                  <a:srgbClr val="252D30"/>
                </a:solidFill>
                <a:effectLst/>
                <a:uLnTx/>
                <a:uFillTx/>
                <a:latin typeface="Arial" panose="020B0604020202020204" pitchFamily="34" charset="0"/>
                <a:sym typeface="Arial" panose="020B0604020202020204" pitchFamily="34" charset="0"/>
              </a:rPr>
              <a:t>监管现状：大量483缺陷集中于：偏差/OOS/OOT调查不深入、CAPA流于形式、变更控制失控、投诉处理不完善、质量部门缺乏独立决策权。</a:t>
            </a:r>
            <a:endParaRPr kumimoji="0" lang="zh-CN" altLang="zh-CN" sz="900" b="0" i="0" u="none" strike="noStrike" kern="1200" cap="none" spc="0" normalizeH="0" baseline="0" noProof="0" dirty="0">
              <a:ln>
                <a:noFill/>
              </a:ln>
              <a:solidFill>
                <a:srgbClr val="252D30"/>
              </a:solidFill>
              <a:effectLst/>
              <a:uLnTx/>
              <a:uFillTx/>
              <a:latin typeface="Arial" panose="020B0604020202020204" pitchFamily="34" charset="0"/>
              <a:sym typeface="Arial" panose="020B0604020202020204" pitchFamily="34" charset="0"/>
            </a:endParaRPr>
          </a:p>
          <a:p>
            <a:pPr marL="0" marR="0" lvl="0" indent="0" algn="l" defTabSz="30988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zh-CN" sz="900" b="0" i="0" u="none" strike="noStrike" kern="1200" cap="none" spc="0" normalizeH="0" baseline="0" noProof="0" dirty="0">
                <a:ln>
                  <a:noFill/>
                </a:ln>
                <a:solidFill>
                  <a:srgbClr val="252D30"/>
                </a:solidFill>
                <a:effectLst/>
                <a:uLnTx/>
                <a:uFillTx/>
                <a:latin typeface="Arial" panose="020B0604020202020204" pitchFamily="34" charset="0"/>
                <a:sym typeface="Arial" panose="020B0604020202020204" pitchFamily="34" charset="0"/>
              </a:rPr>
              <a:t>核心落地举措：</a:t>
            </a:r>
            <a:endParaRPr kumimoji="0" lang="zh-CN" altLang="zh-CN" sz="900" b="0" i="0" u="none" strike="noStrike" kern="1200" cap="none" spc="0" normalizeH="0" baseline="0" noProof="0" dirty="0">
              <a:ln>
                <a:noFill/>
              </a:ln>
              <a:solidFill>
                <a:srgbClr val="252D30"/>
              </a:solidFill>
              <a:effectLst/>
              <a:uLnTx/>
              <a:uFillTx/>
              <a:latin typeface="Arial" panose="020B0604020202020204" pitchFamily="34" charset="0"/>
              <a:sym typeface="Arial" panose="020B0604020202020204" pitchFamily="34" charset="0"/>
            </a:endParaRPr>
          </a:p>
          <a:p>
            <a:pPr marL="0" marR="0" lvl="0" indent="0" algn="l" defTabSz="30988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zh-CN" sz="900" b="0" i="0" u="none" strike="noStrike" kern="1200" cap="none" spc="0" normalizeH="0" baseline="0" noProof="0" dirty="0">
                <a:ln>
                  <a:noFill/>
                </a:ln>
                <a:solidFill>
                  <a:srgbClr val="252D30"/>
                </a:solidFill>
                <a:effectLst/>
                <a:uLnTx/>
                <a:uFillTx/>
                <a:latin typeface="Arial" panose="020B0604020202020204" pitchFamily="34" charset="0"/>
                <a:sym typeface="Arial" panose="020B0604020202020204" pitchFamily="34" charset="0"/>
              </a:rPr>
              <a:t>1. 严格执行变更、偏差、OOS、CAPA、投诉、年度产品质量回顾六大质量程序，坚持**根本原因分析**，不只用临时纠正代替长效预防；</a:t>
            </a:r>
            <a:endParaRPr kumimoji="0" lang="zh-CN" altLang="zh-CN" sz="900" b="0" i="0" u="none" strike="noStrike" kern="1200" cap="none" spc="0" normalizeH="0" baseline="0" noProof="0" dirty="0">
              <a:ln>
                <a:noFill/>
              </a:ln>
              <a:solidFill>
                <a:srgbClr val="252D30"/>
              </a:solidFill>
              <a:effectLst/>
              <a:uLnTx/>
              <a:uFillTx/>
              <a:latin typeface="Arial" panose="020B0604020202020204" pitchFamily="34" charset="0"/>
              <a:sym typeface="Arial" panose="020B0604020202020204" pitchFamily="34" charset="0"/>
            </a:endParaRPr>
          </a:p>
          <a:p>
            <a:pPr marL="0" marR="0" lvl="0" indent="0" algn="l" defTabSz="30988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zh-CN" sz="900" b="0" i="0" u="none" strike="noStrike" kern="1200" cap="none" spc="0" normalizeH="0" baseline="0" noProof="0" dirty="0">
                <a:ln>
                  <a:noFill/>
                </a:ln>
                <a:solidFill>
                  <a:srgbClr val="252D30"/>
                </a:solidFill>
                <a:effectLst/>
                <a:uLnTx/>
                <a:uFillTx/>
                <a:latin typeface="Arial" panose="020B0604020202020204" pitchFamily="34" charset="0"/>
                <a:sym typeface="Arial" panose="020B0604020202020204" pitchFamily="34" charset="0"/>
              </a:rPr>
              <a:t>2. QA独立履职，拥有物料放行、产品放行否决权；</a:t>
            </a:r>
            <a:endParaRPr kumimoji="0" lang="zh-CN" altLang="zh-CN" sz="900" b="0" i="0" u="none" strike="noStrike" kern="1200" cap="none" spc="0" normalizeH="0" baseline="0" noProof="0" dirty="0">
              <a:ln>
                <a:noFill/>
              </a:ln>
              <a:solidFill>
                <a:srgbClr val="252D30"/>
              </a:solidFill>
              <a:effectLst/>
              <a:uLnTx/>
              <a:uFillTx/>
              <a:latin typeface="Arial" panose="020B0604020202020204" pitchFamily="34" charset="0"/>
              <a:sym typeface="Arial" panose="020B0604020202020204" pitchFamily="34" charset="0"/>
            </a:endParaRPr>
          </a:p>
          <a:p>
            <a:pPr marL="0" marR="0" lvl="0" indent="0" algn="l" defTabSz="30988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zh-CN" sz="900" b="0" i="0" u="none" strike="noStrike" kern="1200" cap="none" spc="0" normalizeH="0" baseline="0" noProof="0" dirty="0">
                <a:ln>
                  <a:noFill/>
                </a:ln>
                <a:solidFill>
                  <a:srgbClr val="252D30"/>
                </a:solidFill>
                <a:effectLst/>
                <a:uLnTx/>
                <a:uFillTx/>
                <a:latin typeface="Arial" panose="020B0604020202020204" pitchFamily="34" charset="0"/>
                <a:sym typeface="Arial" panose="020B0604020202020204" pitchFamily="34" charset="0"/>
              </a:rPr>
              <a:t>3. 定期内部模拟FDA体系审计，主动挖掘系统性隐患，避免问题长期积累；</a:t>
            </a:r>
            <a:endParaRPr kumimoji="0" lang="zh-CN" altLang="zh-CN" sz="900" b="0" i="0" u="none" strike="noStrike" kern="1200" cap="none" spc="0" normalizeH="0" baseline="0" noProof="0" dirty="0">
              <a:ln>
                <a:noFill/>
              </a:ln>
              <a:solidFill>
                <a:srgbClr val="252D30"/>
              </a:solidFill>
              <a:effectLst/>
              <a:uLnTx/>
              <a:uFillTx/>
              <a:latin typeface="Arial" panose="020B0604020202020204" pitchFamily="34" charset="0"/>
              <a:sym typeface="Arial" panose="020B0604020202020204" pitchFamily="34" charset="0"/>
            </a:endParaRPr>
          </a:p>
          <a:p>
            <a:pPr marL="0" marR="0" lvl="0" indent="0" algn="l" defTabSz="30988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zh-CN" sz="900" b="0" i="0" u="none" strike="noStrike" kern="1200" cap="none" spc="0" normalizeH="0" baseline="0" noProof="0" dirty="0">
                <a:ln>
                  <a:noFill/>
                </a:ln>
                <a:solidFill>
                  <a:srgbClr val="252D30"/>
                </a:solidFill>
                <a:effectLst/>
                <a:uLnTx/>
                <a:uFillTx/>
                <a:latin typeface="Arial" panose="020B0604020202020204" pitchFamily="34" charset="0"/>
                <a:sym typeface="Arial" panose="020B0604020202020204" pitchFamily="34" charset="0"/>
              </a:rPr>
              <a:t>4. 所有质量活动证据完整留存，逻辑自洽、前后无矛盾。</a:t>
            </a:r>
            <a:endParaRPr kumimoji="0" lang="zh-CN" altLang="zh-CN" sz="900" b="0" i="0" u="none" strike="noStrike" kern="1200" cap="none" spc="0" normalizeH="0" baseline="0" noProof="0" dirty="0">
              <a:ln>
                <a:noFill/>
              </a:ln>
              <a:solidFill>
                <a:srgbClr val="252D30"/>
              </a:solidFill>
              <a:effectLst/>
              <a:uLnTx/>
              <a:uFillTx/>
              <a:latin typeface="Arial" panose="020B0604020202020204" pitchFamily="34" charset="0"/>
              <a:sym typeface="Arial" panose="020B0604020202020204" pitchFamily="34" charset="0"/>
            </a:endParaRPr>
          </a:p>
          <a:p>
            <a:pPr marL="0" marR="0" lvl="0" indent="0" algn="l" defTabSz="30988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zh-CN" sz="900" b="0" i="0" u="none" strike="noStrike" kern="1200" cap="none" spc="0" normalizeH="0" baseline="0" noProof="0" dirty="0">
                <a:ln>
                  <a:noFill/>
                </a:ln>
                <a:solidFill>
                  <a:srgbClr val="252D30"/>
                </a:solidFill>
                <a:effectLst/>
                <a:uLnTx/>
                <a:uFillTx/>
                <a:latin typeface="Arial" panose="020B0604020202020204" pitchFamily="34" charset="0"/>
                <a:sym typeface="Arial" panose="020B0604020202020204" pitchFamily="34" charset="0"/>
              </a:rPr>
              <a:t>三、保障现场硬件状态、工艺与设施受控（现场直观核查重点）</a:t>
            </a:r>
            <a:endParaRPr kumimoji="0" lang="zh-CN" altLang="zh-CN" sz="900" b="0" i="0" u="none" strike="noStrike" kern="1200" cap="none" spc="0" normalizeH="0" baseline="0" noProof="0" dirty="0">
              <a:ln>
                <a:noFill/>
              </a:ln>
              <a:solidFill>
                <a:srgbClr val="252D30"/>
              </a:solidFill>
              <a:effectLst/>
              <a:uLnTx/>
              <a:uFillTx/>
              <a:latin typeface="Arial" panose="020B0604020202020204" pitchFamily="34" charset="0"/>
              <a:sym typeface="Arial" panose="020B0604020202020204" pitchFamily="34" charset="0"/>
            </a:endParaRPr>
          </a:p>
          <a:p>
            <a:pPr marL="0" marR="0" lvl="0" indent="0" algn="l" defTabSz="30988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zh-CN" sz="900" b="0" i="0" u="none" strike="noStrike" kern="1200" cap="none" spc="0" normalizeH="0" baseline="0" noProof="0" dirty="0">
                <a:ln>
                  <a:noFill/>
                </a:ln>
                <a:solidFill>
                  <a:srgbClr val="252D30"/>
                </a:solidFill>
                <a:effectLst/>
                <a:uLnTx/>
                <a:uFillTx/>
                <a:latin typeface="Arial" panose="020B0604020202020204" pitchFamily="34" charset="0"/>
                <a:sym typeface="Arial" panose="020B0604020202020204" pitchFamily="34" charset="0"/>
              </a:rPr>
              <a:t>核心落地举措：</a:t>
            </a:r>
            <a:endParaRPr kumimoji="0" lang="zh-CN" altLang="zh-CN" sz="900" b="0" i="0" u="none" strike="noStrike" kern="1200" cap="none" spc="0" normalizeH="0" baseline="0" noProof="0" dirty="0">
              <a:ln>
                <a:noFill/>
              </a:ln>
              <a:solidFill>
                <a:srgbClr val="252D30"/>
              </a:solidFill>
              <a:effectLst/>
              <a:uLnTx/>
              <a:uFillTx/>
              <a:latin typeface="Arial" panose="020B0604020202020204" pitchFamily="34" charset="0"/>
              <a:sym typeface="Arial" panose="020B0604020202020204" pitchFamily="34" charset="0"/>
            </a:endParaRPr>
          </a:p>
          <a:p>
            <a:pPr marL="0" marR="0" lvl="0" indent="0" algn="l" defTabSz="30988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zh-CN" sz="900" b="0" i="0" u="none" strike="noStrike" kern="1200" cap="none" spc="0" normalizeH="0" baseline="0" noProof="0" dirty="0">
                <a:ln>
                  <a:noFill/>
                </a:ln>
                <a:solidFill>
                  <a:srgbClr val="252D30"/>
                </a:solidFill>
                <a:effectLst/>
                <a:uLnTx/>
                <a:uFillTx/>
                <a:latin typeface="Arial" panose="020B0604020202020204" pitchFamily="34" charset="0"/>
                <a:sym typeface="Arial" panose="020B0604020202020204" pitchFamily="34" charset="0"/>
              </a:rPr>
              <a:t>1. 维持设施、设备持续状态，验证文件与现场实际操作保持一致；</a:t>
            </a:r>
            <a:endParaRPr kumimoji="0" lang="zh-CN" altLang="zh-CN" sz="900" b="0" i="0" u="none" strike="noStrike" kern="1200" cap="none" spc="0" normalizeH="0" baseline="0" noProof="0" dirty="0">
              <a:ln>
                <a:noFill/>
              </a:ln>
              <a:solidFill>
                <a:srgbClr val="252D30"/>
              </a:solidFill>
              <a:effectLst/>
              <a:uLnTx/>
              <a:uFillTx/>
              <a:latin typeface="Arial" panose="020B0604020202020204" pitchFamily="34" charset="0"/>
              <a:sym typeface="Arial" panose="020B0604020202020204" pitchFamily="34" charset="0"/>
            </a:endParaRPr>
          </a:p>
          <a:p>
            <a:pPr marL="0" marR="0" lvl="0" indent="0" algn="l" defTabSz="30988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zh-CN" sz="900" b="0" i="0" u="none" strike="noStrike" kern="1200" cap="none" spc="0" normalizeH="0" baseline="0" noProof="0" dirty="0">
                <a:ln>
                  <a:noFill/>
                </a:ln>
                <a:solidFill>
                  <a:srgbClr val="252D30"/>
                </a:solidFill>
                <a:effectLst/>
                <a:uLnTx/>
                <a:uFillTx/>
                <a:latin typeface="Arial" panose="020B0604020202020204" pitchFamily="34" charset="0"/>
                <a:sym typeface="Arial" panose="020B0604020202020204" pitchFamily="34" charset="0"/>
              </a:rPr>
              <a:t>2. 设备预防性维护、仪器校准按期执行，状态标识清晰；</a:t>
            </a:r>
            <a:endParaRPr kumimoji="0" lang="zh-CN" altLang="zh-CN" sz="900" b="0" i="0" u="none" strike="noStrike" kern="1200" cap="none" spc="0" normalizeH="0" baseline="0" noProof="0" dirty="0">
              <a:ln>
                <a:noFill/>
              </a:ln>
              <a:solidFill>
                <a:srgbClr val="252D30"/>
              </a:solidFill>
              <a:effectLst/>
              <a:uLnTx/>
              <a:uFillTx/>
              <a:latin typeface="Arial" panose="020B0604020202020204" pitchFamily="34" charset="0"/>
              <a:sym typeface="Arial" panose="020B0604020202020204" pitchFamily="34" charset="0"/>
            </a:endParaRPr>
          </a:p>
          <a:p>
            <a:pPr marL="0" marR="0" lvl="0" indent="0" algn="l" defTabSz="30988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zh-CN" sz="900" b="0" i="0" u="none" strike="noStrike" kern="1200" cap="none" spc="0" normalizeH="0" baseline="0" noProof="0" dirty="0">
                <a:ln>
                  <a:noFill/>
                </a:ln>
                <a:solidFill>
                  <a:srgbClr val="252D30"/>
                </a:solidFill>
                <a:effectLst/>
                <a:uLnTx/>
                <a:uFillTx/>
                <a:latin typeface="Arial" panose="020B0604020202020204" pitchFamily="34" charset="0"/>
                <a:sym typeface="Arial" panose="020B0604020202020204" pitchFamily="34" charset="0"/>
              </a:rPr>
              <a:t>3. 洁净区人流物流分离、压差、温湿度、环境监测数据真实连续；</a:t>
            </a:r>
            <a:endParaRPr kumimoji="0" lang="zh-CN" altLang="zh-CN" sz="900" b="0" i="0" u="none" strike="noStrike" kern="1200" cap="none" spc="0" normalizeH="0" baseline="0" noProof="0" dirty="0">
              <a:ln>
                <a:noFill/>
              </a:ln>
              <a:solidFill>
                <a:srgbClr val="252D30"/>
              </a:solidFill>
              <a:effectLst/>
              <a:uLnTx/>
              <a:uFillTx/>
              <a:latin typeface="Arial" panose="020B0604020202020204" pitchFamily="34" charset="0"/>
              <a:sym typeface="Arial" panose="020B0604020202020204" pitchFamily="34" charset="0"/>
            </a:endParaRPr>
          </a:p>
          <a:p>
            <a:pPr marL="0" marR="0" lvl="0" indent="0" algn="l" defTabSz="30988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zh-CN" sz="900" b="0" i="0" u="none" strike="noStrike" kern="1200" cap="none" spc="0" normalizeH="0" baseline="0" noProof="0" dirty="0">
                <a:ln>
                  <a:noFill/>
                </a:ln>
                <a:solidFill>
                  <a:srgbClr val="252D30"/>
                </a:solidFill>
                <a:effectLst/>
                <a:uLnTx/>
                <a:uFillTx/>
                <a:latin typeface="Arial" panose="020B0604020202020204" pitchFamily="34" charset="0"/>
                <a:sym typeface="Arial" panose="020B0604020202020204" pitchFamily="34" charset="0"/>
              </a:rPr>
              <a:t>4. 物料分区隔离（待验/合格/不合格/留样），全链条可追溯；清场管理、防止交叉污染。</a:t>
            </a:r>
            <a:endParaRPr kumimoji="0" lang="zh-CN" altLang="zh-CN" sz="900" b="0" i="0" u="none" strike="noStrike" kern="1200" cap="none" spc="0" normalizeH="0" baseline="0" noProof="0" dirty="0">
              <a:ln>
                <a:noFill/>
              </a:ln>
              <a:solidFill>
                <a:srgbClr val="252D30"/>
              </a:solidFill>
              <a:effectLst/>
              <a:uLnTx/>
              <a:uFillTx/>
              <a:latin typeface="Arial" panose="020B0604020202020204" pitchFamily="34" charset="0"/>
              <a:sym typeface="Arial" panose="020B0604020202020204" pitchFamily="34" charset="0"/>
            </a:endParaRPr>
          </a:p>
          <a:p>
            <a:pPr marL="0" marR="0" lvl="0" indent="0" algn="l" defTabSz="30988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zh-CN" sz="900" b="0" i="0" u="none" strike="noStrike" kern="1200" cap="none" spc="0" normalizeH="0" baseline="0" noProof="0" dirty="0">
                <a:ln>
                  <a:noFill/>
                </a:ln>
                <a:solidFill>
                  <a:srgbClr val="252D30"/>
                </a:solidFill>
                <a:effectLst/>
                <a:uLnTx/>
                <a:uFillTx/>
                <a:latin typeface="Arial" panose="020B0604020202020204" pitchFamily="34" charset="0"/>
                <a:sym typeface="Arial" panose="020B0604020202020204" pitchFamily="34" charset="0"/>
              </a:rPr>
              <a:t>四、全员合规能力与质量文化建设，并打造SME</a:t>
            </a:r>
            <a:endParaRPr kumimoji="0" lang="zh-CN" altLang="zh-CN" sz="900" b="0" i="0" u="none" strike="noStrike" kern="1200" cap="none" spc="0" normalizeH="0" baseline="0" noProof="0" dirty="0">
              <a:ln>
                <a:noFill/>
              </a:ln>
              <a:solidFill>
                <a:srgbClr val="252D30"/>
              </a:solidFill>
              <a:effectLst/>
              <a:uLnTx/>
              <a:uFillTx/>
              <a:latin typeface="Arial" panose="020B0604020202020204" pitchFamily="34" charset="0"/>
              <a:sym typeface="Arial" panose="020B0604020202020204" pitchFamily="34" charset="0"/>
            </a:endParaRPr>
          </a:p>
          <a:p>
            <a:pPr marL="0" marR="0" lvl="0" indent="0" algn="l" defTabSz="30988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zh-CN" sz="900" b="0" i="0" u="none" strike="noStrike" kern="1200" cap="none" spc="0" normalizeH="0" baseline="0" noProof="0" dirty="0">
                <a:ln>
                  <a:noFill/>
                </a:ln>
                <a:solidFill>
                  <a:srgbClr val="252D30"/>
                </a:solidFill>
                <a:effectLst/>
                <a:uLnTx/>
                <a:uFillTx/>
                <a:latin typeface="Arial" panose="020B0604020202020204" pitchFamily="34" charset="0"/>
                <a:sym typeface="Arial" panose="020B0604020202020204" pitchFamily="34" charset="0"/>
              </a:rPr>
              <a:t>核心落地举措：</a:t>
            </a:r>
            <a:endParaRPr kumimoji="0" lang="zh-CN" altLang="zh-CN" sz="900" b="0" i="0" u="none" strike="noStrike" kern="1200" cap="none" spc="0" normalizeH="0" baseline="0" noProof="0" dirty="0">
              <a:ln>
                <a:noFill/>
              </a:ln>
              <a:solidFill>
                <a:srgbClr val="252D30"/>
              </a:solidFill>
              <a:effectLst/>
              <a:uLnTx/>
              <a:uFillTx/>
              <a:latin typeface="Arial" panose="020B0604020202020204" pitchFamily="34" charset="0"/>
              <a:sym typeface="Arial" panose="020B0604020202020204" pitchFamily="34" charset="0"/>
            </a:endParaRPr>
          </a:p>
          <a:p>
            <a:pPr marL="0" marR="0" lvl="0" indent="0" algn="l" defTabSz="30988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zh-CN" sz="900" b="0" i="0" u="none" strike="noStrike" kern="1200" cap="none" spc="0" normalizeH="0" baseline="0" noProof="0" dirty="0">
                <a:ln>
                  <a:noFill/>
                </a:ln>
                <a:solidFill>
                  <a:srgbClr val="252D30"/>
                </a:solidFill>
                <a:effectLst/>
                <a:uLnTx/>
                <a:uFillTx/>
                <a:latin typeface="Arial" panose="020B0604020202020204" pitchFamily="34" charset="0"/>
                <a:sym typeface="Arial" panose="020B0604020202020204" pitchFamily="34" charset="0"/>
              </a:rPr>
              <a:t>1. 持续开展FDA-cGMP、数据完整性、飞检应答规范常态化培训，不仅仅是理论，增加情景模拟；</a:t>
            </a:r>
            <a:endParaRPr kumimoji="0" lang="zh-CN" altLang="zh-CN" sz="900" b="0" i="0" u="none" strike="noStrike" kern="1200" cap="none" spc="0" normalizeH="0" baseline="0" noProof="0" dirty="0">
              <a:ln>
                <a:noFill/>
              </a:ln>
              <a:solidFill>
                <a:srgbClr val="252D30"/>
              </a:solidFill>
              <a:effectLst/>
              <a:uLnTx/>
              <a:uFillTx/>
              <a:latin typeface="Arial" panose="020B0604020202020204" pitchFamily="34" charset="0"/>
              <a:sym typeface="Arial" panose="020B0604020202020204" pitchFamily="34" charset="0"/>
            </a:endParaRPr>
          </a:p>
          <a:p>
            <a:pPr marL="0" marR="0" lvl="0" indent="0" algn="l" defTabSz="30988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zh-CN" sz="900" b="0" i="0" u="none" strike="noStrike" kern="1200" cap="none" spc="0" normalizeH="0" baseline="0" noProof="0" dirty="0">
                <a:ln>
                  <a:noFill/>
                </a:ln>
                <a:solidFill>
                  <a:srgbClr val="252D30"/>
                </a:solidFill>
                <a:effectLst/>
                <a:uLnTx/>
                <a:uFillTx/>
                <a:latin typeface="Arial" panose="020B0604020202020204" pitchFamily="34" charset="0"/>
                <a:sym typeface="Arial" panose="020B0604020202020204" pitchFamily="34" charset="0"/>
              </a:rPr>
              <a:t>2. 严格持证上岗，转岗、复工重新培训考核；杜绝凭经验操作、擅自偏离SOP；</a:t>
            </a:r>
            <a:endParaRPr kumimoji="0" lang="zh-CN" altLang="zh-CN" sz="900" b="0" i="0" u="none" strike="noStrike" kern="1200" cap="none" spc="0" normalizeH="0" baseline="0" noProof="0" dirty="0">
              <a:ln>
                <a:noFill/>
              </a:ln>
              <a:solidFill>
                <a:srgbClr val="252D30"/>
              </a:solidFill>
              <a:effectLst/>
              <a:uLnTx/>
              <a:uFillTx/>
              <a:latin typeface="Arial" panose="020B0604020202020204" pitchFamily="34" charset="0"/>
              <a:sym typeface="Arial" panose="020B0604020202020204" pitchFamily="34" charset="0"/>
            </a:endParaRPr>
          </a:p>
          <a:p>
            <a:pPr marL="0" marR="0" lvl="0" indent="0" algn="l" defTabSz="30988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zh-CN" sz="900" b="0" i="0" u="none" strike="noStrike" kern="1200" cap="none" spc="0" normalizeH="0" baseline="0" noProof="0" dirty="0">
                <a:ln>
                  <a:noFill/>
                </a:ln>
                <a:solidFill>
                  <a:srgbClr val="252D30"/>
                </a:solidFill>
                <a:effectLst/>
                <a:uLnTx/>
                <a:uFillTx/>
                <a:latin typeface="Arial" panose="020B0604020202020204" pitchFamily="34" charset="0"/>
                <a:sym typeface="Arial" panose="020B0604020202020204" pitchFamily="34" charset="0"/>
              </a:rPr>
              <a:t>3. 建立统一迎检规则：只回答提问、不主动延伸、不清楚不猜测、主动查阅SOP；</a:t>
            </a:r>
            <a:endParaRPr kumimoji="0" lang="zh-CN" altLang="zh-CN" sz="900" b="0" i="0" u="none" strike="noStrike" kern="1200" cap="none" spc="0" normalizeH="0" baseline="0" noProof="0" dirty="0">
              <a:ln>
                <a:noFill/>
              </a:ln>
              <a:solidFill>
                <a:srgbClr val="252D30"/>
              </a:solidFill>
              <a:effectLst/>
              <a:uLnTx/>
              <a:uFillTx/>
              <a:latin typeface="Arial" panose="020B0604020202020204" pitchFamily="34" charset="0"/>
              <a:sym typeface="Arial" panose="020B0604020202020204" pitchFamily="34" charset="0"/>
            </a:endParaRPr>
          </a:p>
          <a:p>
            <a:pPr marL="0" marR="0" lvl="0" indent="0" algn="l" defTabSz="30988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zh-CN" sz="900" b="0" i="0" u="none" strike="noStrike" kern="1200" cap="none" spc="0" normalizeH="0" baseline="0" noProof="0" dirty="0">
                <a:ln>
                  <a:noFill/>
                </a:ln>
                <a:solidFill>
                  <a:srgbClr val="252D30"/>
                </a:solidFill>
                <a:effectLst/>
                <a:uLnTx/>
                <a:uFillTx/>
                <a:latin typeface="Arial" panose="020B0604020202020204" pitchFamily="34" charset="0"/>
                <a:sym typeface="Arial" panose="020B0604020202020204" pitchFamily="34" charset="0"/>
              </a:rPr>
              <a:t>4. 营造主动上报异常的文化，杜绝隐瞒偏差、掩盖问题。</a:t>
            </a:r>
            <a:endParaRPr kumimoji="0" lang="zh-CN" altLang="zh-CN" sz="900" b="0" i="0" u="none" strike="noStrike" kern="1200" cap="none" spc="0" normalizeH="0" baseline="0" noProof="0" dirty="0">
              <a:ln>
                <a:noFill/>
              </a:ln>
              <a:solidFill>
                <a:srgbClr val="252D30"/>
              </a:solidFill>
              <a:effectLst/>
              <a:uLnTx/>
              <a:uFillTx/>
              <a:latin typeface="Arial" panose="020B0604020202020204" pitchFamily="34" charset="0"/>
              <a:sym typeface="Arial" panose="020B0604020202020204" pitchFamily="34" charset="0"/>
            </a:endParaRPr>
          </a:p>
          <a:p>
            <a:pPr marL="0" marR="0" lvl="0" indent="0" algn="l" defTabSz="30988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zh-CN" sz="900" b="0" i="0" u="none" strike="noStrike" kern="1200" cap="none" spc="0" normalizeH="0" baseline="0" noProof="0" dirty="0">
                <a:ln>
                  <a:noFill/>
                </a:ln>
                <a:solidFill>
                  <a:srgbClr val="252D30"/>
                </a:solidFill>
                <a:effectLst/>
                <a:uLnTx/>
                <a:uFillTx/>
                <a:latin typeface="Arial" panose="020B0604020202020204" pitchFamily="34" charset="0"/>
                <a:sym typeface="Arial" panose="020B0604020202020204" pitchFamily="34" charset="0"/>
              </a:rPr>
              <a:t>五、建立常态化飞检就绪机制</a:t>
            </a:r>
            <a:endParaRPr kumimoji="0" lang="en-US" altLang="zh-CN" sz="900" b="0" i="0" u="none" strike="noStrike" kern="1200" cap="none" spc="0" normalizeH="0" baseline="0" noProof="0" dirty="0">
              <a:ln>
                <a:noFill/>
              </a:ln>
              <a:solidFill>
                <a:srgbClr val="252D30"/>
              </a:solidFill>
              <a:effectLst/>
              <a:uLnTx/>
              <a:uFillTx/>
              <a:latin typeface="Arial" panose="020B0604020202020204" pitchFamily="34" charset="0"/>
              <a:sym typeface="Arial" panose="020B0604020202020204" pitchFamily="34" charset="0"/>
            </a:endParaRPr>
          </a:p>
          <a:p>
            <a:pPr marL="0" marR="0" lvl="0" indent="0" algn="l" defTabSz="30988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 pitchFamily="34" charset="0"/>
                <a:sym typeface="Arial" panose="020B0604020202020204" pitchFamily="34" charset="0"/>
              </a:rPr>
              <a:t>我再补充点内容</a:t>
            </a:r>
            <a:endParaRPr kumimoji="0" lang="zh-CN" altLang="en-US" sz="9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6" name="TextBox 1"/>
          <p:cNvSpPr txBox="1"/>
          <p:nvPr/>
        </p:nvSpPr>
        <p:spPr>
          <a:xfrm>
            <a:off x="3703329" y="164592"/>
            <a:ext cx="5164086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r" defTabSz="309880" rtl="0" eaLnBrk="0" fontAlgn="base" latinLnBrk="0" hangingPunct="0">
              <a:lnSpc>
                <a:spcPct val="128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sz="1950" b="1" i="0" u="none" strike="noStrike" kern="1200" cap="none" spc="0" normalizeH="0" baseline="0" noProof="0" dirty="0">
                <a:ln>
                  <a:noFill/>
                </a:ln>
                <a:solidFill>
                  <a:srgbClr val="132556"/>
                </a:solidFill>
                <a:effectLst/>
                <a:uLnTx/>
                <a:uFillTx/>
                <a:latin typeface="Arial" panose="020B0604020202020204"/>
                <a:ea typeface="微软雅黑" panose="020B0503020204020204" pitchFamily="34" charset="-122"/>
                <a:cs typeface="Arial" panose="020B0604020202020204"/>
                <a:sym typeface="Arial" panose="020B0604020202020204" pitchFamily="34" charset="0"/>
              </a:rPr>
              <a:t>2026年GMP管理重点工作推进</a:t>
            </a:r>
            <a:endParaRPr kumimoji="0" sz="1950" b="1" i="0" u="none" strike="noStrike" kern="1200" cap="none" spc="0" normalizeH="0" baseline="0" noProof="0" dirty="0">
              <a:ln>
                <a:noFill/>
              </a:ln>
              <a:solidFill>
                <a:srgbClr val="132556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Arial" panose="020B0604020202020204"/>
              <a:sym typeface="Arial" panose="020B0604020202020204" pitchFamily="34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4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5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9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6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11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7.xml><?xml version="1.0" encoding="utf-8"?>
<a:theme xmlns:a="http://schemas.openxmlformats.org/drawingml/2006/main" name="1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8.xml><?xml version="1.0" encoding="utf-8"?>
<a:theme xmlns:a="http://schemas.openxmlformats.org/drawingml/2006/main" name="3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9.xml><?xml version="1.0" encoding="utf-8"?>
<a:theme xmlns:a="http://schemas.openxmlformats.org/drawingml/2006/main" name="2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0.xml><?xml version="1.0" encoding="utf-8"?>
<a:theme xmlns:a="http://schemas.openxmlformats.org/drawingml/2006/main" name="12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1.xml><?xml version="1.0" encoding="utf-8"?>
<a:theme xmlns:a="http://schemas.openxmlformats.org/drawingml/2006/main" name="7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2.xml><?xml version="1.0" encoding="utf-8"?>
<a:theme xmlns:a="http://schemas.openxmlformats.org/drawingml/2006/main" name="51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3.xml><?xml version="1.0" encoding="utf-8"?>
<a:theme xmlns:a="http://schemas.openxmlformats.org/drawingml/2006/main" name="8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1">
      <a:majorFont>
        <a:latin typeface="Times New Roman"/>
        <a:ea typeface="微软雅黑"/>
        <a:cs typeface=""/>
      </a:majorFont>
      <a:minorFont>
        <a:latin typeface="Times New Roman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4.xml><?xml version="1.0" encoding="utf-8"?>
<a:theme xmlns:a="http://schemas.openxmlformats.org/drawingml/2006/main" name="13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5.xml><?xml version="1.0" encoding="utf-8"?>
<a:theme xmlns:a="http://schemas.openxmlformats.org/drawingml/2006/main" name="10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6.xml><?xml version="1.0" encoding="utf-8"?>
<a:theme xmlns:a="http://schemas.openxmlformats.org/drawingml/2006/main" name="14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1">
      <a:majorFont>
        <a:latin typeface="Times New Roman"/>
        <a:ea typeface="微软雅黑"/>
        <a:cs typeface=""/>
      </a:majorFont>
      <a:minorFont>
        <a:latin typeface="Times New Roman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7.xml><?xml version="1.0" encoding="utf-8"?>
<a:theme xmlns:a="http://schemas.openxmlformats.org/drawingml/2006/main" name="15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1">
      <a:majorFont>
        <a:latin typeface="Times New Roman"/>
        <a:ea typeface="微软雅黑"/>
        <a:cs typeface=""/>
      </a:majorFont>
      <a:minorFont>
        <a:latin typeface="Times New Roman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8.xml><?xml version="1.0" encoding="utf-8"?>
<a:theme xmlns:a="http://schemas.openxmlformats.org/drawingml/2006/main" name="16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9.xml><?xml version="1.0" encoding="utf-8"?>
<a:theme xmlns:a="http://schemas.openxmlformats.org/drawingml/2006/main" name="17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0.xml><?xml version="1.0" encoding="utf-8"?>
<a:theme xmlns:a="http://schemas.openxmlformats.org/drawingml/2006/main" name="18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1">
      <a:majorFont>
        <a:latin typeface="Times New Roman"/>
        <a:ea typeface="微软雅黑"/>
        <a:cs typeface=""/>
      </a:majorFont>
      <a:minorFont>
        <a:latin typeface="Times New Roman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1.xml><?xml version="1.0" encoding="utf-8"?>
<a:theme xmlns:a="http://schemas.openxmlformats.org/drawingml/2006/main" name="19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2.xml><?xml version="1.0" encoding="utf-8"?>
<a:theme xmlns:a="http://schemas.openxmlformats.org/drawingml/2006/main" name="20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3.xml><?xml version="1.0" encoding="utf-8"?>
<a:theme xmlns:a="http://schemas.openxmlformats.org/drawingml/2006/main" name="21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4.xml><?xml version="1.0" encoding="utf-8"?>
<a:theme xmlns:a="http://schemas.openxmlformats.org/drawingml/2006/main" name="22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5.xml><?xml version="1.0" encoding="utf-8"?>
<a:theme xmlns:a="http://schemas.openxmlformats.org/drawingml/2006/main" name="23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6.xml><?xml version="1.0" encoding="utf-8"?>
<a:theme xmlns:a="http://schemas.openxmlformats.org/drawingml/2006/main" name="36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7.xml><?xml version="1.0" encoding="utf-8"?>
<a:theme xmlns:a="http://schemas.openxmlformats.org/drawingml/2006/main" name="37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8.xml><?xml version="1.0" encoding="utf-8"?>
<a:theme xmlns:a="http://schemas.openxmlformats.org/drawingml/2006/main" name="24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9.xml><?xml version="1.0" encoding="utf-8"?>
<a:theme xmlns:a="http://schemas.openxmlformats.org/drawingml/2006/main" name="25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0.xml><?xml version="1.0" encoding="utf-8"?>
<a:theme xmlns:a="http://schemas.openxmlformats.org/drawingml/2006/main" name="27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1.xml><?xml version="1.0" encoding="utf-8"?>
<a:theme xmlns:a="http://schemas.openxmlformats.org/drawingml/2006/main" name="28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/>
        </a:solidFill>
        <a:ln>
          <a:solidFill>
            <a:srgbClr val="FF0000"/>
          </a:solidFill>
        </a:ln>
      </a:spPr>
      <a:bodyPr rtlCol="0" anchor="ctr"/>
      <a:lstStyle>
        <a:defPPr algn="ctr" defTabSz="1828800" fontAlgn="ctr">
          <a:spcBef>
            <a:spcPts val="0"/>
          </a:spcBef>
          <a:spcAft>
            <a:spcPts val="0"/>
          </a:spcAft>
          <a:defRPr sz="2400" b="1" dirty="0">
            <a:solidFill>
              <a:schemeClr val="tx1"/>
            </a:solidFill>
            <a:latin typeface="微软雅黑" panose="020B0503020204020204" pitchFamily="34" charset="-122"/>
            <a:ea typeface="微软雅黑" panose="020B0503020204020204" pitchFamily="34" charset="-122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2.xml><?xml version="1.0" encoding="utf-8"?>
<a:theme xmlns:a="http://schemas.openxmlformats.org/drawingml/2006/main" name="26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 wrap="square">
        <a:spAutoFit/>
      </a:bodyPr>
      <a:lstStyle>
        <a:defPPr algn="just">
          <a:spcAft>
            <a:spcPts val="0"/>
          </a:spcAft>
          <a:defRPr sz="2400" kern="100" dirty="0">
            <a:solidFill>
              <a:srgbClr val="FF0000"/>
            </a:solidFill>
            <a:latin typeface="等线" panose="02010600030101010101" pitchFamily="2" charset="-122"/>
            <a:ea typeface="等线" panose="02010600030101010101" pitchFamily="2" charset="-122"/>
            <a:cs typeface="Times New Roman" panose="02020603050405020304" pitchFamily="18" charset="0"/>
          </a:defRPr>
        </a:defPPr>
      </a:lstStyle>
    </a:sp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3.xml><?xml version="1.0" encoding="utf-8"?>
<a:theme xmlns:a="http://schemas.openxmlformats.org/drawingml/2006/main" name="54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h3vdqsxh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4.xml><?xml version="1.0" encoding="utf-8"?>
<a:theme xmlns:a="http://schemas.openxmlformats.org/drawingml/2006/main" name="29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5.xml><?xml version="1.0" encoding="utf-8"?>
<a:theme xmlns:a="http://schemas.openxmlformats.org/drawingml/2006/main" name="30_webwppDef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1">
      <a:majorFont>
        <a:latin typeface="Times New Roman"/>
        <a:ea typeface="微软雅黑"/>
        <a:cs typeface=""/>
      </a:majorFont>
      <a:minorFont>
        <a:latin typeface="Times New Roman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6.xml><?xml version="1.0" encoding="utf-8"?>
<a:theme xmlns:a="http://schemas.openxmlformats.org/drawingml/2006/main" name="1_White">
  <a:themeElements>
    <a:clrScheme name="自定义 4">
      <a:dk1>
        <a:srgbClr val="003669"/>
      </a:dk1>
      <a:lt1>
        <a:srgbClr val="FFFFFF"/>
      </a:lt1>
      <a:dk2>
        <a:srgbClr val="3263A7"/>
      </a:dk2>
      <a:lt2>
        <a:srgbClr val="E7E6E6"/>
      </a:lt2>
      <a:accent1>
        <a:srgbClr val="4472C4"/>
      </a:accent1>
      <a:accent2>
        <a:srgbClr val="E5B620"/>
      </a:accent2>
      <a:accent3>
        <a:srgbClr val="2649AB"/>
      </a:accent3>
      <a:accent4>
        <a:srgbClr val="FFC000"/>
      </a:accent4>
      <a:accent5>
        <a:srgbClr val="5B9BD5"/>
      </a:accent5>
      <a:accent6>
        <a:srgbClr val="2AA9DB"/>
      </a:accent6>
      <a:hlink>
        <a:srgbClr val="0563C1"/>
      </a:hlink>
      <a:folHlink>
        <a:srgbClr val="954F72"/>
      </a:folHlink>
    </a:clrScheme>
    <a:fontScheme name="Arial Black-Arial">
      <a:majorFont>
        <a:latin typeface="Arial Black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7.xml><?xml version="1.0" encoding="utf-8"?>
<a:theme xmlns:a="http://schemas.openxmlformats.org/drawingml/2006/main" name="White">
  <a:themeElements>
    <a:clrScheme name="Whit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0077BF"/>
      </a:accent1>
      <a:accent2>
        <a:srgbClr val="D0CDD0"/>
      </a:accent2>
      <a:accent3>
        <a:srgbClr val="BDBEBD"/>
      </a:accent3>
      <a:accent4>
        <a:srgbClr val="ACAAAD"/>
      </a:accent4>
      <a:accent5>
        <a:srgbClr val="9B999C"/>
      </a:accent5>
      <a:accent6>
        <a:srgbClr val="545554"/>
      </a:accent6>
      <a:hlink>
        <a:srgbClr val="0000FF"/>
      </a:hlink>
      <a:folHlink>
        <a:srgbClr val="FF00FF"/>
      </a:folHlink>
    </a:clrScheme>
    <a:fontScheme name="White">
      <a:majorFont>
        <a:latin typeface="Helvetica"/>
        <a:ea typeface="Helvetica"/>
        <a:cs typeface="Helvetica"/>
      </a:majorFont>
      <a:minorFont>
        <a:latin typeface="Helvetica Neue"/>
        <a:ea typeface="Helvetica Neue"/>
        <a:cs typeface="Helvetica Neue"/>
      </a:minorFont>
    </a:fontScheme>
    <a:fmtScheme name="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5">
            <a:alpha val="60000"/>
          </a:schemeClr>
        </a:solidFill>
        <a:ln w="12700" cap="flat">
          <a:noFill/>
          <a:miter lim="400000"/>
        </a:ln>
      </a:spPr>
      <a:bodyPr rot="0" spcFirstLastPara="1" vertOverflow="overflow" horzOverflow="overflow" vert="horz" wrap="square" lIns="38100" tIns="38100" rIns="38100" bIns="38100" numCol="1" spcCol="38100" rtlCol="0" anchor="ctr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3200" b="0" i="0" u="none" strike="noStrike" cap="none" spc="0" normalizeH="0" baseline="0">
            <a:ln>
              <a:noFill/>
            </a:ln>
            <a:solidFill>
              <a:srgbClr val="FFFFFF"/>
            </a:solidFill>
            <a:effectLst/>
            <a:uFillTx/>
            <a:latin typeface="Helvetica Light"/>
            <a:ea typeface="Helvetica Light"/>
            <a:cs typeface="Helvetica Light"/>
            <a:sym typeface="Helvetica Light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2000" b="0" i="0" u="none" strike="noStrike" cap="none" spc="0" normalizeH="0" baseline="0">
            <a:ln>
              <a:noFill/>
            </a:ln>
            <a:solidFill>
              <a:srgbClr val="252D30"/>
            </a:solidFill>
            <a:effectLst/>
            <a:uFillTx/>
            <a:latin typeface="Arial" panose="020B0604020202020204"/>
            <a:ea typeface="Arial" panose="020B0604020202020204"/>
            <a:cs typeface="Arial" panose="020B0604020202020204"/>
            <a:sym typeface="Arial" panose="020B0604020202020204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687</Words>
  <Application>WPS Presentation</Application>
  <PresentationFormat>全屏显示(16:9)</PresentationFormat>
  <Paragraphs>34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17</vt:i4>
      </vt:variant>
      <vt:variant>
        <vt:lpstr>主题</vt:lpstr>
      </vt:variant>
      <vt:variant>
        <vt:i4>36</vt:i4>
      </vt:variant>
      <vt:variant>
        <vt:lpstr>幻灯片标题</vt:lpstr>
      </vt:variant>
      <vt:variant>
        <vt:i4>1</vt:i4>
      </vt:variant>
    </vt:vector>
  </HeadingPairs>
  <TitlesOfParts>
    <vt:vector size="54" baseType="lpstr">
      <vt:lpstr>Arial</vt:lpstr>
      <vt:lpstr>宋体</vt:lpstr>
      <vt:lpstr>Wingdings</vt:lpstr>
      <vt:lpstr>Helvetica Neue</vt:lpstr>
      <vt:lpstr>微软雅黑</vt:lpstr>
      <vt:lpstr>Arial</vt:lpstr>
      <vt:lpstr>华文楷体</vt:lpstr>
      <vt:lpstr>Times New Roman</vt:lpstr>
      <vt:lpstr>Helvetica Light</vt:lpstr>
      <vt:lpstr>Open Sans</vt:lpstr>
      <vt:lpstr>等线</vt:lpstr>
      <vt:lpstr>Times New Roman</vt:lpstr>
      <vt:lpstr>Helvetica Neue</vt:lpstr>
      <vt:lpstr>Arial Unicode MS</vt:lpstr>
      <vt:lpstr>Arial Black</vt:lpstr>
      <vt:lpstr>黑体</vt:lpstr>
      <vt:lpstr>Segoe Print</vt:lpstr>
      <vt:lpstr>4_webwppDefTheme</vt:lpstr>
      <vt:lpstr>5_webwppDefTheme</vt:lpstr>
      <vt:lpstr>9_webwppDefTheme</vt:lpstr>
      <vt:lpstr>6_webwppDefTheme</vt:lpstr>
      <vt:lpstr>webwppDefTheme</vt:lpstr>
      <vt:lpstr>11_webwppDefTheme</vt:lpstr>
      <vt:lpstr>1_webwppDefTheme</vt:lpstr>
      <vt:lpstr>3_webwppDefTheme</vt:lpstr>
      <vt:lpstr>2_webwppDefTheme</vt:lpstr>
      <vt:lpstr>12_webwppDefTheme</vt:lpstr>
      <vt:lpstr>7_webwppDefTheme</vt:lpstr>
      <vt:lpstr>51_webwppDefTheme</vt:lpstr>
      <vt:lpstr>8_webwppDefTheme</vt:lpstr>
      <vt:lpstr>13_webwppDefTheme</vt:lpstr>
      <vt:lpstr>10_webwppDefTheme</vt:lpstr>
      <vt:lpstr>14_webwppDefTheme</vt:lpstr>
      <vt:lpstr>15_webwppDefTheme</vt:lpstr>
      <vt:lpstr>16_webwppDefTheme</vt:lpstr>
      <vt:lpstr>17_webwppDefTheme</vt:lpstr>
      <vt:lpstr>18_webwppDefTheme</vt:lpstr>
      <vt:lpstr>19_webwppDefTheme</vt:lpstr>
      <vt:lpstr>20_webwppDefTheme</vt:lpstr>
      <vt:lpstr>21_webwppDefTheme</vt:lpstr>
      <vt:lpstr>22_webwppDefTheme</vt:lpstr>
      <vt:lpstr>23_webwppDefTheme</vt:lpstr>
      <vt:lpstr>36_webwppDefTheme</vt:lpstr>
      <vt:lpstr>37_webwppDefTheme</vt:lpstr>
      <vt:lpstr>24_webwppDefTheme</vt:lpstr>
      <vt:lpstr>25_webwppDefTheme</vt:lpstr>
      <vt:lpstr>27_webwppDefTheme</vt:lpstr>
      <vt:lpstr>28_webwppDefTheme</vt:lpstr>
      <vt:lpstr>26_webwppDefTheme</vt:lpstr>
      <vt:lpstr>54_webwppDefTheme</vt:lpstr>
      <vt:lpstr>29_webwppDefTheme</vt:lpstr>
      <vt:lpstr>30_webwppDefTheme</vt:lpstr>
      <vt:lpstr>1_White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</dc:title>
  <dc:creator>qianjianghao</dc:creator>
  <cp:lastModifiedBy>李涛</cp:lastModifiedBy>
  <cp:revision>2187</cp:revision>
  <cp:lastPrinted>2020-08-24T06:52:00Z</cp:lastPrinted>
  <dcterms:created xsi:type="dcterms:W3CDTF">2020-08-24T06:52:00Z</dcterms:created>
  <dcterms:modified xsi:type="dcterms:W3CDTF">2026-07-30T11:23:45Z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1033-12.1.0.27458</vt:lpwstr>
  </property>
  <property fmtid="{D5CDD505-2E9C-101B-9397-08002B2CF9AE}" pid="3" name="ICV">
    <vt:lpwstr>6CE3AC170A46476F9F966556CB5A9253</vt:lpwstr>
  </property>
</Properties>
</file>