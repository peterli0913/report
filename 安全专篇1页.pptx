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1" r:id="rId2"/>
  </p:sldMasterIdLst>
  <p:notesMasterIdLst>
    <p:notesMasterId r:id="rId4"/>
  </p:notesMasterIdLst>
  <p:sldIdLst>
    <p:sldId id="4752" r:id="rId3"/>
  </p:sldIdLst>
  <p:sldSz cx="24384000" cy="13716000"/>
  <p:notesSz cx="6858000" cy="9144000"/>
  <p:defaultTextStyle>
    <a:defPPr>
      <a:defRPr lang="en-US"/>
    </a:defPPr>
    <a:lvl1pPr marL="0" lvl="0" indent="0" algn="l" defTabSz="8255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000" b="0" i="0" u="none" kern="1200" baseline="0">
        <a:solidFill>
          <a:srgbClr val="252D30"/>
        </a:solidFill>
        <a:latin typeface="Arial" panose="020B0604020202020204" pitchFamily="34" charset="0"/>
        <a:ea typeface="Arial" panose="020B0604020202020204" pitchFamily="34" charset="0"/>
        <a:cs typeface="+mn-cs"/>
        <a:sym typeface="Arial" panose="020B0604020202020204" pitchFamily="34" charset="0"/>
      </a:defRPr>
    </a:lvl1pPr>
    <a:lvl2pPr marL="0" lvl="1" indent="228600" algn="l" defTabSz="8255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000" b="0" i="0" u="none" kern="1200" baseline="0">
        <a:solidFill>
          <a:srgbClr val="252D30"/>
        </a:solidFill>
        <a:latin typeface="Arial" panose="020B0604020202020204" pitchFamily="34" charset="0"/>
        <a:ea typeface="Arial" panose="020B0604020202020204" pitchFamily="34" charset="0"/>
        <a:cs typeface="+mn-cs"/>
        <a:sym typeface="Arial" panose="020B0604020202020204" pitchFamily="34" charset="0"/>
      </a:defRPr>
    </a:lvl2pPr>
    <a:lvl3pPr marL="0" lvl="2" indent="457200" algn="l" defTabSz="8255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000" b="0" i="0" u="none" kern="1200" baseline="0">
        <a:solidFill>
          <a:srgbClr val="252D30"/>
        </a:solidFill>
        <a:latin typeface="Arial" panose="020B0604020202020204" pitchFamily="34" charset="0"/>
        <a:ea typeface="Arial" panose="020B0604020202020204" pitchFamily="34" charset="0"/>
        <a:cs typeface="+mn-cs"/>
        <a:sym typeface="Arial" panose="020B0604020202020204" pitchFamily="34" charset="0"/>
      </a:defRPr>
    </a:lvl3pPr>
    <a:lvl4pPr marL="0" lvl="3" indent="685800" algn="l" defTabSz="8255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000" b="0" i="0" u="none" kern="1200" baseline="0">
        <a:solidFill>
          <a:srgbClr val="252D30"/>
        </a:solidFill>
        <a:latin typeface="Arial" panose="020B0604020202020204" pitchFamily="34" charset="0"/>
        <a:ea typeface="Arial" panose="020B0604020202020204" pitchFamily="34" charset="0"/>
        <a:cs typeface="+mn-cs"/>
        <a:sym typeface="Arial" panose="020B0604020202020204" pitchFamily="34" charset="0"/>
      </a:defRPr>
    </a:lvl4pPr>
    <a:lvl5pPr marL="0" lvl="4" indent="914400" algn="l" defTabSz="8255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000" b="0" i="0" u="none" kern="1200" baseline="0">
        <a:solidFill>
          <a:srgbClr val="252D30"/>
        </a:solidFill>
        <a:latin typeface="Arial" panose="020B0604020202020204" pitchFamily="34" charset="0"/>
        <a:ea typeface="Arial" panose="020B0604020202020204" pitchFamily="34" charset="0"/>
        <a:cs typeface="+mn-cs"/>
        <a:sym typeface="Arial" panose="020B0604020202020204" pitchFamily="34" charset="0"/>
      </a:defRPr>
    </a:lvl5pPr>
    <a:lvl6pPr marL="2286000" lvl="5" indent="914400" algn="l" defTabSz="8255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000" b="0" i="0" u="none" kern="1200" baseline="0">
        <a:solidFill>
          <a:srgbClr val="252D30"/>
        </a:solidFill>
        <a:latin typeface="Arial" panose="020B0604020202020204" pitchFamily="34" charset="0"/>
        <a:ea typeface="Arial" panose="020B0604020202020204" pitchFamily="34" charset="0"/>
        <a:cs typeface="+mn-cs"/>
        <a:sym typeface="Arial" panose="020B0604020202020204" pitchFamily="34" charset="0"/>
      </a:defRPr>
    </a:lvl6pPr>
    <a:lvl7pPr marL="2743200" lvl="6" indent="914400" algn="l" defTabSz="8255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000" b="0" i="0" u="none" kern="1200" baseline="0">
        <a:solidFill>
          <a:srgbClr val="252D30"/>
        </a:solidFill>
        <a:latin typeface="Arial" panose="020B0604020202020204" pitchFamily="34" charset="0"/>
        <a:ea typeface="Arial" panose="020B0604020202020204" pitchFamily="34" charset="0"/>
        <a:cs typeface="+mn-cs"/>
        <a:sym typeface="Arial" panose="020B0604020202020204" pitchFamily="34" charset="0"/>
      </a:defRPr>
    </a:lvl7pPr>
    <a:lvl8pPr marL="3200400" lvl="7" indent="914400" algn="l" defTabSz="8255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000" b="0" i="0" u="none" kern="1200" baseline="0">
        <a:solidFill>
          <a:srgbClr val="252D30"/>
        </a:solidFill>
        <a:latin typeface="Arial" panose="020B0604020202020204" pitchFamily="34" charset="0"/>
        <a:ea typeface="Arial" panose="020B0604020202020204" pitchFamily="34" charset="0"/>
        <a:cs typeface="+mn-cs"/>
        <a:sym typeface="Arial" panose="020B0604020202020204" pitchFamily="34" charset="0"/>
      </a:defRPr>
    </a:lvl8pPr>
    <a:lvl9pPr marL="3657600" lvl="8" indent="914400" algn="l" defTabSz="8255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000" b="0" i="0" u="none" kern="1200" baseline="0">
        <a:solidFill>
          <a:srgbClr val="252D30"/>
        </a:solidFill>
        <a:latin typeface="Arial" panose="020B0604020202020204" pitchFamily="34" charset="0"/>
        <a:ea typeface="Arial" panose="020B0604020202020204" pitchFamily="34" charset="0"/>
        <a:cs typeface="+mn-cs"/>
        <a:sym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pos="7680">
          <p15:clr>
            <a:srgbClr val="A4A3A4"/>
          </p15:clr>
        </p15:guide>
        <p15:guide id="2" orient="horz" pos="432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Bicong Wen" initials="BW" lastIdx="1" clrIdx="1"/>
  <p:cmAuthor id="2" name="Xinmiao Wang12911" initials="XW" lastIdx="5" clrIdx="2"/>
  <p:cmAuthor id="3" name="Zhaoqiang Liu" initials="ZL" lastIdx="32" clrIdx="3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B0F0"/>
    <a:srgbClr val="FF9933"/>
    <a:srgbClr val="FFCC99"/>
    <a:srgbClr val="00B050"/>
    <a:srgbClr val="2F5A9E"/>
    <a:srgbClr val="0000FF"/>
    <a:srgbClr val="3477B2"/>
    <a:srgbClr val="FFEEDD"/>
    <a:srgbClr val="FFFF66"/>
    <a:srgbClr val="0E58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994" autoAdjust="0"/>
    <p:restoredTop sz="87822" autoAdjust="0"/>
  </p:normalViewPr>
  <p:slideViewPr>
    <p:cSldViewPr snapToGrid="0" snapToObjects="1" showGuides="1">
      <p:cViewPr varScale="1">
        <p:scale>
          <a:sx n="32" d="100"/>
          <a:sy n="32" d="100"/>
        </p:scale>
        <p:origin x="1290" y="84"/>
      </p:cViewPr>
      <p:guideLst>
        <p:guide pos="7680"/>
        <p:guide orient="horz" pos="4320"/>
      </p:guideLst>
    </p:cSldViewPr>
  </p:slideViewPr>
  <p:notesTextViewPr>
    <p:cViewPr>
      <p:scale>
        <a:sx n="1" d="1"/>
        <a:sy n="1" d="1"/>
      </p:scale>
      <p:origin x="0" y="0"/>
    </p:cViewPr>
  </p:notesTextViewPr>
  <p:sorterViewPr showFormatting="0">
    <p:cViewPr varScale="1">
      <p:scale>
        <a:sx n="1" d="1"/>
        <a:sy n="1" d="1"/>
      </p:scale>
      <p:origin x="0" y="-954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1.xml"/><Relationship Id="rId7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commentAuthors" Target="commentAuthors.xml"/><Relationship Id="rId4" Type="http://schemas.openxmlformats.org/officeDocument/2006/relationships/notesMaster" Target="notesMasters/notesMaster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Shape 66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9525">
            <a:noFill/>
          </a:ln>
        </p:spPr>
      </p:sp>
      <p:sp>
        <p:nvSpPr>
          <p:cNvPr id="6147" name="Shape 67"/>
          <p:cNvSpPr>
            <a:spLocks noGrp="1"/>
          </p:cNvSpPr>
          <p:nvPr>
            <p:ph type="body" sz="quarter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 w="9525">
            <a:noFill/>
          </a:ln>
        </p:spPr>
        <p:txBody>
          <a:bodyPr anchor="t"/>
          <a:lstStyle/>
          <a:p>
            <a:pPr lvl="0"/>
            <a:endParaRPr lang="zh-CN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defTabSz="457200" latinLnBrk="0">
      <a:lnSpc>
        <a:spcPct val="117000"/>
      </a:lnSpc>
      <a:defRPr sz="2200">
        <a:latin typeface="+mn-lt"/>
        <a:ea typeface="+mn-ea"/>
        <a:cs typeface="+mn-cs"/>
        <a:sym typeface="Helvetica Neue" panose="02000503000000020004"/>
      </a:defRPr>
    </a:lvl1pPr>
    <a:lvl2pPr indent="228600" defTabSz="457200" latinLnBrk="0">
      <a:lnSpc>
        <a:spcPct val="117000"/>
      </a:lnSpc>
      <a:defRPr sz="2200">
        <a:latin typeface="+mn-lt"/>
        <a:ea typeface="+mn-ea"/>
        <a:cs typeface="+mn-cs"/>
        <a:sym typeface="Helvetica Neue" panose="02000503000000020004"/>
      </a:defRPr>
    </a:lvl2pPr>
    <a:lvl3pPr indent="457200" defTabSz="457200" latinLnBrk="0">
      <a:lnSpc>
        <a:spcPct val="117000"/>
      </a:lnSpc>
      <a:defRPr sz="2200">
        <a:latin typeface="+mn-lt"/>
        <a:ea typeface="+mn-ea"/>
        <a:cs typeface="+mn-cs"/>
        <a:sym typeface="Helvetica Neue" panose="02000503000000020004"/>
      </a:defRPr>
    </a:lvl3pPr>
    <a:lvl4pPr indent="685800" defTabSz="457200" latinLnBrk="0">
      <a:lnSpc>
        <a:spcPct val="117000"/>
      </a:lnSpc>
      <a:defRPr sz="2200">
        <a:latin typeface="+mn-lt"/>
        <a:ea typeface="+mn-ea"/>
        <a:cs typeface="+mn-cs"/>
        <a:sym typeface="Helvetica Neue" panose="02000503000000020004"/>
      </a:defRPr>
    </a:lvl4pPr>
    <a:lvl5pPr indent="914400" defTabSz="457200" latinLnBrk="0">
      <a:lnSpc>
        <a:spcPct val="117000"/>
      </a:lnSpc>
      <a:defRPr sz="2200">
        <a:latin typeface="+mn-lt"/>
        <a:ea typeface="+mn-ea"/>
        <a:cs typeface="+mn-cs"/>
        <a:sym typeface="Helvetica Neue" panose="02000503000000020004"/>
      </a:defRPr>
    </a:lvl5pPr>
    <a:lvl6pPr indent="1143000" defTabSz="457200" latinLnBrk="0">
      <a:lnSpc>
        <a:spcPct val="117000"/>
      </a:lnSpc>
      <a:defRPr sz="2200">
        <a:latin typeface="+mn-lt"/>
        <a:ea typeface="+mn-ea"/>
        <a:cs typeface="+mn-cs"/>
        <a:sym typeface="Helvetica Neue" panose="02000503000000020004"/>
      </a:defRPr>
    </a:lvl6pPr>
    <a:lvl7pPr indent="1371600" defTabSz="457200" latinLnBrk="0">
      <a:lnSpc>
        <a:spcPct val="117000"/>
      </a:lnSpc>
      <a:defRPr sz="2200">
        <a:latin typeface="+mn-lt"/>
        <a:ea typeface="+mn-ea"/>
        <a:cs typeface="+mn-cs"/>
        <a:sym typeface="Helvetica Neue" panose="02000503000000020004"/>
      </a:defRPr>
    </a:lvl7pPr>
    <a:lvl8pPr indent="1600200" defTabSz="457200" latinLnBrk="0">
      <a:lnSpc>
        <a:spcPct val="117000"/>
      </a:lnSpc>
      <a:defRPr sz="2200">
        <a:latin typeface="+mn-lt"/>
        <a:ea typeface="+mn-ea"/>
        <a:cs typeface="+mn-cs"/>
        <a:sym typeface="Helvetica Neue" panose="02000503000000020004"/>
      </a:defRPr>
    </a:lvl8pPr>
    <a:lvl9pPr indent="1828800" defTabSz="457200" latinLnBrk="0">
      <a:lnSpc>
        <a:spcPct val="117000"/>
      </a:lnSpc>
      <a:defRPr sz="2200">
        <a:latin typeface="+mn-lt"/>
        <a:ea typeface="+mn-ea"/>
        <a:cs typeface="+mn-cs"/>
        <a:sym typeface="Helvetica Neue" panose="02000503000000020004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89316D-9209-A218-1FBA-0F26BD5EF2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660EDDC5-798C-21BF-2462-31C23557ADA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EC6A3D71-EACC-5DC3-9E77-19CE0A05D16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07042595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3.png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和副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1339764" y="4617762"/>
            <a:ext cx="21704474" cy="1798334"/>
          </a:xfrm>
        </p:spPr>
        <p:txBody>
          <a:bodyPr lIns="101600" tIns="38100" rIns="25400" bIns="38100" anchor="t" anchorCtr="0">
            <a:noAutofit/>
          </a:bodyPr>
          <a:lstStyle>
            <a:lvl1pPr algn="ctr">
              <a:defRPr sz="10800" b="0" spc="600">
                <a:effectLst/>
                <a:latin typeface="+mn-ea"/>
                <a:ea typeface="+mn-ea"/>
              </a:defRPr>
            </a:lvl1pPr>
          </a:lstStyle>
          <a:p>
            <a:r>
              <a:rPr lang="zh-CN" altLang="en-US" dirty="0"/>
              <a:t>单击此处编辑标题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339850" y="7131050"/>
            <a:ext cx="21704300" cy="1602740"/>
          </a:xfrm>
        </p:spPr>
        <p:txBody>
          <a:bodyPr lIns="101600" tIns="38100" rIns="76200" bIns="38100" anchor="ctr" anchorCtr="0">
            <a:noAutofit/>
          </a:bodyPr>
          <a:lstStyle>
            <a:lvl1pPr marL="0" indent="0" algn="ctr" eaLnBrk="1" fontAlgn="auto" latinLnBrk="0" hangingPunct="1">
              <a:lnSpc>
                <a:spcPct val="100000"/>
              </a:lnSpc>
              <a:buNone/>
              <a:defRPr sz="4800" u="none" strike="noStrike" kern="1200" cap="none" spc="200" normalizeH="0" baseline="0">
                <a:solidFill>
                  <a:schemeClr val="tx1"/>
                </a:solidFill>
                <a:uFillTx/>
                <a:latin typeface="+mn-ea"/>
                <a:ea typeface="+mn-ea"/>
              </a:defRPr>
            </a:lvl1pPr>
            <a:lvl2pPr marL="914400" indent="0" algn="ctr">
              <a:buNone/>
              <a:defRPr sz="4000"/>
            </a:lvl2pPr>
            <a:lvl3pPr marL="1828800" indent="0" algn="ctr">
              <a:buNone/>
              <a:defRPr sz="3600"/>
            </a:lvl3pPr>
            <a:lvl4pPr marL="2743200" indent="0" algn="ctr">
              <a:buNone/>
              <a:defRPr sz="3200"/>
            </a:lvl4pPr>
            <a:lvl5pPr marL="3657600" indent="0" algn="ctr">
              <a:buNone/>
              <a:defRPr sz="3200"/>
            </a:lvl5pPr>
            <a:lvl6pPr marL="4572000" indent="0" algn="ctr">
              <a:buNone/>
              <a:defRPr sz="3200"/>
            </a:lvl6pPr>
            <a:lvl7pPr marL="5486400" indent="0" algn="ctr">
              <a:buNone/>
              <a:defRPr sz="3200"/>
            </a:lvl7pPr>
            <a:lvl8pPr marL="6400800" indent="0" algn="ctr">
              <a:buNone/>
              <a:defRPr sz="3200"/>
            </a:lvl8pPr>
            <a:lvl9pPr marL="7315200" indent="0" algn="ctr">
              <a:buNone/>
              <a:defRPr sz="3200"/>
            </a:lvl9pPr>
          </a:lstStyle>
          <a:p>
            <a:r>
              <a:rPr lang="zh-CN" altLang="en-US" dirty="0"/>
              <a:t>单击此处编辑副标题</a:t>
            </a:r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正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1339764" y="1162450"/>
            <a:ext cx="21704474" cy="129600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6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idx="1" hasCustomPrompt="1"/>
          </p:nvPr>
        </p:nvSpPr>
        <p:spPr>
          <a:xfrm>
            <a:off x="1339850" y="3016250"/>
            <a:ext cx="21704300" cy="9498330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4800"/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pPr lvl="0"/>
            <a:r>
              <a:rPr lang="zh-CN" altLang="en-US" dirty="0"/>
              <a:t>单击此处编辑正文</a:t>
            </a:r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标题与图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5" name="标题 4"/>
          <p:cNvSpPr>
            <a:spLocks noGrp="1"/>
          </p:cNvSpPr>
          <p:nvPr>
            <p:ph type="title" hasCustomPrompt="1"/>
          </p:nvPr>
        </p:nvSpPr>
        <p:spPr>
          <a:xfrm>
            <a:off x="1680210" y="1455420"/>
            <a:ext cx="7863840" cy="2230120"/>
          </a:xfrm>
        </p:spPr>
        <p:txBody>
          <a:bodyPr anchor="ctr" anchorCtr="0"/>
          <a:lstStyle>
            <a:lvl1pPr>
              <a:defRPr sz="6400"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单击此处编辑标题</a:t>
            </a:r>
          </a:p>
        </p:txBody>
      </p:sp>
      <p:sp>
        <p:nvSpPr>
          <p:cNvPr id="6" name="内容占位符 5"/>
          <p:cNvSpPr>
            <a:spLocks noGrp="1"/>
          </p:cNvSpPr>
          <p:nvPr>
            <p:ph idx="1" hasCustomPrompt="1"/>
          </p:nvPr>
        </p:nvSpPr>
        <p:spPr>
          <a:xfrm>
            <a:off x="10276840" y="1455420"/>
            <a:ext cx="12344400" cy="10806430"/>
          </a:xfrm>
        </p:spPr>
        <p:txBody>
          <a:bodyPr/>
          <a:lstStyle>
            <a:lvl1pPr>
              <a:defRPr sz="4800">
                <a:latin typeface="+mn-ea"/>
                <a:ea typeface="+mn-ea"/>
              </a:defRPr>
            </a:lvl1pPr>
            <a:lvl2pPr marL="914400" indent="0">
              <a:buNone/>
              <a:defRPr sz="4800">
                <a:latin typeface="+mn-ea"/>
                <a:ea typeface="+mn-ea"/>
              </a:defRPr>
            </a:lvl2pPr>
            <a:lvl3pPr>
              <a:defRPr sz="4800">
                <a:latin typeface="+mn-ea"/>
                <a:ea typeface="+mn-ea"/>
              </a:defRPr>
            </a:lvl3pPr>
            <a:lvl4pPr>
              <a:defRPr sz="4800">
                <a:latin typeface="+mn-ea"/>
                <a:ea typeface="+mn-ea"/>
              </a:defRPr>
            </a:lvl4pPr>
            <a:lvl5pPr>
              <a:defRPr sz="4800">
                <a:latin typeface="+mn-ea"/>
                <a:ea typeface="+mn-ea"/>
              </a:defRPr>
            </a:lvl5pPr>
            <a:lvl6pPr>
              <a:defRPr sz="4000"/>
            </a:lvl6pPr>
            <a:lvl7pPr>
              <a:defRPr sz="4000"/>
            </a:lvl7pPr>
            <a:lvl8pPr>
              <a:defRPr sz="4000"/>
            </a:lvl8pPr>
            <a:lvl9pPr>
              <a:defRPr sz="4000"/>
            </a:lvl9pPr>
          </a:lstStyle>
          <a:p>
            <a:pPr lvl="0"/>
            <a:r>
              <a:rPr lang="zh-CN" altLang="en-US"/>
              <a:t>单击此处编辑正文</a:t>
            </a:r>
          </a:p>
        </p:txBody>
      </p:sp>
      <p:sp>
        <p:nvSpPr>
          <p:cNvPr id="7" name="文本占位符 6"/>
          <p:cNvSpPr>
            <a:spLocks noGrp="1"/>
          </p:cNvSpPr>
          <p:nvPr>
            <p:ph type="body" sz="half" idx="2" hasCustomPrompt="1"/>
          </p:nvPr>
        </p:nvSpPr>
        <p:spPr>
          <a:xfrm>
            <a:off x="1680210" y="4479290"/>
            <a:ext cx="7863840" cy="7783830"/>
          </a:xfrm>
        </p:spPr>
        <p:txBody>
          <a:bodyPr/>
          <a:lstStyle>
            <a:lvl1pPr marL="685800" indent="-685800">
              <a:buFont typeface="Arial" panose="020B0604020202020204" pitchFamily="34" charset="0"/>
              <a:buChar char="•"/>
              <a:defRPr sz="4800">
                <a:latin typeface="+mn-ea"/>
                <a:ea typeface="+mn-ea"/>
              </a:defRPr>
            </a:lvl1pPr>
            <a:lvl2pPr marL="914400" indent="0">
              <a:buNone/>
              <a:defRPr sz="2800"/>
            </a:lvl2pPr>
            <a:lvl3pPr marL="1828800" indent="0">
              <a:buNone/>
              <a:defRPr sz="2400"/>
            </a:lvl3pPr>
            <a:lvl4pPr marL="2743200" indent="0">
              <a:buNone/>
              <a:defRPr sz="2000"/>
            </a:lvl4pPr>
            <a:lvl5pPr marL="3657600" indent="0">
              <a:buNone/>
              <a:defRPr sz="2000"/>
            </a:lvl5pPr>
            <a:lvl6pPr marL="4572000" indent="0">
              <a:buNone/>
              <a:defRPr sz="2000"/>
            </a:lvl6pPr>
            <a:lvl7pPr marL="5486400" indent="0">
              <a:buNone/>
              <a:defRPr sz="2000"/>
            </a:lvl7pPr>
            <a:lvl8pPr marL="6400800" indent="0">
              <a:buNone/>
              <a:defRPr sz="2000"/>
            </a:lvl8pPr>
            <a:lvl9pPr marL="7315200" indent="0">
              <a:buNone/>
              <a:defRPr sz="2000"/>
            </a:lvl9pPr>
          </a:lstStyle>
          <a:p>
            <a:pPr lvl="0"/>
            <a:r>
              <a:rPr lang="zh-CN" altLang="en-US"/>
              <a:t>单击此处编辑正文</a:t>
            </a:r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注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FABC47A4-756D-490B-A52F-7D9E2C9FC05F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 hasCustomPrompt="1"/>
          </p:nvPr>
        </p:nvSpPr>
        <p:spPr>
          <a:xfrm>
            <a:off x="1339850" y="11210290"/>
            <a:ext cx="21704300" cy="1116330"/>
          </a:xfrm>
        </p:spPr>
        <p:txBody>
          <a:bodyPr/>
          <a:lstStyle>
            <a:lvl1pPr>
              <a:defRPr b="0"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单击此处编辑正文</a:t>
            </a:r>
          </a:p>
        </p:txBody>
      </p:sp>
      <p:sp>
        <p:nvSpPr>
          <p:cNvPr id="8" name="内容占位符 7"/>
          <p:cNvSpPr>
            <a:spLocks noGrp="1"/>
          </p:cNvSpPr>
          <p:nvPr>
            <p:ph idx="1" hasCustomPrompt="1"/>
          </p:nvPr>
        </p:nvSpPr>
        <p:spPr>
          <a:xfrm>
            <a:off x="1339850" y="1282700"/>
            <a:ext cx="21704300" cy="9112250"/>
          </a:xfrm>
        </p:spPr>
        <p:txBody>
          <a:bodyPr vert="horz" lIns="101600" tIns="0" rIns="82550" bIns="0" rtlCol="0">
            <a:noAutofit/>
          </a:bodyPr>
          <a:lstStyle>
            <a:lvl1pPr marL="457200" marR="0" lvl="0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914400" marR="0" lvl="1" indent="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None/>
              <a:tabLst>
                <a:tab pos="1609725" algn="l"/>
              </a:tabLst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2286000" marR="0" lvl="2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3200400" marR="0" lvl="3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4114800" marR="0" lvl="4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单张大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idx="1" hasCustomPrompt="1"/>
          </p:nvPr>
        </p:nvSpPr>
        <p:spPr>
          <a:xfrm>
            <a:off x="0" y="0"/>
            <a:ext cx="24392890" cy="13736320"/>
          </a:xfrm>
        </p:spPr>
        <p:txBody>
          <a:bodyPr vert="horz" lIns="101600" tIns="0" rIns="82550" bIns="0" rtlCol="0">
            <a:noAutofit/>
          </a:bodyPr>
          <a:lstStyle>
            <a:lvl1pPr marL="457200" marR="0" lvl="0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914400" marR="0" lvl="1" indent="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None/>
              <a:tabLst>
                <a:tab pos="1609725" algn="l"/>
              </a:tabLst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2286000" marR="0" lvl="2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3200400" marR="0" lvl="3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4114800" marR="0" lvl="4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联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2" name="内容占位符 1"/>
          <p:cNvSpPr>
            <a:spLocks noGrp="1"/>
          </p:cNvSpPr>
          <p:nvPr>
            <p:ph sz="half" idx="2" hasCustomPrompt="1"/>
          </p:nvPr>
        </p:nvSpPr>
        <p:spPr>
          <a:xfrm>
            <a:off x="935990" y="1130300"/>
            <a:ext cx="10800080" cy="11455400"/>
          </a:xfrm>
        </p:spPr>
        <p:txBody>
          <a:bodyPr vert="horz" lIns="101600" tIns="0" rIns="82550" bIns="0" rtlCol="0">
            <a:noAutofit/>
          </a:bodyPr>
          <a:lstStyle>
            <a:lvl1pPr marL="457200" marR="0" lvl="0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1371600" marR="0" lvl="1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2286000" marR="0" lvl="2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3200400" marR="0" lvl="3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4114800" marR="0" lvl="4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half" idx="13" hasCustomPrompt="1"/>
          </p:nvPr>
        </p:nvSpPr>
        <p:spPr>
          <a:xfrm>
            <a:off x="12575540" y="1130300"/>
            <a:ext cx="10800080" cy="11455400"/>
          </a:xfrm>
        </p:spPr>
        <p:txBody>
          <a:bodyPr vert="horz" lIns="101600" tIns="0" rIns="82550" bIns="0" rtlCol="0">
            <a:noAutofit/>
          </a:bodyPr>
          <a:lstStyle>
            <a:lvl1pPr marL="457200" marR="0" lvl="0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1371600" marR="0" lvl="1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2286000" marR="0" lvl="2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3200400" marR="0" lvl="3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4114800" marR="0" lvl="4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</a:t>
            </a:r>
            <a:r>
              <a:rPr>
                <a:sym typeface="+mn-ea"/>
              </a:rPr>
              <a:t>正文</a:t>
            </a:r>
            <a:endParaRPr dirty="0">
              <a:sym typeface="+mn-ea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1339764" y="1247182"/>
            <a:ext cx="21704474" cy="1798334"/>
          </a:xfrm>
        </p:spPr>
        <p:txBody>
          <a:bodyPr vert="horz" lIns="101600" tIns="38100" rIns="25400" bIns="38100" rtlCol="0" anchor="ctr" anchorCtr="0">
            <a:noAutofit/>
          </a:bodyPr>
          <a:lstStyle>
            <a:lvl1pPr marL="0" marR="0" algn="ctr" defTabSz="914400" rtl="0" eaLnBrk="1" fontAlgn="auto" latinLnBrk="0" hangingPunct="1">
              <a:lnSpc>
                <a:spcPct val="100000"/>
              </a:lnSpc>
              <a:buNone/>
              <a:defRPr kumimoji="0" lang="zh-CN" altLang="en-US" sz="6400" b="0" i="0" u="none" strike="noStrike" kern="1200" cap="none" spc="600" normalizeH="0" baseline="0" noProof="1" dirty="0">
                <a:solidFill>
                  <a:schemeClr val="tx1"/>
                </a:solidFill>
                <a:effectLst/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048000" y="2244725"/>
            <a:ext cx="18288000" cy="4775200"/>
          </a:xfrm>
        </p:spPr>
        <p:txBody>
          <a:bodyPr anchor="b"/>
          <a:lstStyle>
            <a:lvl1pPr algn="ctr">
              <a:defRPr sz="12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048000" y="7204075"/>
            <a:ext cx="18288000" cy="3311525"/>
          </a:xfrm>
        </p:spPr>
        <p:txBody>
          <a:bodyPr/>
          <a:lstStyle>
            <a:lvl1pPr marL="0" indent="0" algn="ctr">
              <a:buNone/>
              <a:defRPr sz="4800"/>
            </a:lvl1pPr>
            <a:lvl2pPr marL="914411" indent="0" algn="ctr">
              <a:buNone/>
              <a:defRPr sz="4000"/>
            </a:lvl2pPr>
            <a:lvl3pPr marL="1828823" indent="0" algn="ctr">
              <a:buNone/>
              <a:defRPr sz="3600"/>
            </a:lvl3pPr>
            <a:lvl4pPr marL="2743234" indent="0" algn="ctr">
              <a:buNone/>
              <a:defRPr sz="3200"/>
            </a:lvl4pPr>
            <a:lvl5pPr marL="3657646" indent="0" algn="ctr">
              <a:buNone/>
              <a:defRPr sz="3200"/>
            </a:lvl5pPr>
            <a:lvl6pPr marL="4572057" indent="0" algn="ctr">
              <a:buNone/>
              <a:defRPr sz="3200"/>
            </a:lvl6pPr>
            <a:lvl7pPr marL="5486469" indent="0" algn="ctr">
              <a:buNone/>
              <a:defRPr sz="3200"/>
            </a:lvl7pPr>
            <a:lvl8pPr marL="6400880" indent="0" algn="ctr">
              <a:buNone/>
              <a:defRPr sz="3200"/>
            </a:lvl8pPr>
            <a:lvl9pPr marL="7315291" indent="0" algn="ctr">
              <a:buNone/>
              <a:defRPr sz="32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AEDECE0-B3E3-4E93-9B91-9F10B30F5B07}" type="slidenum">
              <a:rPr lang="en-US" altLang="zh-CN" smtClean="0"/>
              <a:t>‹#›</a:t>
            </a:fld>
            <a:endParaRPr lang="zh-CN" altLang="en-US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151134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AEDECE0-B3E3-4E93-9B91-9F10B30F5B07}" type="slidenum">
              <a:rPr lang="en-US" altLang="zh-CN" smtClean="0"/>
              <a:t>‹#›</a:t>
            </a:fld>
            <a:endParaRPr lang="zh-CN" altLang="en-US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371511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63701" y="3419479"/>
            <a:ext cx="21031200" cy="5705475"/>
          </a:xfrm>
        </p:spPr>
        <p:txBody>
          <a:bodyPr anchor="b"/>
          <a:lstStyle>
            <a:lvl1pPr>
              <a:defRPr sz="12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63701" y="9178928"/>
            <a:ext cx="21031200" cy="3000373"/>
          </a:xfrm>
        </p:spPr>
        <p:txBody>
          <a:bodyPr/>
          <a:lstStyle>
            <a:lvl1pPr marL="0" indent="0">
              <a:buNone/>
              <a:defRPr sz="4800">
                <a:solidFill>
                  <a:schemeClr val="tx1">
                    <a:tint val="75000"/>
                  </a:schemeClr>
                </a:solidFill>
              </a:defRPr>
            </a:lvl1pPr>
            <a:lvl2pPr marL="914411" indent="0">
              <a:buNone/>
              <a:defRPr sz="4000">
                <a:solidFill>
                  <a:schemeClr val="tx1">
                    <a:tint val="75000"/>
                  </a:schemeClr>
                </a:solidFill>
              </a:defRPr>
            </a:lvl2pPr>
            <a:lvl3pPr marL="1828823" indent="0">
              <a:buNone/>
              <a:defRPr sz="3600">
                <a:solidFill>
                  <a:schemeClr val="tx1">
                    <a:tint val="75000"/>
                  </a:schemeClr>
                </a:solidFill>
              </a:defRPr>
            </a:lvl3pPr>
            <a:lvl4pPr marL="2743234" indent="0">
              <a:buNone/>
              <a:defRPr sz="3200">
                <a:solidFill>
                  <a:schemeClr val="tx1">
                    <a:tint val="75000"/>
                  </a:schemeClr>
                </a:solidFill>
              </a:defRPr>
            </a:lvl4pPr>
            <a:lvl5pPr marL="3657646" indent="0">
              <a:buNone/>
              <a:defRPr sz="3200">
                <a:solidFill>
                  <a:schemeClr val="tx1">
                    <a:tint val="75000"/>
                  </a:schemeClr>
                </a:solidFill>
              </a:defRPr>
            </a:lvl5pPr>
            <a:lvl6pPr marL="4572057" indent="0">
              <a:buNone/>
              <a:defRPr sz="3200">
                <a:solidFill>
                  <a:schemeClr val="tx1">
                    <a:tint val="75000"/>
                  </a:schemeClr>
                </a:solidFill>
              </a:defRPr>
            </a:lvl6pPr>
            <a:lvl7pPr marL="5486469" indent="0">
              <a:buNone/>
              <a:defRPr sz="3200">
                <a:solidFill>
                  <a:schemeClr val="tx1">
                    <a:tint val="75000"/>
                  </a:schemeClr>
                </a:solidFill>
              </a:defRPr>
            </a:lvl7pPr>
            <a:lvl8pPr marL="6400880" indent="0">
              <a:buNone/>
              <a:defRPr sz="3200">
                <a:solidFill>
                  <a:schemeClr val="tx1">
                    <a:tint val="75000"/>
                  </a:schemeClr>
                </a:solidFill>
              </a:defRPr>
            </a:lvl8pPr>
            <a:lvl9pPr marL="7315291" indent="0">
              <a:buNone/>
              <a:defRPr sz="3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AEDECE0-B3E3-4E93-9B91-9F10B30F5B07}" type="slidenum">
              <a:rPr lang="en-US" altLang="zh-CN" smtClean="0"/>
              <a:t>‹#›</a:t>
            </a:fld>
            <a:endParaRPr lang="zh-CN" altLang="en-US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6992282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676400" y="3651251"/>
            <a:ext cx="10363200" cy="8702677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344400" y="3651251"/>
            <a:ext cx="10363200" cy="8702677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AEDECE0-B3E3-4E93-9B91-9F10B30F5B07}" type="slidenum">
              <a:rPr lang="en-US" altLang="zh-CN" smtClean="0"/>
              <a:t>‹#›</a:t>
            </a:fld>
            <a:endParaRPr lang="zh-CN" altLang="en-US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4421354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79576" y="730251"/>
            <a:ext cx="21031200" cy="26511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79579" y="3362325"/>
            <a:ext cx="10315573" cy="1647824"/>
          </a:xfrm>
        </p:spPr>
        <p:txBody>
          <a:bodyPr anchor="b"/>
          <a:lstStyle>
            <a:lvl1pPr marL="0" indent="0">
              <a:buNone/>
              <a:defRPr sz="4800" b="1"/>
            </a:lvl1pPr>
            <a:lvl2pPr marL="914411" indent="0">
              <a:buNone/>
              <a:defRPr sz="4000" b="1"/>
            </a:lvl2pPr>
            <a:lvl3pPr marL="1828823" indent="0">
              <a:buNone/>
              <a:defRPr sz="3600" b="1"/>
            </a:lvl3pPr>
            <a:lvl4pPr marL="2743234" indent="0">
              <a:buNone/>
              <a:defRPr sz="3200" b="1"/>
            </a:lvl4pPr>
            <a:lvl5pPr marL="3657646" indent="0">
              <a:buNone/>
              <a:defRPr sz="3200" b="1"/>
            </a:lvl5pPr>
            <a:lvl6pPr marL="4572057" indent="0">
              <a:buNone/>
              <a:defRPr sz="3200" b="1"/>
            </a:lvl6pPr>
            <a:lvl7pPr marL="5486469" indent="0">
              <a:buNone/>
              <a:defRPr sz="3200" b="1"/>
            </a:lvl7pPr>
            <a:lvl8pPr marL="6400880" indent="0">
              <a:buNone/>
              <a:defRPr sz="3200" b="1"/>
            </a:lvl8pPr>
            <a:lvl9pPr marL="7315291" indent="0">
              <a:buNone/>
              <a:defRPr sz="32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679579" y="5010151"/>
            <a:ext cx="10315573" cy="7369176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2344401" y="3362325"/>
            <a:ext cx="10366376" cy="1647824"/>
          </a:xfrm>
        </p:spPr>
        <p:txBody>
          <a:bodyPr anchor="b"/>
          <a:lstStyle>
            <a:lvl1pPr marL="0" indent="0">
              <a:buNone/>
              <a:defRPr sz="4800" b="1"/>
            </a:lvl1pPr>
            <a:lvl2pPr marL="914411" indent="0">
              <a:buNone/>
              <a:defRPr sz="4000" b="1"/>
            </a:lvl2pPr>
            <a:lvl3pPr marL="1828823" indent="0">
              <a:buNone/>
              <a:defRPr sz="3600" b="1"/>
            </a:lvl3pPr>
            <a:lvl4pPr marL="2743234" indent="0">
              <a:buNone/>
              <a:defRPr sz="3200" b="1"/>
            </a:lvl4pPr>
            <a:lvl5pPr marL="3657646" indent="0">
              <a:buNone/>
              <a:defRPr sz="3200" b="1"/>
            </a:lvl5pPr>
            <a:lvl6pPr marL="4572057" indent="0">
              <a:buNone/>
              <a:defRPr sz="3200" b="1"/>
            </a:lvl6pPr>
            <a:lvl7pPr marL="5486469" indent="0">
              <a:buNone/>
              <a:defRPr sz="3200" b="1"/>
            </a:lvl7pPr>
            <a:lvl8pPr marL="6400880" indent="0">
              <a:buNone/>
              <a:defRPr sz="3200" b="1"/>
            </a:lvl8pPr>
            <a:lvl9pPr marL="7315291" indent="0">
              <a:buNone/>
              <a:defRPr sz="32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2344401" y="5010151"/>
            <a:ext cx="10366376" cy="7369176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AEDECE0-B3E3-4E93-9B91-9F10B30F5B07}" type="slidenum">
              <a:rPr lang="en-US" altLang="zh-CN" smtClean="0"/>
              <a:t>‹#›</a:t>
            </a:fld>
            <a:endParaRPr lang="zh-CN" altLang="en-US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4784461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AEDECE0-B3E3-4E93-9B91-9F10B30F5B07}" type="slidenum">
              <a:rPr lang="en-US" altLang="zh-CN" smtClean="0"/>
              <a:t>‹#›</a:t>
            </a:fld>
            <a:endParaRPr lang="zh-CN" altLang="en-US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9959094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79576" y="914400"/>
            <a:ext cx="7864475" cy="3200400"/>
          </a:xfrm>
        </p:spPr>
        <p:txBody>
          <a:bodyPr anchor="b"/>
          <a:lstStyle>
            <a:lvl1pPr>
              <a:defRPr sz="64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366376" y="1974852"/>
            <a:ext cx="12344400" cy="9747251"/>
          </a:xfrm>
        </p:spPr>
        <p:txBody>
          <a:bodyPr/>
          <a:lstStyle>
            <a:lvl1pPr>
              <a:defRPr sz="6400"/>
            </a:lvl1pPr>
            <a:lvl2pPr>
              <a:defRPr sz="5600"/>
            </a:lvl2pPr>
            <a:lvl3pPr>
              <a:defRPr sz="4800"/>
            </a:lvl3pPr>
            <a:lvl4pPr>
              <a:defRPr sz="4000"/>
            </a:lvl4pPr>
            <a:lvl5pPr>
              <a:defRPr sz="4000"/>
            </a:lvl5pPr>
            <a:lvl6pPr>
              <a:defRPr sz="4000"/>
            </a:lvl6pPr>
            <a:lvl7pPr>
              <a:defRPr sz="4000"/>
            </a:lvl7pPr>
            <a:lvl8pPr>
              <a:defRPr sz="4000"/>
            </a:lvl8pPr>
            <a:lvl9pPr>
              <a:defRPr sz="4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679576" y="4114801"/>
            <a:ext cx="7864475" cy="7623176"/>
          </a:xfrm>
        </p:spPr>
        <p:txBody>
          <a:bodyPr/>
          <a:lstStyle>
            <a:lvl1pPr marL="0" indent="0">
              <a:buNone/>
              <a:defRPr sz="3200"/>
            </a:lvl1pPr>
            <a:lvl2pPr marL="914411" indent="0">
              <a:buNone/>
              <a:defRPr sz="2800"/>
            </a:lvl2pPr>
            <a:lvl3pPr marL="1828823" indent="0">
              <a:buNone/>
              <a:defRPr sz="2400"/>
            </a:lvl3pPr>
            <a:lvl4pPr marL="2743234" indent="0">
              <a:buNone/>
              <a:defRPr sz="2000"/>
            </a:lvl4pPr>
            <a:lvl5pPr marL="3657646" indent="0">
              <a:buNone/>
              <a:defRPr sz="2000"/>
            </a:lvl5pPr>
            <a:lvl6pPr marL="4572057" indent="0">
              <a:buNone/>
              <a:defRPr sz="2000"/>
            </a:lvl6pPr>
            <a:lvl7pPr marL="5486469" indent="0">
              <a:buNone/>
              <a:defRPr sz="2000"/>
            </a:lvl7pPr>
            <a:lvl8pPr marL="6400880" indent="0">
              <a:buNone/>
              <a:defRPr sz="2000"/>
            </a:lvl8pPr>
            <a:lvl9pPr marL="7315291" indent="0">
              <a:buNone/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AEDECE0-B3E3-4E93-9B91-9F10B30F5B07}" type="slidenum">
              <a:rPr lang="en-US" altLang="zh-CN" smtClean="0"/>
              <a:t>‹#›</a:t>
            </a:fld>
            <a:endParaRPr lang="zh-CN" altLang="en-US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6414353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自定义版式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1E0DB2B2-D25E-444C-86B2-143D203378C0}"/>
              </a:ext>
            </a:extLst>
          </p:cNvPr>
          <p:cNvSpPr txBox="1"/>
          <p:nvPr userDrawn="1"/>
        </p:nvSpPr>
        <p:spPr>
          <a:xfrm>
            <a:off x="19842086" y="13153763"/>
            <a:ext cx="5068389" cy="400110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20" tIns="45720" rIns="45720" bIns="45720" numCol="1" spcCol="38100" rtlCol="0" anchor="t">
            <a:spAutoFit/>
          </a:bodyPr>
          <a:lstStyle/>
          <a:p>
            <a:pPr marL="0" marR="0" indent="0" algn="ctr" defTabSz="825512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sz="2000" b="0" i="0" u="none" strike="noStrike" cap="none" spc="0" normalizeH="0" baseline="0" dirty="0">
                <a:ln>
                  <a:noFill/>
                </a:ln>
                <a:solidFill>
                  <a:srgbClr val="00366A"/>
                </a:solidFill>
                <a:effectLst/>
                <a:uFillTx/>
                <a:latin typeface="微软雅黑" panose="020B0703020204020201" pitchFamily="34" charset="-122"/>
                <a:ea typeface="微软雅黑" panose="020B0703020204020201" pitchFamily="34" charset="-122"/>
                <a:cs typeface="Arial" panose="020B0604020202020204" pitchFamily="34" charset="0"/>
                <a:sym typeface="Arial" panose="020B0604020202020204"/>
              </a:rPr>
              <a:t>Confidential | </a:t>
            </a:r>
            <a:r>
              <a:rPr kumimoji="0" lang="zh-CN" altLang="en-US" sz="2000" b="0" i="0" u="none" strike="noStrike" cap="none" spc="0" normalizeH="0" baseline="0" dirty="0">
                <a:ln>
                  <a:noFill/>
                </a:ln>
                <a:solidFill>
                  <a:srgbClr val="00366A"/>
                </a:solidFill>
                <a:effectLst/>
                <a:uFillTx/>
                <a:latin typeface="微软雅黑" panose="020B0703020204020201" pitchFamily="34" charset="-122"/>
                <a:ea typeface="微软雅黑" panose="020B0703020204020201" pitchFamily="34" charset="-122"/>
                <a:cs typeface="Arial" panose="020B0604020202020204" pitchFamily="34" charset="0"/>
                <a:sym typeface="Arial" panose="020B0604020202020204"/>
              </a:rPr>
              <a:t>保密文件</a:t>
            </a: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EF8E8141-DF10-B443-A432-4FFAD2FB8D1C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598597" y="11999600"/>
            <a:ext cx="6860416" cy="12003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000">
                <a:solidFill>
                  <a:srgbClr val="252D30"/>
                </a:solidFill>
                <a:latin typeface="Arial" panose="020B0604020202020204" pitchFamily="34" charset="0"/>
                <a:ea typeface="Helvetica Neue" panose="02000503000000020004" pitchFamily="2" charset="0"/>
                <a:cs typeface="Helvetica Neue" panose="02000503000000020004" pitchFamily="2" charset="0"/>
                <a:sym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252D30"/>
                </a:solidFill>
                <a:latin typeface="Arial" panose="020B0604020202020204" pitchFamily="34" charset="0"/>
                <a:ea typeface="Helvetica Neue" panose="02000503000000020004" pitchFamily="2" charset="0"/>
                <a:cs typeface="Helvetica Neue" panose="02000503000000020004" pitchFamily="2" charset="0"/>
                <a:sym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252D30"/>
                </a:solidFill>
                <a:latin typeface="Arial" panose="020B0604020202020204" pitchFamily="34" charset="0"/>
                <a:ea typeface="Helvetica Neue" panose="02000503000000020004" pitchFamily="2" charset="0"/>
                <a:cs typeface="Helvetica Neue" panose="02000503000000020004" pitchFamily="2" charset="0"/>
                <a:sym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252D30"/>
                </a:solidFill>
                <a:latin typeface="Arial" panose="020B0604020202020204" pitchFamily="34" charset="0"/>
                <a:ea typeface="Helvetica Neue" panose="02000503000000020004" pitchFamily="2" charset="0"/>
                <a:cs typeface="Helvetica Neue" panose="02000503000000020004" pitchFamily="2" charset="0"/>
                <a:sym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252D30"/>
                </a:solidFill>
                <a:latin typeface="Arial" panose="020B0604020202020204" pitchFamily="34" charset="0"/>
                <a:ea typeface="Helvetica Neue" panose="02000503000000020004" pitchFamily="2" charset="0"/>
                <a:cs typeface="Helvetica Neue" panose="02000503000000020004" pitchFamily="2" charset="0"/>
                <a:sym typeface="Arial" panose="020B0604020202020204" pitchFamily="34" charset="0"/>
              </a:defRPr>
            </a:lvl5pPr>
            <a:lvl6pPr marL="2514600" indent="-228600" defTabSz="8255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252D30"/>
                </a:solidFill>
                <a:latin typeface="Arial" panose="020B0604020202020204" pitchFamily="34" charset="0"/>
                <a:ea typeface="Helvetica Neue" panose="02000503000000020004" pitchFamily="2" charset="0"/>
                <a:cs typeface="Helvetica Neue" panose="02000503000000020004" pitchFamily="2" charset="0"/>
                <a:sym typeface="Arial" panose="020B0604020202020204" pitchFamily="34" charset="0"/>
              </a:defRPr>
            </a:lvl6pPr>
            <a:lvl7pPr marL="2971800" indent="-228600" defTabSz="8255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252D30"/>
                </a:solidFill>
                <a:latin typeface="Arial" panose="020B0604020202020204" pitchFamily="34" charset="0"/>
                <a:ea typeface="Helvetica Neue" panose="02000503000000020004" pitchFamily="2" charset="0"/>
                <a:cs typeface="Helvetica Neue" panose="02000503000000020004" pitchFamily="2" charset="0"/>
                <a:sym typeface="Arial" panose="020B0604020202020204" pitchFamily="34" charset="0"/>
              </a:defRPr>
            </a:lvl7pPr>
            <a:lvl8pPr marL="3429000" indent="-228600" defTabSz="8255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252D30"/>
                </a:solidFill>
                <a:latin typeface="Arial" panose="020B0604020202020204" pitchFamily="34" charset="0"/>
                <a:ea typeface="Helvetica Neue" panose="02000503000000020004" pitchFamily="2" charset="0"/>
                <a:cs typeface="Helvetica Neue" panose="02000503000000020004" pitchFamily="2" charset="0"/>
                <a:sym typeface="Arial" panose="020B0604020202020204" pitchFamily="34" charset="0"/>
              </a:defRPr>
            </a:lvl8pPr>
            <a:lvl9pPr marL="3886200" indent="-228600" defTabSz="8255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252D30"/>
                </a:solidFill>
                <a:latin typeface="Arial" panose="020B0604020202020204" pitchFamily="34" charset="0"/>
                <a:ea typeface="Helvetica Neue" panose="02000503000000020004" pitchFamily="2" charset="0"/>
                <a:cs typeface="Helvetica Neue" panose="02000503000000020004" pitchFamily="2" charset="0"/>
                <a:sym typeface="Arial" panose="020B0604020202020204" pitchFamily="34" charset="0"/>
              </a:defRPr>
            </a:lvl9pPr>
          </a:lstStyle>
          <a:p>
            <a:pPr>
              <a:buFont typeface="Arial" panose="020B0604020202020204" pitchFamily="34" charset="0"/>
              <a:buNone/>
            </a:pPr>
            <a:r>
              <a:rPr lang="en-US" altLang="zh-CN" sz="7200" dirty="0">
                <a:solidFill>
                  <a:schemeClr val="bg1"/>
                </a:solidFill>
                <a:ea typeface="宋体" pitchFamily="2" charset="-122"/>
              </a:rPr>
              <a:t>Contents</a:t>
            </a:r>
          </a:p>
        </p:txBody>
      </p:sp>
      <p:pic>
        <p:nvPicPr>
          <p:cNvPr id="6" name="图片 1" descr="2">
            <a:extLst>
              <a:ext uri="{FF2B5EF4-FFF2-40B4-BE49-F238E27FC236}">
                <a16:creationId xmlns:a16="http://schemas.microsoft.com/office/drawing/2014/main" id="{9F72C929-4E91-744D-ACBA-8EF3794CA793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/>
          <a:srcRect/>
          <a:stretch>
            <a:fillRect/>
          </a:stretch>
        </p:blipFill>
        <p:spPr bwMode="auto">
          <a:xfrm>
            <a:off x="1598599" y="1140953"/>
            <a:ext cx="4280435" cy="8541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E1AB625A-1AE1-6141-91AC-44B09F61F272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0744" y="1577792"/>
            <a:ext cx="4532203" cy="10601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3538656"/>
      </p:ext>
    </p:extLst>
  </p:cSld>
  <p:clrMapOvr>
    <a:masterClrMapping/>
  </p:clrMapOvr>
  <p:transition spd="med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灯片编号占位符 2"/>
          <p:cNvSpPr>
            <a:spLocks noGrp="1"/>
          </p:cNvSpPr>
          <p:nvPr>
            <p:ph type="sldNum" sz="quarter" idx="10"/>
          </p:nvPr>
        </p:nvSpPr>
        <p:spPr>
          <a:xfrm>
            <a:off x="11749573" y="13242975"/>
            <a:ext cx="884859" cy="636072"/>
          </a:xfrm>
        </p:spPr>
        <p:txBody>
          <a:bodyPr/>
          <a:lstStyle>
            <a:lvl1pPr algn="ctr">
              <a:defRPr sz="280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>
              <a:defRPr/>
            </a:pPr>
            <a:r>
              <a:rPr lang="en-US" altLang="zh-CN" dirty="0"/>
              <a:t>-</a:t>
            </a:r>
            <a:fld id="{FAEDECE0-B3E3-4E93-9B91-9F10B30F5B07}" type="slidenum">
              <a:rPr lang="en-US" altLang="zh-CN" dirty="0" smtClean="0"/>
              <a:t>‹#›</a:t>
            </a:fld>
            <a:r>
              <a:rPr lang="en-US" altLang="zh-CN" dirty="0"/>
              <a:t>-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28550482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>
            <a:extLst>
              <a:ext uri="{FF2B5EF4-FFF2-40B4-BE49-F238E27FC236}">
                <a16:creationId xmlns:a16="http://schemas.microsoft.com/office/drawing/2014/main" id="{F744F58F-7C42-F64A-9AEA-F336833127B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86447" y="1636683"/>
            <a:ext cx="5618781" cy="1314336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B6E55B8F-CA51-604F-B5C5-9147A7F4B5F5}"/>
              </a:ext>
            </a:extLst>
          </p:cNvPr>
          <p:cNvSpPr txBox="1"/>
          <p:nvPr userDrawn="1"/>
        </p:nvSpPr>
        <p:spPr>
          <a:xfrm>
            <a:off x="19842086" y="13153763"/>
            <a:ext cx="5068389" cy="400110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20" tIns="45720" rIns="45720" bIns="45720" numCol="1" spcCol="38100" rtlCol="0" anchor="t">
            <a:spAutoFit/>
          </a:bodyPr>
          <a:lstStyle/>
          <a:p>
            <a:pPr marL="0" marR="0" indent="0" algn="ctr" defTabSz="825512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sz="2000" b="0" i="0" u="none" strike="noStrike" cap="none" spc="0" normalizeH="0" baseline="0" dirty="0">
                <a:ln>
                  <a:noFill/>
                </a:ln>
                <a:solidFill>
                  <a:srgbClr val="386DB4"/>
                </a:solidFill>
                <a:effectLst/>
                <a:uFillTx/>
                <a:latin typeface="微软雅黑" panose="020B0703020204020201" pitchFamily="34" charset="-122"/>
                <a:ea typeface="微软雅黑" panose="020B0703020204020201" pitchFamily="34" charset="-122"/>
                <a:cs typeface="Arial" panose="020B0604020202020204" pitchFamily="34" charset="0"/>
                <a:sym typeface="Arial" panose="020B0604020202020204"/>
              </a:rPr>
              <a:t>Confidential | </a:t>
            </a:r>
            <a:r>
              <a:rPr kumimoji="0" lang="zh-CN" altLang="en-US" sz="2000" b="0" i="0" u="none" strike="noStrike" cap="none" spc="0" normalizeH="0" baseline="0" dirty="0">
                <a:ln>
                  <a:noFill/>
                </a:ln>
                <a:solidFill>
                  <a:srgbClr val="386DB4"/>
                </a:solidFill>
                <a:effectLst/>
                <a:uFillTx/>
                <a:latin typeface="微软雅黑" panose="020B0703020204020201" pitchFamily="34" charset="-122"/>
                <a:ea typeface="微软雅黑" panose="020B0703020204020201" pitchFamily="34" charset="-122"/>
                <a:cs typeface="Arial" panose="020B0604020202020204" pitchFamily="34" charset="0"/>
                <a:sym typeface="Arial" panose="020B0604020202020204"/>
              </a:rPr>
              <a:t>保密文件</a:t>
            </a: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1D0D95B7-9CE1-CF4B-837C-224BE676E58D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 rot="19806617">
            <a:off x="14359355" y="-5194588"/>
            <a:ext cx="20245232" cy="191243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899725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自定义版式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2">
            <a:extLst>
              <a:ext uri="{FF2B5EF4-FFF2-40B4-BE49-F238E27FC236}">
                <a16:creationId xmlns:a16="http://schemas.microsoft.com/office/drawing/2014/main" id="{E8935146-DF8B-F442-B4BE-AE15BE05DCD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1129645" y="13254482"/>
            <a:ext cx="1464944" cy="323165"/>
          </a:xfrm>
        </p:spPr>
        <p:txBody>
          <a:bodyPr wrap="square">
            <a:noAutofit/>
          </a:bodyPr>
          <a:lstStyle>
            <a:lvl1pPr algn="ctr">
              <a:defRPr sz="2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>
              <a:defRPr/>
            </a:pPr>
            <a:r>
              <a:rPr lang="en-US" altLang="zh-CN"/>
              <a:t>-</a:t>
            </a:r>
            <a:fld id="{FAEDECE0-B3E3-4E93-9B91-9F10B30F5B07}" type="slidenum">
              <a:rPr lang="en-US" altLang="zh-CN" smtClean="0"/>
              <a:pPr>
                <a:defRPr/>
              </a:pPr>
              <a:t>‹#›</a:t>
            </a:fld>
            <a:r>
              <a:rPr lang="en-US" altLang="zh-CN"/>
              <a:t>-</a:t>
            </a:r>
            <a:endParaRPr lang="zh-CN" altLang="en-US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38AC3A7A-7E03-DC4D-A036-93A8B7EC8FF4}"/>
              </a:ext>
            </a:extLst>
          </p:cNvPr>
          <p:cNvSpPr txBox="1"/>
          <p:nvPr userDrawn="1"/>
        </p:nvSpPr>
        <p:spPr>
          <a:xfrm>
            <a:off x="19842086" y="13216008"/>
            <a:ext cx="5068389" cy="400110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20" tIns="45720" rIns="45720" bIns="45720" numCol="1" spcCol="38100" rtlCol="0" anchor="t">
            <a:spAutoFit/>
          </a:bodyPr>
          <a:lstStyle/>
          <a:p>
            <a:pPr marL="0" marR="0" indent="0" algn="ctr" defTabSz="825512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sz="2000" b="0" i="0" u="none" strike="noStrike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微软雅黑" panose="020B0703020204020201" pitchFamily="34" charset="-122"/>
                <a:ea typeface="微软雅黑" panose="020B0703020204020201" pitchFamily="34" charset="-122"/>
                <a:cs typeface="Arial" panose="020B0604020202020204" pitchFamily="34" charset="0"/>
                <a:sym typeface="Arial" panose="020B0604020202020204"/>
              </a:rPr>
              <a:t>Confidential | </a:t>
            </a:r>
            <a:r>
              <a:rPr kumimoji="0" lang="zh-CN" altLang="en-US" sz="2000" b="0" i="0" u="none" strike="noStrike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微软雅黑" panose="020B0703020204020201" pitchFamily="34" charset="-122"/>
                <a:ea typeface="微软雅黑" panose="020B0703020204020201" pitchFamily="34" charset="-122"/>
                <a:cs typeface="Arial" panose="020B0604020202020204" pitchFamily="34" charset="0"/>
                <a:sym typeface="Arial" panose="020B0604020202020204"/>
              </a:rPr>
              <a:t>保密文件</a:t>
            </a:r>
          </a:p>
        </p:txBody>
      </p:sp>
      <p:cxnSp>
        <p:nvCxnSpPr>
          <p:cNvPr id="9" name="直线连接符 3">
            <a:extLst>
              <a:ext uri="{FF2B5EF4-FFF2-40B4-BE49-F238E27FC236}">
                <a16:creationId xmlns:a16="http://schemas.microsoft.com/office/drawing/2014/main" id="{7DE88738-B166-9746-B282-0D2477C518BD}"/>
              </a:ext>
            </a:extLst>
          </p:cNvPr>
          <p:cNvCxnSpPr>
            <a:cxnSpLocks/>
          </p:cNvCxnSpPr>
          <p:nvPr userDrawn="1"/>
        </p:nvCxnSpPr>
        <p:spPr>
          <a:xfrm>
            <a:off x="6540062" y="1830048"/>
            <a:ext cx="17130243" cy="0"/>
          </a:xfrm>
          <a:prstGeom prst="line">
            <a:avLst/>
          </a:prstGeom>
          <a:noFill/>
          <a:ln w="25400" cap="flat">
            <a:solidFill>
              <a:schemeClr val="bg1">
                <a:lumMod val="85000"/>
              </a:schemeClr>
            </a:solidFill>
            <a:prstDash val="solid"/>
            <a:miter lim="8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</p:spTree>
    <p:extLst>
      <p:ext uri="{BB962C8B-B14F-4D97-AF65-F5344CB8AC3E}">
        <p14:creationId xmlns:p14="http://schemas.microsoft.com/office/powerpoint/2010/main" val="390871152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自定义版式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2">
            <a:extLst>
              <a:ext uri="{FF2B5EF4-FFF2-40B4-BE49-F238E27FC236}">
                <a16:creationId xmlns:a16="http://schemas.microsoft.com/office/drawing/2014/main" id="{E8935146-DF8B-F442-B4BE-AE15BE05DCD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1129645" y="13192236"/>
            <a:ext cx="1464944" cy="323165"/>
          </a:xfrm>
        </p:spPr>
        <p:txBody>
          <a:bodyPr wrap="square">
            <a:noAutofit/>
          </a:bodyPr>
          <a:lstStyle>
            <a:lvl1pPr algn="ctr">
              <a:defRPr sz="2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>
              <a:defRPr/>
            </a:pPr>
            <a:r>
              <a:rPr lang="en-US" altLang="zh-CN"/>
              <a:t>-</a:t>
            </a:r>
            <a:fld id="{FAEDECE0-B3E3-4E93-9B91-9F10B30F5B07}" type="slidenum">
              <a:rPr lang="en-US" altLang="zh-CN" smtClean="0"/>
              <a:pPr>
                <a:defRPr/>
              </a:pPr>
              <a:t>‹#›</a:t>
            </a:fld>
            <a:r>
              <a:rPr lang="en-US" altLang="zh-CN"/>
              <a:t>-</a:t>
            </a:r>
            <a:endParaRPr lang="zh-CN" altLang="en-US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38AC3A7A-7E03-DC4D-A036-93A8B7EC8FF4}"/>
              </a:ext>
            </a:extLst>
          </p:cNvPr>
          <p:cNvSpPr txBox="1"/>
          <p:nvPr userDrawn="1"/>
        </p:nvSpPr>
        <p:spPr>
          <a:xfrm>
            <a:off x="19842086" y="13153763"/>
            <a:ext cx="5068389" cy="400110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20" tIns="45720" rIns="45720" bIns="45720" numCol="1" spcCol="38100" rtlCol="0" anchor="t">
            <a:spAutoFit/>
          </a:bodyPr>
          <a:lstStyle/>
          <a:p>
            <a:pPr marL="0" marR="0" indent="0" algn="ctr" defTabSz="825512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sz="2000" b="0" i="0" u="none" strike="noStrike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微软雅黑" panose="020B0703020204020201" pitchFamily="34" charset="-122"/>
                <a:ea typeface="微软雅黑" panose="020B0703020204020201" pitchFamily="34" charset="-122"/>
                <a:cs typeface="Arial" panose="020B0604020202020204" pitchFamily="34" charset="0"/>
                <a:sym typeface="Arial" panose="020B0604020202020204"/>
              </a:rPr>
              <a:t>Confidential | </a:t>
            </a:r>
            <a:r>
              <a:rPr kumimoji="0" lang="zh-CN" altLang="en-US" sz="2000" b="0" i="0" u="none" strike="noStrike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微软雅黑" panose="020B0703020204020201" pitchFamily="34" charset="-122"/>
                <a:ea typeface="微软雅黑" panose="020B0703020204020201" pitchFamily="34" charset="-122"/>
                <a:cs typeface="Arial" panose="020B0604020202020204" pitchFamily="34" charset="0"/>
                <a:sym typeface="Arial" panose="020B0604020202020204"/>
              </a:rPr>
              <a:t>保密文件</a:t>
            </a:r>
          </a:p>
        </p:txBody>
      </p:sp>
      <p:cxnSp>
        <p:nvCxnSpPr>
          <p:cNvPr id="9" name="直线连接符 3">
            <a:extLst>
              <a:ext uri="{FF2B5EF4-FFF2-40B4-BE49-F238E27FC236}">
                <a16:creationId xmlns:a16="http://schemas.microsoft.com/office/drawing/2014/main" id="{7DE88738-B166-9746-B282-0D2477C518BD}"/>
              </a:ext>
            </a:extLst>
          </p:cNvPr>
          <p:cNvCxnSpPr>
            <a:cxnSpLocks/>
          </p:cNvCxnSpPr>
          <p:nvPr userDrawn="1"/>
        </p:nvCxnSpPr>
        <p:spPr>
          <a:xfrm>
            <a:off x="6540062" y="1830048"/>
            <a:ext cx="17130243" cy="0"/>
          </a:xfrm>
          <a:prstGeom prst="line">
            <a:avLst/>
          </a:prstGeom>
          <a:noFill/>
          <a:ln w="25400" cap="flat">
            <a:solidFill>
              <a:schemeClr val="bg1">
                <a:lumMod val="85000"/>
              </a:schemeClr>
            </a:solidFill>
            <a:prstDash val="solid"/>
            <a:miter lim="8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</p:spTree>
    <p:extLst>
      <p:ext uri="{BB962C8B-B14F-4D97-AF65-F5344CB8AC3E}">
        <p14:creationId xmlns:p14="http://schemas.microsoft.com/office/powerpoint/2010/main" val="15617944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6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1.xml"/><Relationship Id="rId7" Type="http://schemas.openxmlformats.org/officeDocument/2006/relationships/slideLayout" Target="../slideLayouts/slideLayout15.xml"/><Relationship Id="rId12" Type="http://schemas.openxmlformats.org/officeDocument/2006/relationships/slideLayout" Target="../slideLayouts/slideLayout20.xml"/><Relationship Id="rId2" Type="http://schemas.openxmlformats.org/officeDocument/2006/relationships/slideLayout" Target="../slideLayouts/slideLayout10.xml"/><Relationship Id="rId1" Type="http://schemas.openxmlformats.org/officeDocument/2006/relationships/slideLayout" Target="../slideLayouts/slideLayout9.xml"/><Relationship Id="rId6" Type="http://schemas.openxmlformats.org/officeDocument/2006/relationships/slideLayout" Target="../slideLayouts/slideLayout14.xml"/><Relationship Id="rId11" Type="http://schemas.openxmlformats.org/officeDocument/2006/relationships/slideLayout" Target="../slideLayouts/slideLayout19.xml"/><Relationship Id="rId5" Type="http://schemas.openxmlformats.org/officeDocument/2006/relationships/slideLayout" Target="../slideLayouts/slideLayout13.xml"/><Relationship Id="rId10" Type="http://schemas.openxmlformats.org/officeDocument/2006/relationships/slideLayout" Target="../slideLayouts/slideLayout18.xml"/><Relationship Id="rId4" Type="http://schemas.openxmlformats.org/officeDocument/2006/relationships/slideLayout" Target="../slideLayouts/slideLayout12.xml"/><Relationship Id="rId9" Type="http://schemas.openxmlformats.org/officeDocument/2006/relationships/slideLayout" Target="../slideLayouts/slideLayout1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1759484" y="12699666"/>
            <a:ext cx="5400000" cy="633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24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fld id="{760FBDFE-C587-4B4C-A407-44438C67B59E}" type="datetimeFigureOut">
              <a:rPr lang="zh-CN" altLang="en-US" smtClean="0"/>
              <a:t>2026/7/30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8232000" y="12699666"/>
            <a:ext cx="7920000" cy="633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24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17221200" y="12699666"/>
            <a:ext cx="5400000" cy="633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24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  <p:sp>
        <p:nvSpPr>
          <p:cNvPr id="7" name="KSO_TEMPLATE" hidden="1"/>
          <p:cNvSpPr/>
          <p:nvPr userDrawn="1"/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4000"/>
          </a:p>
        </p:txBody>
      </p:sp>
      <p:sp>
        <p:nvSpPr>
          <p:cNvPr id="8" name="标题 7"/>
          <p:cNvSpPr>
            <a:spLocks noGrp="1"/>
          </p:cNvSpPr>
          <p:nvPr>
            <p:ph type="title"/>
          </p:nvPr>
        </p:nvSpPr>
        <p:spPr>
          <a:xfrm>
            <a:off x="1339764" y="1162450"/>
            <a:ext cx="21704474" cy="129600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6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</a:p>
        </p:txBody>
      </p:sp>
      <p:sp>
        <p:nvSpPr>
          <p:cNvPr id="9" name="文本占位符 8"/>
          <p:cNvSpPr>
            <a:spLocks noGrp="1"/>
          </p:cNvSpPr>
          <p:nvPr>
            <p:ph type="body" idx="1"/>
          </p:nvPr>
        </p:nvSpPr>
        <p:spPr>
          <a:xfrm>
            <a:off x="1339850" y="3016250"/>
            <a:ext cx="21704300" cy="9498330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4800"/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pPr lvl="0"/>
            <a:r>
              <a:rPr lang="zh-CN" altLang="en-US" dirty="0"/>
              <a:t>单击此处编辑正文</a:t>
            </a:r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</p:sldLayoutIdLst>
  <p:txStyles>
    <p:titleStyle>
      <a:lvl1pPr algn="l" defTabSz="1828800" rtl="0" eaLnBrk="1" fontAlgn="auto" latinLnBrk="0" hangingPunct="1">
        <a:lnSpc>
          <a:spcPct val="100000"/>
        </a:lnSpc>
        <a:spcBef>
          <a:spcPct val="0"/>
        </a:spcBef>
        <a:buNone/>
        <a:defRPr sz="5600" b="1" u="none" strike="noStrike" kern="1200" cap="none" spc="200" normalizeH="0">
          <a:solidFill>
            <a:schemeClr val="tx1"/>
          </a:solidFill>
          <a:uFillTx/>
          <a:latin typeface="+mn-ea"/>
          <a:ea typeface="+mn-ea"/>
          <a:cs typeface="+mj-cs"/>
        </a:defRPr>
      </a:lvl1pPr>
    </p:titleStyle>
    <p:bodyStyle>
      <a:lvl1pPr marL="457200" indent="-457200" algn="l" defTabSz="1828800" rtl="0" eaLnBrk="1" fontAlgn="auto" latinLnBrk="0" hangingPunct="1">
        <a:lnSpc>
          <a:spcPct val="130000"/>
        </a:lnSpc>
        <a:spcBef>
          <a:spcPct val="1000"/>
        </a:spcBef>
        <a:spcAft>
          <a:spcPts val="1000"/>
        </a:spcAft>
        <a:buFont typeface="Arial" panose="020B0604020202020204" pitchFamily="34" charset="0"/>
        <a:buChar char="•"/>
        <a:defRPr sz="32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1pPr>
      <a:lvl2pPr marL="1371600" indent="-457200" algn="l" defTabSz="1828800" rtl="0" eaLnBrk="1" fontAlgn="auto" latinLnBrk="0" hangingPunct="1">
        <a:lnSpc>
          <a:spcPct val="130000"/>
        </a:lnSpc>
        <a:spcBef>
          <a:spcPct val="1000"/>
        </a:spcBef>
        <a:spcAft>
          <a:spcPts val="1000"/>
        </a:spcAft>
        <a:buFont typeface="Arial" panose="020B0604020202020204" pitchFamily="34" charset="0"/>
        <a:buChar char="•"/>
        <a:tabLst>
          <a:tab pos="3219450" algn="l"/>
        </a:tabLst>
        <a:defRPr sz="32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2pPr>
      <a:lvl3pPr marL="2286000" indent="-457200" algn="l" defTabSz="1828800" rtl="0" eaLnBrk="1" fontAlgn="auto" latinLnBrk="0" hangingPunct="1">
        <a:lnSpc>
          <a:spcPct val="130000"/>
        </a:lnSpc>
        <a:spcBef>
          <a:spcPct val="1000"/>
        </a:spcBef>
        <a:spcAft>
          <a:spcPts val="1000"/>
        </a:spcAft>
        <a:buFont typeface="Arial" panose="020B0604020202020204" pitchFamily="34" charset="0"/>
        <a:buChar char="•"/>
        <a:defRPr sz="32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3pPr>
      <a:lvl4pPr marL="3200400" indent="-457200" algn="l" defTabSz="1828800" rtl="0" eaLnBrk="1" fontAlgn="auto" latinLnBrk="0" hangingPunct="1">
        <a:lnSpc>
          <a:spcPct val="130000"/>
        </a:lnSpc>
        <a:spcBef>
          <a:spcPct val="1000"/>
        </a:spcBef>
        <a:spcAft>
          <a:spcPts val="1000"/>
        </a:spcAft>
        <a:buFont typeface="Arial" panose="020B0604020202020204" pitchFamily="34" charset="0"/>
        <a:buChar char="•"/>
        <a:defRPr sz="32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4pPr>
      <a:lvl5pPr marL="4114800" indent="-457200" algn="l" defTabSz="1828800" rtl="0" eaLnBrk="1" fontAlgn="auto" latinLnBrk="0" hangingPunct="1">
        <a:lnSpc>
          <a:spcPct val="130000"/>
        </a:lnSpc>
        <a:spcBef>
          <a:spcPct val="1000"/>
        </a:spcBef>
        <a:spcAft>
          <a:spcPts val="1000"/>
        </a:spcAft>
        <a:buFont typeface="Arial" panose="020B0604020202020204" pitchFamily="34" charset="0"/>
        <a:buChar char="•"/>
        <a:defRPr sz="32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5pPr>
      <a:lvl6pPr marL="5029200" indent="-457200" algn="l" defTabSz="1828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943600" indent="-457200" algn="l" defTabSz="1828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858000" indent="-457200" algn="l" defTabSz="1828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772400" indent="-457200" algn="l" defTabSz="1828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1pPr>
      <a:lvl2pPr marL="914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2pPr>
      <a:lvl3pPr marL="1828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3pPr>
      <a:lvl4pPr marL="2743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36576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45720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486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400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315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676400" y="730251"/>
            <a:ext cx="21031200" cy="2651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76400" y="3651251"/>
            <a:ext cx="21031200" cy="870267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676400" y="12712701"/>
            <a:ext cx="5486400" cy="73025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4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8077200" y="12712701"/>
            <a:ext cx="8229600" cy="73025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7221200" y="12712701"/>
            <a:ext cx="5486400" cy="73025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4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385459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</p:sldLayoutIdLst>
  <p:hf hdr="0" ftr="0" dt="0"/>
  <p:txStyles>
    <p:titleStyle>
      <a:lvl1pPr algn="l" defTabSz="1828823" rtl="0" eaLnBrk="1" latinLnBrk="0" hangingPunct="1">
        <a:lnSpc>
          <a:spcPct val="90000"/>
        </a:lnSpc>
        <a:spcBef>
          <a:spcPct val="0"/>
        </a:spcBef>
        <a:buNone/>
        <a:defRPr sz="88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206" indent="-457206" algn="l" defTabSz="1828823" rtl="0" eaLnBrk="1" latinLnBrk="0" hangingPunct="1">
        <a:lnSpc>
          <a:spcPct val="90000"/>
        </a:lnSpc>
        <a:spcBef>
          <a:spcPts val="2000"/>
        </a:spcBef>
        <a:buFont typeface="Arial" panose="020B0604020202020204" pitchFamily="34" charset="0"/>
        <a:buChar char="•"/>
        <a:defRPr sz="5600" kern="1200">
          <a:solidFill>
            <a:schemeClr val="tx1"/>
          </a:solidFill>
          <a:latin typeface="+mn-lt"/>
          <a:ea typeface="+mn-ea"/>
          <a:cs typeface="+mn-cs"/>
        </a:defRPr>
      </a:lvl1pPr>
      <a:lvl2pPr marL="1371617" indent="-457206" algn="l" defTabSz="1828823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4800" kern="1200">
          <a:solidFill>
            <a:schemeClr val="tx1"/>
          </a:solidFill>
          <a:latin typeface="+mn-lt"/>
          <a:ea typeface="+mn-ea"/>
          <a:cs typeface="+mn-cs"/>
        </a:defRPr>
      </a:lvl2pPr>
      <a:lvl3pPr marL="2286029" indent="-457206" algn="l" defTabSz="1828823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4000" kern="1200">
          <a:solidFill>
            <a:schemeClr val="tx1"/>
          </a:solidFill>
          <a:latin typeface="+mn-lt"/>
          <a:ea typeface="+mn-ea"/>
          <a:cs typeface="+mn-cs"/>
        </a:defRPr>
      </a:lvl3pPr>
      <a:lvl4pPr marL="3200440" indent="-457206" algn="l" defTabSz="1828823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4114851" indent="-457206" algn="l" defTabSz="1828823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5029263" indent="-457206" algn="l" defTabSz="1828823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943674" indent="-457206" algn="l" defTabSz="1828823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858086" indent="-457206" algn="l" defTabSz="1828823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772497" indent="-457206" algn="l" defTabSz="1828823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828823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1pPr>
      <a:lvl2pPr marL="914411" algn="l" defTabSz="1828823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2pPr>
      <a:lvl3pPr marL="1828823" algn="l" defTabSz="1828823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3pPr>
      <a:lvl4pPr marL="2743234" algn="l" defTabSz="1828823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3657646" algn="l" defTabSz="1828823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4572057" algn="l" defTabSz="1828823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486469" algn="l" defTabSz="1828823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400880" algn="l" defTabSz="1828823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315291" algn="l" defTabSz="1828823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F376A8-5FB3-C28E-AC88-D73CB57816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A89BCEB-1089-4573-95A4-179558FDE3B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>
            <a:noAutofit/>
          </a:bodyPr>
          <a:lstStyle/>
          <a:p>
            <a:pPr defTabSz="825472" eaLnBrk="0" hangingPunct="0">
              <a:defRPr/>
            </a:pPr>
            <a:r>
              <a:rPr lang="en-US" altLang="zh-CN" sz="2133" dirty="0">
                <a:solidFill>
                  <a:srgbClr val="FFFFFF"/>
                </a:solidFill>
                <a:ea typeface="黑体" panose="02010609060101010101" pitchFamily="49" charset="-122"/>
              </a:rPr>
              <a:t>-</a:t>
            </a:r>
            <a:fld id="{FAEDECE0-B3E3-4E93-9B91-9F10B30F5B07}" type="slidenum">
              <a:rPr lang="en-US" altLang="zh-CN" sz="2133">
                <a:solidFill>
                  <a:srgbClr val="FFFFFF"/>
                </a:solidFill>
                <a:ea typeface="黑体" panose="02010609060101010101" pitchFamily="49" charset="-122"/>
              </a:rPr>
              <a:pPr defTabSz="825472" eaLnBrk="0" hangingPunct="0">
                <a:defRPr/>
              </a:pPr>
              <a:t>1</a:t>
            </a:fld>
            <a:r>
              <a:rPr lang="en-US" altLang="zh-CN" sz="2133" dirty="0">
                <a:solidFill>
                  <a:srgbClr val="FFFFFF"/>
                </a:solidFill>
                <a:ea typeface="黑体" panose="02010609060101010101" pitchFamily="49" charset="-122"/>
              </a:rPr>
              <a:t>-</a:t>
            </a:r>
            <a:endParaRPr lang="zh-CN" altLang="en-US" sz="2133" dirty="0">
              <a:solidFill>
                <a:srgbClr val="FFFFFF"/>
              </a:solidFill>
              <a:ea typeface="黑体" panose="02010609060101010101" pitchFamily="49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F629D361-6FFD-474A-6142-15B42A6C7DF6}"/>
              </a:ext>
            </a:extLst>
          </p:cNvPr>
          <p:cNvSpPr txBox="1"/>
          <p:nvPr/>
        </p:nvSpPr>
        <p:spPr>
          <a:xfrm>
            <a:off x="496337" y="12039599"/>
            <a:ext cx="23460943" cy="981607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rgbClr val="2F528F"/>
            </a:solidFill>
            <a:prstDash val="dash"/>
          </a:ln>
        </p:spPr>
        <p:txBody>
          <a:bodyPr wrap="square" anchor="ctr">
            <a:noAutofit/>
          </a:bodyPr>
          <a:lstStyle/>
          <a:p>
            <a:pPr defTabSz="2438249" eaLnBrk="0" hangingPunct="0">
              <a:defRPr/>
            </a:pPr>
            <a:r>
              <a:rPr lang="zh-CN" altLang="en-US" sz="3200" b="1" dirty="0">
                <a:solidFill>
                  <a:srgbClr val="E7E6E6">
                    <a:lumMod val="1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思源宋体 CN Medium" panose="02020500000000000000" pitchFamily="18" charset="-122"/>
              </a:rPr>
              <a:t>每发生</a:t>
            </a:r>
            <a:r>
              <a:rPr lang="en-US" altLang="zh-CN" sz="3733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思源宋体 CN Medium" panose="02020500000000000000" pitchFamily="18" charset="-122"/>
              </a:rPr>
              <a:t>1</a:t>
            </a:r>
            <a:r>
              <a:rPr lang="zh-CN" altLang="en-US" sz="3733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思源宋体 CN Medium" panose="02020500000000000000" pitchFamily="18" charset="-122"/>
              </a:rPr>
              <a:t>起‌</a:t>
            </a:r>
            <a:r>
              <a:rPr lang="zh-CN" altLang="en-US" sz="3200" b="1" dirty="0">
                <a:solidFill>
                  <a:srgbClr val="E7E6E6">
                    <a:lumMod val="1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思源宋体 CN Medium" panose="02020500000000000000" pitchFamily="18" charset="-122"/>
              </a:rPr>
              <a:t>严重伤害事故（如死亡或重伤），</a:t>
            </a:r>
            <a:r>
              <a:rPr lang="zh-CN" altLang="en-US" sz="3200" b="1" dirty="0">
                <a:solidFill>
                  <a:srgbClr val="E7E6E6">
                    <a:lumMod val="1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背后通常伴随着</a:t>
            </a:r>
            <a:r>
              <a:rPr lang="en-US" altLang="zh-CN" sz="3733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29</a:t>
            </a:r>
            <a:r>
              <a:rPr lang="zh-CN" altLang="en-US" sz="3733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起</a:t>
            </a:r>
            <a:r>
              <a:rPr lang="zh-CN" altLang="en-US" sz="3200" b="1" dirty="0">
                <a:solidFill>
                  <a:srgbClr val="E7E6E6">
                    <a:lumMod val="1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‌轻微伤害事故，以及</a:t>
            </a:r>
            <a:r>
              <a:rPr lang="en-US" altLang="zh-CN" sz="3733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300</a:t>
            </a:r>
            <a:r>
              <a:rPr lang="zh-CN" altLang="en-US" sz="3733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起‌</a:t>
            </a:r>
            <a:r>
              <a:rPr lang="zh-CN" altLang="en-US" sz="3200" b="1" dirty="0">
                <a:solidFill>
                  <a:srgbClr val="E7E6E6">
                    <a:lumMod val="1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无伤害的未遂事件或事故隐患。</a:t>
            </a:r>
            <a:endParaRPr lang="en-US" altLang="zh-CN" sz="3200" b="1" dirty="0">
              <a:solidFill>
                <a:srgbClr val="E7E6E6">
                  <a:lumMod val="10000"/>
                </a:srgbClr>
              </a:solidFill>
              <a:effectLst>
                <a:glow rad="63500">
                  <a:srgbClr val="5B9BD5">
                    <a:satMod val="175000"/>
                    <a:alpha val="40000"/>
                  </a:srgbClr>
                </a:glow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sym typeface="思源宋体 CN Medium" panose="02020500000000000000" pitchFamily="18" charset="-122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14521492" y="2678370"/>
            <a:ext cx="5519460" cy="403187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1828778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3200" dirty="0" smtClean="0">
                <a:solidFill>
                  <a:srgbClr val="E7E6E6">
                    <a:lumMod val="1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安全生产的保障基石：</a:t>
            </a:r>
            <a:endParaRPr lang="en-US" altLang="zh-CN" sz="3200" dirty="0" smtClean="0">
              <a:solidFill>
                <a:srgbClr val="E7E6E6">
                  <a:lumMod val="10000"/>
                </a:srgb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defTabSz="1828778" fontAlgn="auto">
              <a:spcBef>
                <a:spcPts val="0"/>
              </a:spcBef>
              <a:spcAft>
                <a:spcPts val="0"/>
              </a:spcAft>
              <a:defRPr/>
            </a:pPr>
            <a:endParaRPr lang="en-US" altLang="zh-CN" sz="3200" dirty="0">
              <a:solidFill>
                <a:srgbClr val="E7E6E6">
                  <a:lumMod val="10000"/>
                </a:srgb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defTabSz="1828778" fontAlgn="auto">
              <a:spcBef>
                <a:spcPts val="0"/>
              </a:spcBef>
              <a:spcAft>
                <a:spcPts val="0"/>
              </a:spcAft>
              <a:defRPr/>
            </a:pPr>
            <a:endParaRPr lang="en-US" altLang="zh-CN" sz="3200" dirty="0" smtClean="0">
              <a:solidFill>
                <a:srgbClr val="E7E6E6">
                  <a:lumMod val="10000"/>
                </a:srgb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defTabSz="1828778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3200" dirty="0" smtClean="0">
                <a:solidFill>
                  <a:srgbClr val="E7E6E6">
                    <a:lumMod val="1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人员培训及安全教育体系</a:t>
            </a:r>
            <a:endParaRPr lang="en-US" altLang="zh-CN" sz="3200" dirty="0" smtClean="0">
              <a:solidFill>
                <a:srgbClr val="E7E6E6">
                  <a:lumMod val="10000"/>
                </a:srgb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defTabSz="1828778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3200" dirty="0" smtClean="0">
                <a:solidFill>
                  <a:srgbClr val="E7E6E6">
                    <a:lumMod val="1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应急管理体系：</a:t>
            </a:r>
            <a:endParaRPr lang="en-US" altLang="zh-CN" sz="3200" dirty="0" smtClean="0">
              <a:solidFill>
                <a:srgbClr val="E7E6E6">
                  <a:lumMod val="10000"/>
                </a:srgb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defTabSz="1828778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3200" dirty="0" smtClean="0">
                <a:solidFill>
                  <a:srgbClr val="E7E6E6">
                    <a:lumMod val="1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危险化学品管理体系</a:t>
            </a:r>
            <a:endParaRPr lang="en-US" altLang="zh-CN" sz="3200" dirty="0" smtClean="0">
              <a:solidFill>
                <a:srgbClr val="E7E6E6">
                  <a:lumMod val="10000"/>
                </a:srgb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defTabSz="1828778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3200" dirty="0" smtClean="0">
                <a:solidFill>
                  <a:srgbClr val="E7E6E6">
                    <a:lumMod val="1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安全风险管控及隐患排查治理</a:t>
            </a:r>
            <a:endParaRPr lang="en-US" altLang="zh-CN" sz="3200" dirty="0" smtClean="0">
              <a:solidFill>
                <a:srgbClr val="E7E6E6">
                  <a:lumMod val="10000"/>
                </a:srgb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defTabSz="1828778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3200" dirty="0" smtClean="0">
                <a:solidFill>
                  <a:srgbClr val="E7E6E6">
                    <a:lumMod val="1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设备管理体系</a:t>
            </a:r>
            <a:endParaRPr lang="zh-CN" altLang="en-US" sz="3200" dirty="0">
              <a:solidFill>
                <a:srgbClr val="E7E6E6">
                  <a:lumMod val="10000"/>
                </a:srgb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2" name="文本框 51">
            <a:extLst>
              <a:ext uri="{FF2B5EF4-FFF2-40B4-BE49-F238E27FC236}">
                <a16:creationId xmlns:a16="http://schemas.microsoft.com/office/drawing/2014/main" id="{F629D361-6FFD-474A-6142-15B42A6C7DF6}"/>
              </a:ext>
            </a:extLst>
          </p:cNvPr>
          <p:cNvSpPr txBox="1"/>
          <p:nvPr/>
        </p:nvSpPr>
        <p:spPr>
          <a:xfrm>
            <a:off x="496337" y="7531323"/>
            <a:ext cx="9379183" cy="2648997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rgbClr val="2F528F"/>
            </a:solidFill>
            <a:prstDash val="dash"/>
          </a:ln>
        </p:spPr>
        <p:txBody>
          <a:bodyPr wrap="square" anchor="ctr">
            <a:noAutofit/>
          </a:bodyPr>
          <a:lstStyle/>
          <a:p>
            <a:pPr defTabSz="1828778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3200" dirty="0" smtClean="0">
                <a:solidFill>
                  <a:srgbClr val="E7E6E6">
                    <a:lumMod val="1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倒查隐患台账，在集团</a:t>
            </a:r>
            <a:r>
              <a:rPr lang="zh-CN" altLang="en-US" sz="3200" dirty="0">
                <a:solidFill>
                  <a:srgbClr val="E7E6E6">
                    <a:lumMod val="1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巡检</a:t>
            </a:r>
            <a:r>
              <a:rPr lang="zh-CN" altLang="en-US" sz="3200" dirty="0" smtClean="0">
                <a:solidFill>
                  <a:srgbClr val="E7E6E6">
                    <a:lumMod val="1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管理系统中，</a:t>
            </a:r>
            <a:r>
              <a:rPr lang="en-US" altLang="zh-CN" sz="3200" dirty="0">
                <a:solidFill>
                  <a:srgbClr val="E7E6E6">
                    <a:lumMod val="1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1~6</a:t>
            </a:r>
            <a:r>
              <a:rPr lang="zh-CN" altLang="en-US" sz="3200" dirty="0" smtClean="0">
                <a:solidFill>
                  <a:srgbClr val="E7E6E6">
                    <a:lumMod val="1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月共有</a:t>
            </a:r>
            <a:r>
              <a:rPr lang="en-US" altLang="zh-CN" sz="3200" dirty="0">
                <a:solidFill>
                  <a:srgbClr val="E7E6E6">
                    <a:lumMod val="1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~300</a:t>
            </a:r>
            <a:r>
              <a:rPr lang="zh-CN" altLang="en-US" sz="3200" dirty="0">
                <a:solidFill>
                  <a:srgbClr val="E7E6E6">
                    <a:lumMod val="1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条关于</a:t>
            </a:r>
            <a:r>
              <a:rPr lang="en-US" altLang="zh-CN" sz="3200" dirty="0">
                <a:solidFill>
                  <a:srgbClr val="E7E6E6">
                    <a:lumMod val="1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200L</a:t>
            </a:r>
            <a:r>
              <a:rPr lang="zh-CN" altLang="en-US" sz="3200" dirty="0">
                <a:solidFill>
                  <a:srgbClr val="E7E6E6">
                    <a:lumMod val="1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桶操作隐患</a:t>
            </a:r>
            <a:r>
              <a:rPr lang="zh-CN" altLang="en-US" sz="3200" dirty="0" smtClean="0">
                <a:solidFill>
                  <a:srgbClr val="E7E6E6">
                    <a:lumMod val="1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记录。隐患未被从根本上整改解决。</a:t>
            </a:r>
            <a:endParaRPr lang="zh-CN" altLang="en-US" sz="3200" dirty="0">
              <a:solidFill>
                <a:srgbClr val="E7E6E6">
                  <a:lumMod val="10000"/>
                </a:srgb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0" name="文本框 89">
            <a:extLst>
              <a:ext uri="{FF2B5EF4-FFF2-40B4-BE49-F238E27FC236}">
                <a16:creationId xmlns:a16="http://schemas.microsoft.com/office/drawing/2014/main" id="{F629D361-6FFD-474A-6142-15B42A6C7DF6}"/>
              </a:ext>
            </a:extLst>
          </p:cNvPr>
          <p:cNvSpPr txBox="1"/>
          <p:nvPr/>
        </p:nvSpPr>
        <p:spPr>
          <a:xfrm>
            <a:off x="496337" y="2220185"/>
            <a:ext cx="9379183" cy="4150135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rgbClr val="2F528F"/>
            </a:solidFill>
            <a:prstDash val="dash"/>
          </a:ln>
        </p:spPr>
        <p:txBody>
          <a:bodyPr wrap="square" anchor="ctr">
            <a:noAutofit/>
          </a:bodyPr>
          <a:lstStyle/>
          <a:p>
            <a:pPr defTabSz="1828778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3200" b="1" dirty="0" smtClean="0">
                <a:solidFill>
                  <a:srgbClr val="E7E6E6">
                    <a:lumMod val="1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Xxx</a:t>
            </a:r>
          </a:p>
          <a:p>
            <a:pPr defTabSz="1828778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3200" b="1" dirty="0" smtClean="0">
                <a:solidFill>
                  <a:srgbClr val="E7E6E6">
                    <a:lumMod val="1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厂区：</a:t>
            </a:r>
            <a:r>
              <a:rPr lang="en-US" altLang="zh-CN" sz="3200" dirty="0">
                <a:solidFill>
                  <a:srgbClr val="E7E6E6">
                    <a:lumMod val="1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xxx</a:t>
            </a:r>
            <a:r>
              <a:rPr lang="en-US" altLang="zh-CN" sz="3200" dirty="0" smtClean="0">
                <a:solidFill>
                  <a:srgbClr val="E7E6E6">
                    <a:lumMod val="1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</a:t>
            </a:r>
            <a:endParaRPr lang="en-US" altLang="zh-CN" sz="3200" dirty="0">
              <a:solidFill>
                <a:srgbClr val="E7E6E6">
                  <a:lumMod val="10000"/>
                </a:srgb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defTabSz="1828778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3200" b="1" dirty="0">
                <a:solidFill>
                  <a:srgbClr val="E7E6E6">
                    <a:lumMod val="1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级别：</a:t>
            </a:r>
            <a:r>
              <a:rPr lang="zh-CN" altLang="en-US" sz="3200" dirty="0">
                <a:solidFill>
                  <a:srgbClr val="E7E6E6">
                    <a:lumMod val="1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二</a:t>
            </a:r>
            <a:r>
              <a:rPr lang="zh-CN" altLang="en-US" sz="3200" dirty="0" smtClean="0">
                <a:solidFill>
                  <a:srgbClr val="E7E6E6">
                    <a:lumMod val="1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级</a:t>
            </a:r>
            <a:endParaRPr lang="en-US" altLang="zh-CN" sz="3200" dirty="0" smtClean="0">
              <a:solidFill>
                <a:srgbClr val="E7E6E6">
                  <a:lumMod val="10000"/>
                </a:srgb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defTabSz="1828778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3200" b="1" dirty="0" smtClean="0">
                <a:solidFill>
                  <a:srgbClr val="E7E6E6">
                    <a:lumMod val="1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事故</a:t>
            </a:r>
            <a:r>
              <a:rPr lang="zh-CN" altLang="en-US" sz="3200" b="1" dirty="0">
                <a:solidFill>
                  <a:srgbClr val="E7E6E6">
                    <a:lumMod val="1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简介：</a:t>
            </a:r>
            <a:r>
              <a:rPr lang="zh-CN" altLang="en-US" sz="3200" dirty="0">
                <a:solidFill>
                  <a:srgbClr val="E7E6E6">
                    <a:lumMod val="1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厂区</a:t>
            </a:r>
            <a:r>
              <a:rPr lang="en-US" altLang="zh-CN" sz="3200" dirty="0">
                <a:solidFill>
                  <a:srgbClr val="E7E6E6">
                    <a:lumMod val="1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en-US" sz="3200" dirty="0">
                <a:solidFill>
                  <a:srgbClr val="E7E6E6">
                    <a:lumMod val="1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号楼</a:t>
            </a:r>
            <a:r>
              <a:rPr lang="en-US" altLang="zh-CN" sz="3200" dirty="0">
                <a:solidFill>
                  <a:srgbClr val="E7E6E6">
                    <a:lumMod val="1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3200" dirty="0">
                <a:solidFill>
                  <a:srgbClr val="E7E6E6">
                    <a:lumMod val="1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层</a:t>
            </a:r>
            <a:r>
              <a:rPr lang="en-US" altLang="zh-CN" sz="3200" dirty="0">
                <a:solidFill>
                  <a:srgbClr val="E7E6E6">
                    <a:lumMod val="1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303</a:t>
            </a:r>
            <a:r>
              <a:rPr lang="zh-CN" altLang="en-US" sz="3200" dirty="0" smtClean="0">
                <a:solidFill>
                  <a:srgbClr val="E7E6E6">
                    <a:lumMod val="1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房间</a:t>
            </a:r>
            <a:endParaRPr lang="en-US" altLang="zh-CN" sz="3200" dirty="0" smtClean="0">
              <a:solidFill>
                <a:srgbClr val="E7E6E6">
                  <a:lumMod val="10000"/>
                </a:srgb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defTabSz="1828778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3200">
                <a:solidFill>
                  <a:srgbClr val="E7E6E6">
                    <a:lumMod val="1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3200" smtClean="0">
                <a:solidFill>
                  <a:srgbClr val="E7E6E6">
                    <a:lumMod val="1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        </a:t>
            </a:r>
            <a:r>
              <a:rPr lang="en-US" altLang="zh-CN" sz="3200" smtClean="0">
                <a:solidFill>
                  <a:srgbClr val="E7E6E6">
                    <a:lumMod val="1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xxx</a:t>
            </a:r>
            <a:endParaRPr lang="en-US" altLang="zh-CN" sz="3200" dirty="0">
              <a:solidFill>
                <a:srgbClr val="E7E6E6">
                  <a:lumMod val="10000"/>
                </a:srgb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369090942"/>
      </p:ext>
    </p:extLst>
  </p:cSld>
  <p:clrMapOvr>
    <a:masterClrMapping/>
  </p:clrMapOvr>
  <p:transition spd="slow">
    <p:push dir="u"/>
  </p:transition>
</p:sld>
</file>

<file path=ppt/theme/theme1.xml><?xml version="1.0" encoding="utf-8"?>
<a:theme xmlns:a="http://schemas.openxmlformats.org/drawingml/2006/main" name="webwppDef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2_White">
  <a:themeElements>
    <a:clrScheme name="自定义 4">
      <a:dk1>
        <a:srgbClr val="003669"/>
      </a:dk1>
      <a:lt1>
        <a:srgbClr val="FFFFFF"/>
      </a:lt1>
      <a:dk2>
        <a:srgbClr val="3263A7"/>
      </a:dk2>
      <a:lt2>
        <a:srgbClr val="E7E6E6"/>
      </a:lt2>
      <a:accent1>
        <a:srgbClr val="4472C4"/>
      </a:accent1>
      <a:accent2>
        <a:srgbClr val="E5B620"/>
      </a:accent2>
      <a:accent3>
        <a:srgbClr val="2649AB"/>
      </a:accent3>
      <a:accent4>
        <a:srgbClr val="FFC000"/>
      </a:accent4>
      <a:accent5>
        <a:srgbClr val="5B9BD5"/>
      </a:accent5>
      <a:accent6>
        <a:srgbClr val="2AA9DB"/>
      </a:accent6>
      <a:hlink>
        <a:srgbClr val="0563C1"/>
      </a:hlink>
      <a:folHlink>
        <a:srgbClr val="954F72"/>
      </a:folHlink>
    </a:clrScheme>
    <a:fontScheme name="Arial Black-Arial">
      <a:majorFont>
        <a:latin typeface="Arial Black" panose="020B0A04020102020204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White">
  <a:themeElements>
    <a:clrScheme name="Whit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0077BF"/>
      </a:accent1>
      <a:accent2>
        <a:srgbClr val="D0CDD0"/>
      </a:accent2>
      <a:accent3>
        <a:srgbClr val="BDBEBD"/>
      </a:accent3>
      <a:accent4>
        <a:srgbClr val="ACAAAD"/>
      </a:accent4>
      <a:accent5>
        <a:srgbClr val="9B999C"/>
      </a:accent5>
      <a:accent6>
        <a:srgbClr val="545554"/>
      </a:accent6>
      <a:hlink>
        <a:srgbClr val="0000FF"/>
      </a:hlink>
      <a:folHlink>
        <a:srgbClr val="FF00FF"/>
      </a:folHlink>
    </a:clrScheme>
    <a:fontScheme name="White">
      <a:majorFont>
        <a:latin typeface="Helvetica"/>
        <a:ea typeface="Helvetica"/>
        <a:cs typeface="Helvetica"/>
      </a:majorFont>
      <a:minorFont>
        <a:latin typeface="Helvetica Neue"/>
        <a:ea typeface="Helvetica Neue"/>
        <a:cs typeface="Helvetica Neue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5">
            <a:alpha val="60000"/>
          </a:schemeClr>
        </a:solidFill>
        <a:ln w="12700" cap="flat">
          <a:noFill/>
          <a:miter lim="400000"/>
        </a:ln>
      </a:spPr>
      <a:bodyPr rot="0" spcFirstLastPara="1" vertOverflow="overflow" horzOverflow="overflow" vert="horz" wrap="square" lIns="38100" tIns="38100" rIns="38100" bIns="3810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32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Helvetica Light"/>
            <a:ea typeface="Helvetica Light"/>
            <a:cs typeface="Helvetica Light"/>
            <a:sym typeface="Helvetica Ligh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2000" b="0" i="0" u="none" strike="noStrike" cap="none" spc="0" normalizeH="0" baseline="0">
            <a:ln>
              <a:noFill/>
            </a:ln>
            <a:solidFill>
              <a:srgbClr val="252D30"/>
            </a:solidFill>
            <a:effectLst/>
            <a:uFillTx/>
            <a:latin typeface="Arial" panose="020B0604020202020204"/>
            <a:ea typeface="Arial" panose="020B0604020202020204"/>
            <a:cs typeface="Arial" panose="020B0604020202020204"/>
            <a:sym typeface="Arial" panose="020B0604020202020204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351</TotalTime>
  <Words>122</Words>
  <Application>Microsoft Office PowerPoint</Application>
  <PresentationFormat>自定义</PresentationFormat>
  <Paragraphs>16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</vt:i4>
      </vt:variant>
    </vt:vector>
  </HeadingPairs>
  <TitlesOfParts>
    <vt:vector size="10" baseType="lpstr">
      <vt:lpstr>Helvetica Neue</vt:lpstr>
      <vt:lpstr>黑体</vt:lpstr>
      <vt:lpstr>思源宋体 CN Medium</vt:lpstr>
      <vt:lpstr>宋体</vt:lpstr>
      <vt:lpstr>微软雅黑</vt:lpstr>
      <vt:lpstr>Arial</vt:lpstr>
      <vt:lpstr>Arial Black</vt:lpstr>
      <vt:lpstr>webwppDefTheme</vt:lpstr>
      <vt:lpstr>2_White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</dc:title>
  <dc:creator>老必</dc:creator>
  <cp:lastModifiedBy>Liang Wang</cp:lastModifiedBy>
  <cp:revision>54</cp:revision>
  <dcterms:created xsi:type="dcterms:W3CDTF">2026-07-23T10:31:40Z</dcterms:created>
  <dcterms:modified xsi:type="dcterms:W3CDTF">2026-07-30T01:09:35Z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2052-0.0.0.0</vt:lpwstr>
  </property>
  <property fmtid="{D5CDD505-2E9C-101B-9397-08002B2CF9AE}" pid="3" name="ICV">
    <vt:lpwstr>079963312D2240389AD908715C6431E1</vt:lpwstr>
  </property>
</Properties>
</file>