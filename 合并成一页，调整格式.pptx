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1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12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15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theme/theme16.xml" ContentType="application/vnd.openxmlformats-officedocument.theme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theme/theme17.xml" ContentType="application/vnd.openxmlformats-officedocument.theme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18.xml" ContentType="application/vnd.openxmlformats-officedocument.theme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9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theme/theme20.xml" ContentType="application/vnd.openxmlformats-officedocument.theme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theme/theme21.xml" ContentType="application/vnd.openxmlformats-officedocument.theme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22.xml" ContentType="application/vnd.openxmlformats-officedocument.theme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theme/theme23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24.xml" ContentType="application/vnd.openxmlformats-officedocument.theme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theme/theme25.xml" ContentType="application/vnd.openxmlformats-officedocument.theme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26.xml" ContentType="application/vnd.openxmlformats-officedocument.theme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27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theme/theme28.xml" ContentType="application/vnd.openxmlformats-officedocument.theme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29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theme/theme30.xml" ContentType="application/vnd.openxmlformats-officedocument.theme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31.xml" ContentType="application/vnd.openxmlformats-officedocument.theme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theme/theme32.xml" ContentType="application/vnd.openxmlformats-officedocument.theme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theme/theme33.xml" ContentType="application/vnd.openxmlformats-officedocument.theme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theme/theme34.xml" ContentType="application/vnd.openxmlformats-officedocument.theme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theme/theme35.xml" ContentType="application/vnd.openxmlformats-officedocument.theme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theme/theme36.xml" ContentType="application/vnd.openxmlformats-officedocument.theme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theme/theme37.xml" ContentType="application/vnd.openxmlformats-officedocument.theme+xml"/>
  <Override PartName="/ppt/theme/theme38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713" r:id="rId1"/>
    <p:sldMasterId id="2147483725" r:id="rId2"/>
    <p:sldMasterId id="2147483737" r:id="rId3"/>
    <p:sldMasterId id="2147483748" r:id="rId4"/>
    <p:sldMasterId id="2147483760" r:id="rId5"/>
    <p:sldMasterId id="2147483773" r:id="rId6"/>
    <p:sldMasterId id="2147483838" r:id="rId7"/>
    <p:sldMasterId id="2147483849" r:id="rId8"/>
    <p:sldMasterId id="2147483860" r:id="rId9"/>
    <p:sldMasterId id="2147483872" r:id="rId10"/>
    <p:sldMasterId id="2147483898" r:id="rId11"/>
    <p:sldMasterId id="2147484025" r:id="rId12"/>
    <p:sldMasterId id="2147484057" r:id="rId13"/>
    <p:sldMasterId id="2147484095" r:id="rId14"/>
    <p:sldMasterId id="2147484107" r:id="rId15"/>
    <p:sldMasterId id="2147484118" r:id="rId16"/>
    <p:sldMasterId id="2147484173" r:id="rId17"/>
    <p:sldMasterId id="2147484220" r:id="rId18"/>
    <p:sldMasterId id="2147484506" r:id="rId19"/>
    <p:sldMasterId id="2147484518" r:id="rId20"/>
    <p:sldMasterId id="2147484531" r:id="rId21"/>
    <p:sldMasterId id="2147484543" r:id="rId22"/>
    <p:sldMasterId id="2147484570" r:id="rId23"/>
    <p:sldMasterId id="2147484581" r:id="rId24"/>
    <p:sldMasterId id="2147484605" r:id="rId25"/>
    <p:sldMasterId id="2147484617" r:id="rId26"/>
    <p:sldMasterId id="2147484628" r:id="rId27"/>
    <p:sldMasterId id="2147484639" r:id="rId28"/>
    <p:sldMasterId id="2147484651" r:id="rId29"/>
    <p:sldMasterId id="2147484688" r:id="rId30"/>
    <p:sldMasterId id="2147484694" r:id="rId31"/>
    <p:sldMasterId id="2147484705" r:id="rId32"/>
    <p:sldMasterId id="2147484716" r:id="rId33"/>
    <p:sldMasterId id="2147484810" r:id="rId34"/>
    <p:sldMasterId id="2147484848" r:id="rId35"/>
    <p:sldMasterId id="2147485320" r:id="rId36"/>
    <p:sldMasterId id="2147485333" r:id="rId37"/>
  </p:sldMasterIdLst>
  <p:notesMasterIdLst>
    <p:notesMasterId r:id="rId40"/>
  </p:notesMasterIdLst>
  <p:sldIdLst>
    <p:sldId id="3523" r:id="rId38"/>
    <p:sldId id="3597" r:id="rId39"/>
  </p:sldIdLst>
  <p:sldSz cx="9144000" cy="5143500" type="screen16x9"/>
  <p:notesSz cx="6858000" cy="9144000"/>
  <p:defaultTextStyle>
    <a:defPPr>
      <a:defRPr lang="en-US"/>
    </a:defPPr>
    <a:lvl1pPr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E986B130-2AFF-4B6C-ACE2-764B932D0865}">
          <p14:sldIdLst>
            <p14:sldId id="3523"/>
            <p14:sldId id="3597"/>
          </p14:sldIdLst>
        </p14:section>
      </p14:sectionLst>
    </p:ext>
    <p:ext uri="{EFAFB233-063F-42B5-8137-9DF3F51BA10A}">
      <p15:sldGuideLst xmlns:p15="http://schemas.microsoft.com/office/powerpoint/2012/main">
        <p15:guide id="1" pos="5610" userDrawn="1">
          <p15:clr>
            <a:srgbClr val="A4A3A4"/>
          </p15:clr>
        </p15:guide>
        <p15:guide id="2" orient="horz" pos="3023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4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4" name="Mengxuan Li" initials="ML" lastIdx="35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23E3E"/>
    <a:srgbClr val="D9FC04"/>
    <a:srgbClr val="B64AB1"/>
    <a:srgbClr val="E67A4A"/>
    <a:srgbClr val="1B2764"/>
    <a:srgbClr val="1B2662"/>
    <a:srgbClr val="1D2D68"/>
    <a:srgbClr val="1C2A68"/>
    <a:srgbClr val="1A2560"/>
    <a:srgbClr val="191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4587" autoAdjust="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pos="5610"/>
        <p:guide orient="horz" pos="3023"/>
        <p:guide orient="horz" pos="259"/>
        <p:guide orient="horz" pos="14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2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1.xml"/><Relationship Id="rId20" Type="http://schemas.openxmlformats.org/officeDocument/2006/relationships/slideMaster" Target="slideMasters/slideMaster20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606" indent="-107156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473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8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0.xml"/></Relationships>
</file>

<file path=ppt/slideLayouts/_rels/slideLayout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0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0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2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3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4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4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5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5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6.xml"/><Relationship Id="rId4" Type="http://schemas.openxmlformats.org/officeDocument/2006/relationships/image" Target="../media/image8.png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6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6.xml"/></Relationships>
</file>

<file path=ppt/slideLayouts/_rels/slideLayout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6.xml"/></Relationships>
</file>

<file path=ppt/slideLayouts/_rels/slideLayout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6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7.xml"/><Relationship Id="rId4" Type="http://schemas.openxmlformats.org/officeDocument/2006/relationships/image" Target="../media/image8.png"/></Relationships>
</file>

<file path=ppt/slideLayouts/_rels/slideLayout3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7.xml"/></Relationships>
</file>

<file path=ppt/slideLayouts/_rels/slideLayout3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7.xml"/></Relationships>
</file>

<file path=ppt/slideLayouts/_rels/slideLayout3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7.xml"/></Relationships>
</file>

<file path=ppt/slideLayouts/_rels/slideLayout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58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6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911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12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2859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8800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2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0901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9288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15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7796896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076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098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279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27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83167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33701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0800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798860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53725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478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45919539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16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706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90086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901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086866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60339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87440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6570830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0149435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3441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356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677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5374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7201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442623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76930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63116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6260511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855524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984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682995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9942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7178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74501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3986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77723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085986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91919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5987989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901441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591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0351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85157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3827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0085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347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756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9654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6987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7751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78067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71473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48355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97976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242232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049218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098260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6789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737141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862993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185787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829701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184942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52402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540806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251479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162868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02514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74147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957094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526501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583504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23694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302124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828888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91000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105866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283564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77834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54111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48848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07497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3701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78755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40186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9364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3148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2136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45696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44513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5121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64787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614366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89571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64414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72087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83622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23920814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2680613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319799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3301025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703020204020201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7230990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2816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63110236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6757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94211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8439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1787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8483879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624017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453531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86853822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2048240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12822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sym typeface="Arial" panose="020B0604020202020204" pitchFamily="34" charset="0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66669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4680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25455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66645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16822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673102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556036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8594960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09659504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8472291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63638560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681301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0771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821679"/>
      </p:ext>
    </p:extLst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2865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6628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9125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27221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09661641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89316886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429583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27365286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3280270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28603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01731770"/>
      </p:ext>
    </p:extLst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44450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25778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37884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66856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9034691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712638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662594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0807332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7525968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92615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95802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0448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686744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66062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86897474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63834387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9129616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9548726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6524248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00026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520882"/>
      </p:ext>
    </p:extLst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7410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2070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27559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33706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441827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7301696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2691498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75047406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06295835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90977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11738"/>
      </p:ext>
    </p:extLst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98236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626432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726652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13822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428032590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4469448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50491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51820649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11175712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7575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8511871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875694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17478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46343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15046831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02623655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268404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71286222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9843469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88434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pPr eaLnBrk="1" hangingPunct="1">
                <a:defRPr/>
              </a:pPr>
              <a:t>‹#›</a:t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78218"/>
      </p:ext>
    </p:extLst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359340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14654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08671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58579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2433204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4421300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387102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55852946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4534837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07163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0649"/>
      </p:ext>
    </p:extLst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651885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810716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21730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67840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4723813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14874468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004766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39200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3862621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7757985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38563"/>
      </p:ext>
    </p:extLst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421675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8529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0272916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403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605292842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97120955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640123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69134094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714813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308254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59695"/>
      </p:ext>
    </p:extLst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107244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324515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00156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24986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142450071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95442587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2619751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283721348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60592141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46066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52849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433086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337984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4515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36509473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228327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1334645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91836102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77987004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763359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62694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126683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747292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83685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4212648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542411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95732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15821270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3055499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336482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pPr eaLnBrk="1" hangingPunct="1">
                <a:defRPr/>
              </a:pPr>
              <a:t>‹#›</a:t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09044"/>
      </p:ext>
    </p:extLst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979797"/>
      </p:ext>
    </p:extLst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14973"/>
      </p:ext>
    </p:extLst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47449"/>
      </p:ext>
    </p:extLst>
  </p:cSld>
  <p:clrMapOvr>
    <a:masterClrMapping/>
  </p:clrMapOvr>
  <p:transition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22076"/>
      </p:ext>
    </p:extLst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809234"/>
      </p:ext>
    </p:extLst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734961"/>
      </p:ext>
    </p:extLst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505980"/>
      </p:ext>
    </p:extLst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582477"/>
      </p:ext>
    </p:extLst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683668"/>
      </p:ext>
    </p:extLst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98375"/>
      </p:ext>
    </p:extLst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12730"/>
      </p:ext>
    </p:extLst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423576"/>
      </p:ext>
    </p:extLst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714110"/>
      </p:ext>
    </p:extLst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045061"/>
      </p:ext>
    </p:extLst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0781"/>
      </p:ext>
    </p:extLst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030251"/>
      </p:ext>
    </p:extLst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97984"/>
      </p:ext>
    </p:extLst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631573"/>
      </p:ext>
    </p:extLst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59"/>
            <a:ext cx="1900833" cy="7784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1" dirty="0">
                <a:solidFill>
                  <a:schemeClr val="bg1"/>
                </a:solidFill>
                <a:latin typeface="微软雅黑" panose="020B0703020204020201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lang="zh-CN" altLang="en-US" sz="281" dirty="0">
                <a:solidFill>
                  <a:schemeClr val="bg1"/>
                </a:solidFill>
                <a:latin typeface="微软雅黑" panose="020B0703020204020201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2A93B75A-B628-4B58-A0E2-AF8B7C034669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54058"/>
      </p:ext>
    </p:extLst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28193"/>
      </p:ext>
    </p:extLst>
  </p:cSld>
  <p:clrMapOvr>
    <a:masterClrMapping/>
  </p:clrMapOvr>
  <p:transition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490296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620730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676999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335292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941803719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228545105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5982322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12447679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47579866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284594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 bwMode="auto"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1926" y="599307"/>
            <a:ext cx="2151953" cy="42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74922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2584708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729214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1992674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934565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614453191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68502892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5431827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12110616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60637660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377260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71464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76158321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sym typeface="Arial" panose="020B0604020202020204" pitchFamily="34" charset="0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0422834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219609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3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81708770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3920885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76293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274071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490652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588241761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5638272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1818004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23091790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55431103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7091349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360595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186840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7075796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972092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66441479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987290478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3119351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368163945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49287416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11744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55622"/>
      </p:ext>
    </p:extLst>
  </p:cSld>
  <p:clrMapOvr>
    <a:masterClrMapping/>
  </p:clrMapOvr>
  <p:transition spd="slow">
    <p:push/>
  </p:transition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288211"/>
      </p:ext>
    </p:extLst>
  </p:cSld>
  <p:clrMapOvr>
    <a:masterClrMapping/>
  </p:clrMapOvr>
  <p:transition spd="slow">
    <p:push/>
  </p:transition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815443"/>
      </p:ext>
    </p:extLst>
  </p:cSld>
  <p:clrMapOvr>
    <a:masterClrMapping/>
  </p:clrMapOvr>
  <p:transition spd="slow">
    <p:push/>
  </p:transition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32095"/>
      </p:ext>
    </p:extLst>
  </p:cSld>
  <p:clrMapOvr>
    <a:masterClrMapping/>
  </p:clrMapOvr>
  <p:transition spd="slow">
    <p:push/>
  </p:transition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59455583"/>
      </p:ext>
    </p:extLst>
  </p:cSld>
  <p:clrMapOvr>
    <a:masterClrMapping/>
  </p:clrMapOvr>
  <p:transition spd="slow">
    <p:push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84011972"/>
      </p:ext>
    </p:extLst>
  </p:cSld>
  <p:clrMapOvr>
    <a:masterClrMapping/>
  </p:clrMapOvr>
  <p:transition spd="slow">
    <p:push/>
  </p:transition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4692907"/>
      </p:ext>
    </p:extLst>
  </p:cSld>
  <p:clrMapOvr>
    <a:masterClrMapping/>
  </p:clrMapOvr>
  <p:transition spd="slow">
    <p:push/>
  </p:transition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94053634"/>
      </p:ext>
    </p:extLst>
  </p:cSld>
  <p:clrMapOvr>
    <a:masterClrMapping/>
  </p:clrMapOvr>
  <p:transition spd="slow">
    <p:push/>
  </p:transition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7911696"/>
      </p:ext>
    </p:extLst>
  </p:cSld>
  <p:clrMapOvr>
    <a:masterClrMapping/>
  </p:clrMapOvr>
  <p:transition spd="slow">
    <p:push/>
  </p:transition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489007"/>
      </p:ext>
    </p:extLst>
  </p:cSld>
  <p:clrMapOvr>
    <a:masterClrMapping/>
  </p:clrMapOvr>
  <p:transition spd="slow">
    <p:push/>
  </p:transition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755797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8287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843281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476435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5880101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80453305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529651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93704667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55652387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284260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2620089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20708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10674"/>
      </p:ext>
    </p:extLst>
  </p:cSld>
  <p:clrMapOvr>
    <a:masterClrMapping/>
  </p:clrMapOvr>
  <p:transition spd="med"/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620861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322833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1251927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68" indent="-257168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177165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4219184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36130539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7997889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86083425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9555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defTabSz="309555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3756289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35209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3" y="228125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673891"/>
      </p:ext>
    </p:extLst>
  </p:cSld>
  <p:clrMapOvr>
    <a:masterClrMapping/>
  </p:clrMapOvr>
  <p:transition spd="med"/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509098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08899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540501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540252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43825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631963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84366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5" y="427858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3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09622"/>
      </p:ext>
    </p:extLst>
  </p:cSld>
  <p:clrMapOvr>
    <a:masterClrMapping/>
  </p:clrMapOvr>
  <p:transition spd="med"/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1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4562317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0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61568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56004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98342551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1688301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056661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951536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365313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747945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908597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578077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573063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01015"/>
      </p:ext>
    </p:extLst>
  </p:cSld>
  <p:clrMapOvr>
    <a:masterClrMapping/>
  </p:clrMapOvr>
  <p:transition spd="med"/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1873906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41069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62472713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0862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theme" Target="../theme/theme15.xml"/><Relationship Id="rId5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8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9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4.xml"/><Relationship Id="rId1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8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5.xml"/><Relationship Id="rId1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9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92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200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202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207.xml"/><Relationship Id="rId7" Type="http://schemas.openxmlformats.org/officeDocument/2006/relationships/slideLayout" Target="../slideLayouts/slideLayout211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18.xml"/><Relationship Id="rId7" Type="http://schemas.openxmlformats.org/officeDocument/2006/relationships/slideLayout" Target="../slideLayouts/slideLayout222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17.xml"/><Relationship Id="rId1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19.xml"/><Relationship Id="rId9" Type="http://schemas.openxmlformats.org/officeDocument/2006/relationships/slideLayout" Target="../slideLayouts/slideLayout22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33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28.xml"/><Relationship Id="rId1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0.xml"/><Relationship Id="rId9" Type="http://schemas.openxmlformats.org/officeDocument/2006/relationships/slideLayout" Target="../slideLayouts/slideLayout235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5.xml"/><Relationship Id="rId3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44.xml"/><Relationship Id="rId2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43.xml"/><Relationship Id="rId11" Type="http://schemas.openxmlformats.org/officeDocument/2006/relationships/theme" Target="../theme/theme23.xml"/><Relationship Id="rId5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1.xml"/><Relationship Id="rId9" Type="http://schemas.openxmlformats.org/officeDocument/2006/relationships/slideLayout" Target="../slideLayouts/slideLayout24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theme" Target="../theme/theme24.xml"/><Relationship Id="rId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64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59.xml"/><Relationship Id="rId1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8.xml"/><Relationship Id="rId5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7.xml"/><Relationship Id="rId4" Type="http://schemas.openxmlformats.org/officeDocument/2006/relationships/slideLayout" Target="../slideLayouts/slideLayout261.xml"/><Relationship Id="rId9" Type="http://schemas.openxmlformats.org/officeDocument/2006/relationships/slideLayout" Target="../slideLayouts/slideLayout266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6.xml"/><Relationship Id="rId3" Type="http://schemas.openxmlformats.org/officeDocument/2006/relationships/slideLayout" Target="../slideLayouts/slideLayout271.xml"/><Relationship Id="rId7" Type="http://schemas.openxmlformats.org/officeDocument/2006/relationships/slideLayout" Target="../slideLayouts/slideLayout275.xml"/><Relationship Id="rId2" Type="http://schemas.openxmlformats.org/officeDocument/2006/relationships/slideLayout" Target="../slideLayouts/slideLayout270.xml"/><Relationship Id="rId1" Type="http://schemas.openxmlformats.org/officeDocument/2006/relationships/slideLayout" Target="../slideLayouts/slideLayout269.xml"/><Relationship Id="rId6" Type="http://schemas.openxmlformats.org/officeDocument/2006/relationships/slideLayout" Target="../slideLayouts/slideLayout274.xml"/><Relationship Id="rId11" Type="http://schemas.openxmlformats.org/officeDocument/2006/relationships/theme" Target="../theme/theme26.xml"/><Relationship Id="rId5" Type="http://schemas.openxmlformats.org/officeDocument/2006/relationships/slideLayout" Target="../slideLayouts/slideLayout273.xml"/><Relationship Id="rId10" Type="http://schemas.openxmlformats.org/officeDocument/2006/relationships/slideLayout" Target="../slideLayouts/slideLayout278.xml"/><Relationship Id="rId4" Type="http://schemas.openxmlformats.org/officeDocument/2006/relationships/slideLayout" Target="../slideLayouts/slideLayout272.xml"/><Relationship Id="rId9" Type="http://schemas.openxmlformats.org/officeDocument/2006/relationships/slideLayout" Target="../slideLayouts/slideLayout277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6.xml"/><Relationship Id="rId3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5.xml"/><Relationship Id="rId2" Type="http://schemas.openxmlformats.org/officeDocument/2006/relationships/slideLayout" Target="../slideLayouts/slideLayout280.xml"/><Relationship Id="rId1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84.xml"/><Relationship Id="rId11" Type="http://schemas.openxmlformats.org/officeDocument/2006/relationships/theme" Target="../theme/theme27.xml"/><Relationship Id="rId5" Type="http://schemas.openxmlformats.org/officeDocument/2006/relationships/slideLayout" Target="../slideLayouts/slideLayout283.xml"/><Relationship Id="rId10" Type="http://schemas.openxmlformats.org/officeDocument/2006/relationships/slideLayout" Target="../slideLayouts/slideLayout288.xml"/><Relationship Id="rId4" Type="http://schemas.openxmlformats.org/officeDocument/2006/relationships/slideLayout" Target="../slideLayouts/slideLayout282.xml"/><Relationship Id="rId9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0" Type="http://schemas.openxmlformats.org/officeDocument/2006/relationships/slideLayout" Target="../slideLayouts/slideLayout298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7.xml"/><Relationship Id="rId3" Type="http://schemas.openxmlformats.org/officeDocument/2006/relationships/slideLayout" Target="../slideLayouts/slideLayout302.xml"/><Relationship Id="rId7" Type="http://schemas.openxmlformats.org/officeDocument/2006/relationships/slideLayout" Target="../slideLayouts/slideLayout306.xml"/><Relationship Id="rId2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300.xml"/><Relationship Id="rId6" Type="http://schemas.openxmlformats.org/officeDocument/2006/relationships/slideLayout" Target="../slideLayouts/slideLayout305.xml"/><Relationship Id="rId11" Type="http://schemas.openxmlformats.org/officeDocument/2006/relationships/theme" Target="../theme/theme29.xml"/><Relationship Id="rId5" Type="http://schemas.openxmlformats.org/officeDocument/2006/relationships/slideLayout" Target="../slideLayouts/slideLayout304.xml"/><Relationship Id="rId10" Type="http://schemas.openxmlformats.org/officeDocument/2006/relationships/slideLayout" Target="../slideLayouts/slideLayout309.xml"/><Relationship Id="rId4" Type="http://schemas.openxmlformats.org/officeDocument/2006/relationships/slideLayout" Target="../slideLayouts/slideLayout303.xml"/><Relationship Id="rId9" Type="http://schemas.openxmlformats.org/officeDocument/2006/relationships/slideLayout" Target="../slideLayouts/slideLayout308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1.xml"/><Relationship Id="rId1" Type="http://schemas.openxmlformats.org/officeDocument/2006/relationships/slideLayout" Target="../slideLayouts/slideLayout310.xml"/><Relationship Id="rId6" Type="http://schemas.openxmlformats.org/officeDocument/2006/relationships/theme" Target="../theme/theme30.xml"/><Relationship Id="rId5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3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2.xml"/><Relationship Id="rId3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21.xml"/><Relationship Id="rId2" Type="http://schemas.openxmlformats.org/officeDocument/2006/relationships/slideLayout" Target="../slideLayouts/slideLayout316.xml"/><Relationship Id="rId1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20.xml"/><Relationship Id="rId11" Type="http://schemas.openxmlformats.org/officeDocument/2006/relationships/theme" Target="../theme/theme31.xml"/><Relationship Id="rId5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18.xml"/><Relationship Id="rId9" Type="http://schemas.openxmlformats.org/officeDocument/2006/relationships/slideLayout" Target="../slideLayouts/slideLayout323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2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theme" Target="../theme/theme32.xml"/><Relationship Id="rId5" Type="http://schemas.openxmlformats.org/officeDocument/2006/relationships/slideLayout" Target="../slideLayouts/slideLayout329.xml"/><Relationship Id="rId10" Type="http://schemas.openxmlformats.org/officeDocument/2006/relationships/slideLayout" Target="../slideLayouts/slideLayout334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2.xml"/><Relationship Id="rId3" Type="http://schemas.openxmlformats.org/officeDocument/2006/relationships/slideLayout" Target="../slideLayouts/slideLayout337.xml"/><Relationship Id="rId7" Type="http://schemas.openxmlformats.org/officeDocument/2006/relationships/slideLayout" Target="../slideLayouts/slideLayout341.xml"/><Relationship Id="rId2" Type="http://schemas.openxmlformats.org/officeDocument/2006/relationships/slideLayout" Target="../slideLayouts/slideLayout336.xml"/><Relationship Id="rId1" Type="http://schemas.openxmlformats.org/officeDocument/2006/relationships/slideLayout" Target="../slideLayouts/slideLayout335.xml"/><Relationship Id="rId6" Type="http://schemas.openxmlformats.org/officeDocument/2006/relationships/slideLayout" Target="../slideLayouts/slideLayout340.xml"/><Relationship Id="rId11" Type="http://schemas.openxmlformats.org/officeDocument/2006/relationships/theme" Target="../theme/theme33.xml"/><Relationship Id="rId5" Type="http://schemas.openxmlformats.org/officeDocument/2006/relationships/slideLayout" Target="../slideLayouts/slideLayout339.xml"/><Relationship Id="rId10" Type="http://schemas.openxmlformats.org/officeDocument/2006/relationships/slideLayout" Target="../slideLayouts/slideLayout344.xml"/><Relationship Id="rId4" Type="http://schemas.openxmlformats.org/officeDocument/2006/relationships/slideLayout" Target="../slideLayouts/slideLayout338.xml"/><Relationship Id="rId9" Type="http://schemas.openxmlformats.org/officeDocument/2006/relationships/slideLayout" Target="../slideLayouts/slideLayout343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2.xml"/><Relationship Id="rId3" Type="http://schemas.openxmlformats.org/officeDocument/2006/relationships/slideLayout" Target="../slideLayouts/slideLayout347.xml"/><Relationship Id="rId7" Type="http://schemas.openxmlformats.org/officeDocument/2006/relationships/slideLayout" Target="../slideLayouts/slideLayout351.xml"/><Relationship Id="rId12" Type="http://schemas.openxmlformats.org/officeDocument/2006/relationships/theme" Target="../theme/theme34.xml"/><Relationship Id="rId2" Type="http://schemas.openxmlformats.org/officeDocument/2006/relationships/slideLayout" Target="../slideLayouts/slideLayout346.xml"/><Relationship Id="rId1" Type="http://schemas.openxmlformats.org/officeDocument/2006/relationships/slideLayout" Target="../slideLayouts/slideLayout345.xml"/><Relationship Id="rId6" Type="http://schemas.openxmlformats.org/officeDocument/2006/relationships/slideLayout" Target="../slideLayouts/slideLayout350.xml"/><Relationship Id="rId11" Type="http://schemas.openxmlformats.org/officeDocument/2006/relationships/slideLayout" Target="../slideLayouts/slideLayout355.xml"/><Relationship Id="rId5" Type="http://schemas.openxmlformats.org/officeDocument/2006/relationships/slideLayout" Target="../slideLayouts/slideLayout349.xml"/><Relationship Id="rId10" Type="http://schemas.openxmlformats.org/officeDocument/2006/relationships/slideLayout" Target="../slideLayouts/slideLayout354.xml"/><Relationship Id="rId4" Type="http://schemas.openxmlformats.org/officeDocument/2006/relationships/slideLayout" Target="../slideLayouts/slideLayout348.xml"/><Relationship Id="rId9" Type="http://schemas.openxmlformats.org/officeDocument/2006/relationships/slideLayout" Target="../slideLayouts/slideLayout353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3.xml"/><Relationship Id="rId3" Type="http://schemas.openxmlformats.org/officeDocument/2006/relationships/slideLayout" Target="../slideLayouts/slideLayout358.xml"/><Relationship Id="rId7" Type="http://schemas.openxmlformats.org/officeDocument/2006/relationships/slideLayout" Target="../slideLayouts/slideLayout362.xml"/><Relationship Id="rId12" Type="http://schemas.openxmlformats.org/officeDocument/2006/relationships/theme" Target="../theme/theme35.xml"/><Relationship Id="rId2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56.xml"/><Relationship Id="rId6" Type="http://schemas.openxmlformats.org/officeDocument/2006/relationships/slideLayout" Target="../slideLayouts/slideLayout361.xml"/><Relationship Id="rId11" Type="http://schemas.openxmlformats.org/officeDocument/2006/relationships/slideLayout" Target="../slideLayouts/slideLayout366.xml"/><Relationship Id="rId5" Type="http://schemas.openxmlformats.org/officeDocument/2006/relationships/slideLayout" Target="../slideLayouts/slideLayout360.xml"/><Relationship Id="rId10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359.xml"/><Relationship Id="rId9" Type="http://schemas.openxmlformats.org/officeDocument/2006/relationships/slideLayout" Target="../slideLayouts/slideLayout364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4.xml"/><Relationship Id="rId13" Type="http://schemas.openxmlformats.org/officeDocument/2006/relationships/theme" Target="../theme/theme36.xml"/><Relationship Id="rId3" Type="http://schemas.openxmlformats.org/officeDocument/2006/relationships/slideLayout" Target="../slideLayouts/slideLayout369.xml"/><Relationship Id="rId7" Type="http://schemas.openxmlformats.org/officeDocument/2006/relationships/slideLayout" Target="../slideLayouts/slideLayout373.xml"/><Relationship Id="rId12" Type="http://schemas.openxmlformats.org/officeDocument/2006/relationships/slideLayout" Target="../slideLayouts/slideLayout378.xml"/><Relationship Id="rId2" Type="http://schemas.openxmlformats.org/officeDocument/2006/relationships/slideLayout" Target="../slideLayouts/slideLayout368.xml"/><Relationship Id="rId1" Type="http://schemas.openxmlformats.org/officeDocument/2006/relationships/slideLayout" Target="../slideLayouts/slideLayout367.xml"/><Relationship Id="rId6" Type="http://schemas.openxmlformats.org/officeDocument/2006/relationships/slideLayout" Target="../slideLayouts/slideLayout372.xml"/><Relationship Id="rId11" Type="http://schemas.openxmlformats.org/officeDocument/2006/relationships/slideLayout" Target="../slideLayouts/slideLayout377.xml"/><Relationship Id="rId5" Type="http://schemas.openxmlformats.org/officeDocument/2006/relationships/slideLayout" Target="../slideLayouts/slideLayout371.xml"/><Relationship Id="rId10" Type="http://schemas.openxmlformats.org/officeDocument/2006/relationships/slideLayout" Target="../slideLayouts/slideLayout376.xml"/><Relationship Id="rId4" Type="http://schemas.openxmlformats.org/officeDocument/2006/relationships/slideLayout" Target="../slideLayouts/slideLayout370.xml"/><Relationship Id="rId9" Type="http://schemas.openxmlformats.org/officeDocument/2006/relationships/slideLayout" Target="../slideLayouts/slideLayout375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6.xml"/><Relationship Id="rId13" Type="http://schemas.openxmlformats.org/officeDocument/2006/relationships/theme" Target="../theme/theme37.xml"/><Relationship Id="rId3" Type="http://schemas.openxmlformats.org/officeDocument/2006/relationships/slideLayout" Target="../slideLayouts/slideLayout381.xml"/><Relationship Id="rId7" Type="http://schemas.openxmlformats.org/officeDocument/2006/relationships/slideLayout" Target="../slideLayouts/slideLayout385.xml"/><Relationship Id="rId12" Type="http://schemas.openxmlformats.org/officeDocument/2006/relationships/slideLayout" Target="../slideLayouts/slideLayout390.xml"/><Relationship Id="rId2" Type="http://schemas.openxmlformats.org/officeDocument/2006/relationships/slideLayout" Target="../slideLayouts/slideLayout380.xml"/><Relationship Id="rId1" Type="http://schemas.openxmlformats.org/officeDocument/2006/relationships/slideLayout" Target="../slideLayouts/slideLayout379.xml"/><Relationship Id="rId6" Type="http://schemas.openxmlformats.org/officeDocument/2006/relationships/slideLayout" Target="../slideLayouts/slideLayout384.xml"/><Relationship Id="rId11" Type="http://schemas.openxmlformats.org/officeDocument/2006/relationships/slideLayout" Target="../slideLayouts/slideLayout389.xml"/><Relationship Id="rId5" Type="http://schemas.openxmlformats.org/officeDocument/2006/relationships/slideLayout" Target="../slideLayouts/slideLayout383.xml"/><Relationship Id="rId10" Type="http://schemas.openxmlformats.org/officeDocument/2006/relationships/slideLayout" Target="../slideLayouts/slideLayout388.xml"/><Relationship Id="rId4" Type="http://schemas.openxmlformats.org/officeDocument/2006/relationships/slideLayout" Target="../slideLayouts/slideLayout382.xml"/><Relationship Id="rId9" Type="http://schemas.openxmlformats.org/officeDocument/2006/relationships/slideLayout" Target="../slideLayouts/slideLayout3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80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45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826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716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60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36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59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52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82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739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15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33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7" r:id="rId11"/>
    <p:sldLayoutId id="2147484038" r:id="rId12"/>
    <p:sldLayoutId id="2147484039" r:id="rId13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178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14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21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77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348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  <p:sldLayoutId id="2147484178" r:id="rId5"/>
    <p:sldLayoutId id="2147484179" r:id="rId6"/>
    <p:sldLayoutId id="2147484180" r:id="rId7"/>
    <p:sldLayoutId id="2147484181" r:id="rId8"/>
    <p:sldLayoutId id="2147484182" r:id="rId9"/>
    <p:sldLayoutId id="2147484183" r:id="rId10"/>
    <p:sldLayoutId id="214748418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31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96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7" r:id="rId1"/>
    <p:sldLayoutId id="2147484508" r:id="rId2"/>
    <p:sldLayoutId id="2147484509" r:id="rId3"/>
    <p:sldLayoutId id="2147484510" r:id="rId4"/>
    <p:sldLayoutId id="2147484511" r:id="rId5"/>
    <p:sldLayoutId id="2147484512" r:id="rId6"/>
    <p:sldLayoutId id="2147484513" r:id="rId7"/>
    <p:sldLayoutId id="2147484514" r:id="rId8"/>
    <p:sldLayoutId id="2147484515" r:id="rId9"/>
    <p:sldLayoutId id="2147484516" r:id="rId10"/>
    <p:sldLayoutId id="2147484517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03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61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2" r:id="rId1"/>
    <p:sldLayoutId id="2147484533" r:id="rId2"/>
    <p:sldLayoutId id="2147484534" r:id="rId3"/>
    <p:sldLayoutId id="2147484535" r:id="rId4"/>
    <p:sldLayoutId id="2147484536" r:id="rId5"/>
    <p:sldLayoutId id="2147484537" r:id="rId6"/>
    <p:sldLayoutId id="2147484538" r:id="rId7"/>
    <p:sldLayoutId id="2147484539" r:id="rId8"/>
    <p:sldLayoutId id="2147484540" r:id="rId9"/>
    <p:sldLayoutId id="2147484541" r:id="rId10"/>
    <p:sldLayoutId id="214748454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26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4" r:id="rId1"/>
    <p:sldLayoutId id="2147484545" r:id="rId2"/>
    <p:sldLayoutId id="2147484546" r:id="rId3"/>
    <p:sldLayoutId id="2147484547" r:id="rId4"/>
    <p:sldLayoutId id="2147484548" r:id="rId5"/>
    <p:sldLayoutId id="2147484549" r:id="rId6"/>
    <p:sldLayoutId id="2147484550" r:id="rId7"/>
    <p:sldLayoutId id="2147484551" r:id="rId8"/>
    <p:sldLayoutId id="2147484552" r:id="rId9"/>
    <p:sldLayoutId id="2147484553" r:id="rId10"/>
    <p:sldLayoutId id="214748455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37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1" r:id="rId1"/>
    <p:sldLayoutId id="2147484572" r:id="rId2"/>
    <p:sldLayoutId id="2147484573" r:id="rId3"/>
    <p:sldLayoutId id="2147484574" r:id="rId4"/>
    <p:sldLayoutId id="2147484575" r:id="rId5"/>
    <p:sldLayoutId id="2147484576" r:id="rId6"/>
    <p:sldLayoutId id="2147484577" r:id="rId7"/>
    <p:sldLayoutId id="2147484578" r:id="rId8"/>
    <p:sldLayoutId id="2147484579" r:id="rId9"/>
    <p:sldLayoutId id="214748458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67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2" r:id="rId1"/>
    <p:sldLayoutId id="2147484583" r:id="rId2"/>
    <p:sldLayoutId id="2147484584" r:id="rId3"/>
    <p:sldLayoutId id="2147484585" r:id="rId4"/>
    <p:sldLayoutId id="2147484586" r:id="rId5"/>
    <p:sldLayoutId id="2147484587" r:id="rId6"/>
    <p:sldLayoutId id="2147484588" r:id="rId7"/>
    <p:sldLayoutId id="2147484589" r:id="rId8"/>
    <p:sldLayoutId id="2147484590" r:id="rId9"/>
    <p:sldLayoutId id="214748459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08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6" r:id="rId1"/>
    <p:sldLayoutId id="2147484607" r:id="rId2"/>
    <p:sldLayoutId id="2147484608" r:id="rId3"/>
    <p:sldLayoutId id="2147484609" r:id="rId4"/>
    <p:sldLayoutId id="2147484610" r:id="rId5"/>
    <p:sldLayoutId id="2147484611" r:id="rId6"/>
    <p:sldLayoutId id="2147484612" r:id="rId7"/>
    <p:sldLayoutId id="2147484613" r:id="rId8"/>
    <p:sldLayoutId id="2147484614" r:id="rId9"/>
    <p:sldLayoutId id="2147484615" r:id="rId10"/>
    <p:sldLayoutId id="214748461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482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619" r:id="rId2"/>
    <p:sldLayoutId id="2147484620" r:id="rId3"/>
    <p:sldLayoutId id="2147484621" r:id="rId4"/>
    <p:sldLayoutId id="2147484622" r:id="rId5"/>
    <p:sldLayoutId id="2147484623" r:id="rId6"/>
    <p:sldLayoutId id="2147484624" r:id="rId7"/>
    <p:sldLayoutId id="2147484625" r:id="rId8"/>
    <p:sldLayoutId id="2147484626" r:id="rId9"/>
    <p:sldLayoutId id="2147484627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5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9" r:id="rId1"/>
    <p:sldLayoutId id="2147484630" r:id="rId2"/>
    <p:sldLayoutId id="2147484631" r:id="rId3"/>
    <p:sldLayoutId id="2147484632" r:id="rId4"/>
    <p:sldLayoutId id="2147484633" r:id="rId5"/>
    <p:sldLayoutId id="2147484634" r:id="rId6"/>
    <p:sldLayoutId id="2147484635" r:id="rId7"/>
    <p:sldLayoutId id="2147484636" r:id="rId8"/>
    <p:sldLayoutId id="2147484637" r:id="rId9"/>
    <p:sldLayoutId id="214748463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200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0" r:id="rId1"/>
    <p:sldLayoutId id="2147484641" r:id="rId2"/>
    <p:sldLayoutId id="2147484642" r:id="rId3"/>
    <p:sldLayoutId id="2147484643" r:id="rId4"/>
    <p:sldLayoutId id="2147484644" r:id="rId5"/>
    <p:sldLayoutId id="2147484645" r:id="rId6"/>
    <p:sldLayoutId id="2147484646" r:id="rId7"/>
    <p:sldLayoutId id="2147484647" r:id="rId8"/>
    <p:sldLayoutId id="2147484648" r:id="rId9"/>
    <p:sldLayoutId id="2147484649" r:id="rId10"/>
    <p:sldLayoutId id="214748465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9378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98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9" r:id="rId1"/>
    <p:sldLayoutId id="2147484690" r:id="rId2"/>
    <p:sldLayoutId id="2147484691" r:id="rId3"/>
    <p:sldLayoutId id="2147484692" r:id="rId4"/>
    <p:sldLayoutId id="2147484693" r:id="rId5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32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5" r:id="rId1"/>
    <p:sldLayoutId id="2147484696" r:id="rId2"/>
    <p:sldLayoutId id="2147484697" r:id="rId3"/>
    <p:sldLayoutId id="2147484698" r:id="rId4"/>
    <p:sldLayoutId id="2147484699" r:id="rId5"/>
    <p:sldLayoutId id="2147484700" r:id="rId6"/>
    <p:sldLayoutId id="2147484701" r:id="rId7"/>
    <p:sldLayoutId id="2147484702" r:id="rId8"/>
    <p:sldLayoutId id="2147484703" r:id="rId9"/>
    <p:sldLayoutId id="2147484704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69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6" r:id="rId1"/>
    <p:sldLayoutId id="2147484707" r:id="rId2"/>
    <p:sldLayoutId id="2147484708" r:id="rId3"/>
    <p:sldLayoutId id="2147484709" r:id="rId4"/>
    <p:sldLayoutId id="2147484710" r:id="rId5"/>
    <p:sldLayoutId id="2147484711" r:id="rId6"/>
    <p:sldLayoutId id="2147484712" r:id="rId7"/>
    <p:sldLayoutId id="2147484713" r:id="rId8"/>
    <p:sldLayoutId id="2147484714" r:id="rId9"/>
    <p:sldLayoutId id="214748471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16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7" r:id="rId1"/>
    <p:sldLayoutId id="2147484718" r:id="rId2"/>
    <p:sldLayoutId id="2147484719" r:id="rId3"/>
    <p:sldLayoutId id="2147484720" r:id="rId4"/>
    <p:sldLayoutId id="2147484721" r:id="rId5"/>
    <p:sldLayoutId id="2147484722" r:id="rId6"/>
    <p:sldLayoutId id="2147484723" r:id="rId7"/>
    <p:sldLayoutId id="2147484724" r:id="rId8"/>
    <p:sldLayoutId id="2147484725" r:id="rId9"/>
    <p:sldLayoutId id="2147484726" r:id="rId10"/>
  </p:sldLayoutIdLst>
  <p:transition spd="slow">
    <p:push/>
  </p:transition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750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1" r:id="rId1"/>
    <p:sldLayoutId id="2147484812" r:id="rId2"/>
    <p:sldLayoutId id="2147484813" r:id="rId3"/>
    <p:sldLayoutId id="2147484814" r:id="rId4"/>
    <p:sldLayoutId id="2147484815" r:id="rId5"/>
    <p:sldLayoutId id="2147484816" r:id="rId6"/>
    <p:sldLayoutId id="2147484817" r:id="rId7"/>
    <p:sldLayoutId id="2147484818" r:id="rId8"/>
    <p:sldLayoutId id="2147484819" r:id="rId9"/>
    <p:sldLayoutId id="2147484820" r:id="rId10"/>
    <p:sldLayoutId id="2147484821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794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9" r:id="rId1"/>
    <p:sldLayoutId id="2147484850" r:id="rId2"/>
    <p:sldLayoutId id="2147484851" r:id="rId3"/>
    <p:sldLayoutId id="2147484852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9" r:id="rId11"/>
  </p:sldLayoutIdLst>
  <p:hf hdr="0" ftr="0" dt="0"/>
  <p:txStyles>
    <p:titleStyle>
      <a:lvl1pPr algn="l" defTabSz="685783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46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37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6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28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20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12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606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21" r:id="rId1"/>
    <p:sldLayoutId id="2147485322" r:id="rId2"/>
    <p:sldLayoutId id="2147485323" r:id="rId3"/>
    <p:sldLayoutId id="2147485324" r:id="rId4"/>
    <p:sldLayoutId id="2147485325" r:id="rId5"/>
    <p:sldLayoutId id="2147485326" r:id="rId6"/>
    <p:sldLayoutId id="2147485327" r:id="rId7"/>
    <p:sldLayoutId id="2147485328" r:id="rId8"/>
    <p:sldLayoutId id="2147485329" r:id="rId9"/>
    <p:sldLayoutId id="2147485330" r:id="rId10"/>
    <p:sldLayoutId id="2147485331" r:id="rId11"/>
    <p:sldLayoutId id="2147485332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372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34" r:id="rId1"/>
    <p:sldLayoutId id="2147485335" r:id="rId2"/>
    <p:sldLayoutId id="2147485336" r:id="rId3"/>
    <p:sldLayoutId id="2147485337" r:id="rId4"/>
    <p:sldLayoutId id="2147485338" r:id="rId5"/>
    <p:sldLayoutId id="2147485339" r:id="rId6"/>
    <p:sldLayoutId id="2147485340" r:id="rId7"/>
    <p:sldLayoutId id="2147485341" r:id="rId8"/>
    <p:sldLayoutId id="2147485342" r:id="rId9"/>
    <p:sldLayoutId id="2147485343" r:id="rId10"/>
    <p:sldLayoutId id="2147485344" r:id="rId11"/>
    <p:sldLayoutId id="2147485345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89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85676" y="166723"/>
            <a:ext cx="1908293" cy="2885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重点质量管理提升</a:t>
            </a:r>
          </a:p>
        </p:txBody>
      </p:sp>
      <p:sp>
        <p:nvSpPr>
          <p:cNvPr id="4" name="Bullet1">
            <a:extLst>
              <a:ext uri="{FF2B5EF4-FFF2-40B4-BE49-F238E27FC236}">
                <a16:creationId xmlns:a16="http://schemas.microsoft.com/office/drawing/2014/main" id="{24547063-8943-D574-466C-D6B043F158EE}"/>
              </a:ext>
            </a:extLst>
          </p:cNvPr>
          <p:cNvSpPr txBox="1"/>
          <p:nvPr/>
        </p:nvSpPr>
        <p:spPr bwMode="auto">
          <a:xfrm>
            <a:off x="694979" y="722006"/>
            <a:ext cx="1526727" cy="28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7500" rIns="67500" anchor="t" anchorCtr="0">
            <a:noAutofit/>
          </a:bodyPr>
          <a:lstStyle/>
          <a:p>
            <a:pPr marL="0" marR="0" lvl="0" indent="0" algn="l" defTabSz="309563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飞检能力提升</a:t>
            </a:r>
          </a:p>
        </p:txBody>
      </p:sp>
      <p:sp>
        <p:nvSpPr>
          <p:cNvPr id="5" name="文本框 30">
            <a:extLst>
              <a:ext uri="{FF2B5EF4-FFF2-40B4-BE49-F238E27FC236}">
                <a16:creationId xmlns:a16="http://schemas.microsoft.com/office/drawing/2014/main" id="{EEFE7FF5-443B-4C9D-A315-FAD70BD6DCEF}"/>
              </a:ext>
            </a:extLst>
          </p:cNvPr>
          <p:cNvSpPr txBox="1"/>
          <p:nvPr/>
        </p:nvSpPr>
        <p:spPr>
          <a:xfrm>
            <a:off x="253382" y="1194499"/>
            <a:ext cx="27463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Ⅰ.</a:t>
            </a: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日清日结</a:t>
            </a:r>
          </a:p>
        </p:txBody>
      </p:sp>
      <p:sp>
        <p:nvSpPr>
          <p:cNvPr id="6" name="文本框 30">
            <a:extLst>
              <a:ext uri="{FF2B5EF4-FFF2-40B4-BE49-F238E27FC236}">
                <a16:creationId xmlns:a16="http://schemas.microsoft.com/office/drawing/2014/main" id="{EEFE7FF5-443B-4C9D-A315-FAD70BD6DCEF}"/>
              </a:ext>
            </a:extLst>
          </p:cNvPr>
          <p:cNvSpPr txBox="1"/>
          <p:nvPr/>
        </p:nvSpPr>
        <p:spPr>
          <a:xfrm>
            <a:off x="6251937" y="1246203"/>
            <a:ext cx="27463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Ⅱ.</a:t>
            </a: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软硬件提升</a:t>
            </a: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 </a:t>
            </a:r>
            <a:endParaRPr kumimoji="0" lang="zh-CN" altLang="en-US" sz="135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框 30">
            <a:extLst>
              <a:ext uri="{FF2B5EF4-FFF2-40B4-BE49-F238E27FC236}">
                <a16:creationId xmlns:a16="http://schemas.microsoft.com/office/drawing/2014/main" id="{EEFE7FF5-443B-4C9D-A315-FAD70BD6DCEF}"/>
              </a:ext>
            </a:extLst>
          </p:cNvPr>
          <p:cNvSpPr txBox="1"/>
          <p:nvPr/>
        </p:nvSpPr>
        <p:spPr>
          <a:xfrm>
            <a:off x="3136002" y="2869359"/>
            <a:ext cx="313686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marR="0" lvl="0" indent="-214313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Ⅲ.</a:t>
            </a: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生产记录及逻辑性关闭</a:t>
            </a: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-7</a:t>
            </a: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天</a:t>
            </a: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</a:t>
            </a:r>
            <a:endParaRPr kumimoji="0" lang="zh-CN" altLang="en-US" sz="135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8634" y="1543929"/>
            <a:ext cx="27433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4340" y="1451696"/>
            <a:ext cx="5726133" cy="3193662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51937" y="1488578"/>
            <a:ext cx="2675853" cy="143429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72865" y="1555949"/>
            <a:ext cx="2430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计算机化系统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</a:t>
            </a:r>
          </a:p>
          <a:p>
            <a:pPr marL="171450" marR="0" lvl="0" indent="-17145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微生物空调系统改造，满足阳性室和限度室独立空调分区管理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DCS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连续记录</a:t>
            </a:r>
            <a:endParaRPr kumimoji="0" lang="en-US" altLang="zh-CN" sz="75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36002" y="3216817"/>
            <a:ext cx="257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生产开始，每天进行逻辑性数据统计与确认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生产、项目、分析、物料，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QA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最终复核</a:t>
            </a:r>
            <a:endParaRPr kumimoji="0" lang="en-US" altLang="zh-CN" sz="75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" name="文本框 30">
            <a:extLst>
              <a:ext uri="{FF2B5EF4-FFF2-40B4-BE49-F238E27FC236}">
                <a16:creationId xmlns:a16="http://schemas.microsoft.com/office/drawing/2014/main" id="{EEFE7FF5-443B-4C9D-A315-FAD70BD6DCEF}"/>
              </a:ext>
            </a:extLst>
          </p:cNvPr>
          <p:cNvSpPr txBox="1"/>
          <p:nvPr/>
        </p:nvSpPr>
        <p:spPr>
          <a:xfrm>
            <a:off x="6262401" y="3048527"/>
            <a:ext cx="267585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Ⅲ.SME</a:t>
            </a:r>
            <a:endParaRPr kumimoji="0" lang="en-US" altLang="zh-CN" sz="135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   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EFE7FF5-443B-4C9D-A315-FAD70BD6DCEF}"/>
              </a:ext>
            </a:extLst>
          </p:cNvPr>
          <p:cNvSpPr txBox="1"/>
          <p:nvPr/>
        </p:nvSpPr>
        <p:spPr>
          <a:xfrm>
            <a:off x="3138797" y="1504843"/>
            <a:ext cx="26547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marR="0" lvl="0" indent="-214313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GMP</a:t>
            </a: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批次单批记录关闭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257407" y="1977783"/>
            <a:ext cx="25731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每周开展记录书写的专项培训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50" marR="0" lvl="0" indent="-17145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记录问题统计个人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批次，奖励长期执行较好的人员，对于问题数较多的人员，强化培训或调岗</a:t>
            </a:r>
            <a:endParaRPr kumimoji="0" lang="en-US" altLang="zh-CN" sz="75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EFE7FF5-443B-4C9D-A315-FAD70BD6DCEF}"/>
              </a:ext>
            </a:extLst>
          </p:cNvPr>
          <p:cNvSpPr txBox="1"/>
          <p:nvPr/>
        </p:nvSpPr>
        <p:spPr>
          <a:xfrm>
            <a:off x="415780" y="1512471"/>
            <a:ext cx="23963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marR="0" lvl="0" indent="-214313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现场工作的日清日结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999774" y="1488578"/>
            <a:ext cx="25856" cy="3093768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3059974" y="2824088"/>
            <a:ext cx="3060499" cy="20442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251937" y="3029873"/>
            <a:ext cx="2675853" cy="161548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272865" y="3304141"/>
            <a:ext cx="2430084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各部门审计相关的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Topic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各部门的主题培训，结合主题巡查与日常执行中的典型问题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关键的厂区能力建设，如分析仪器管理、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DCS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、成品管理、环境控制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6398" y="1819409"/>
            <a:ext cx="16053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定主题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定人员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定频率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28588" marR="0" lvl="0" indent="-128588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定跟踪</a:t>
            </a:r>
          </a:p>
        </p:txBody>
      </p:sp>
    </p:spTree>
    <p:extLst>
      <p:ext uri="{BB962C8B-B14F-4D97-AF65-F5344CB8AC3E}">
        <p14:creationId xmlns:p14="http://schemas.microsoft.com/office/powerpoint/2010/main" val="317093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6744" y="107239"/>
            <a:ext cx="41338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2026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GMP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管理重点工作推进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3255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  <a:p>
            <a:pPr marL="0" marR="0" lvl="0" indent="0" algn="l" defTabSz="309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325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2026 GMP Governance Priorities &amp; Implementation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3255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0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85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85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5915270" y="1103752"/>
            <a:ext cx="3136103" cy="1371430"/>
            <a:chOff x="3909311" y="901943"/>
            <a:chExt cx="4222927" cy="2165970"/>
          </a:xfrm>
        </p:grpSpPr>
        <p:sp>
          <p:nvSpPr>
            <p:cNvPr id="164" name="矩形: 圆角 1">
              <a:extLst>
                <a:ext uri="{FF2B5EF4-FFF2-40B4-BE49-F238E27FC236}">
                  <a16:creationId xmlns:a16="http://schemas.microsoft.com/office/drawing/2014/main" id="{25FD559B-AC18-81E1-C12D-077C5322F8C0}"/>
                </a:ext>
              </a:extLst>
            </p:cNvPr>
            <p:cNvSpPr/>
            <p:nvPr/>
          </p:nvSpPr>
          <p:spPr>
            <a:xfrm>
              <a:off x="3909311" y="930442"/>
              <a:ext cx="4146609" cy="2137471"/>
            </a:xfrm>
            <a:prstGeom prst="roundRect">
              <a:avLst>
                <a:gd name="adj" fmla="val 4669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63500" dir="27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5" name="矩形: 圆角 9">
              <a:extLst>
                <a:ext uri="{FF2B5EF4-FFF2-40B4-BE49-F238E27FC236}">
                  <a16:creationId xmlns:a16="http://schemas.microsoft.com/office/drawing/2014/main" id="{087BA160-9A86-3CCE-A3E2-1BD35D856EA4}"/>
                </a:ext>
              </a:extLst>
            </p:cNvPr>
            <p:cNvSpPr/>
            <p:nvPr/>
          </p:nvSpPr>
          <p:spPr>
            <a:xfrm>
              <a:off x="4324263" y="1025996"/>
              <a:ext cx="3463792" cy="340022"/>
            </a:xfrm>
            <a:prstGeom prst="roundRect">
              <a:avLst/>
            </a:prstGeom>
            <a:gradFill>
              <a:gsLst>
                <a:gs pos="41000">
                  <a:srgbClr val="1E3465">
                    <a:lumMod val="98000"/>
                  </a:srgbClr>
                </a:gs>
                <a:gs pos="100000">
                  <a:srgbClr val="375FB7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896DC97C-9252-780B-BE05-1770014347F3}"/>
                </a:ext>
              </a:extLst>
            </p:cNvPr>
            <p:cNvSpPr txBox="1"/>
            <p:nvPr/>
          </p:nvSpPr>
          <p:spPr>
            <a:xfrm>
              <a:off x="4201450" y="901943"/>
              <a:ext cx="3930788" cy="564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732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自动化和高端生产设备</a:t>
              </a: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GMP</a:t>
              </a:r>
              <a:r>
                <a:rPr kumimoji="0" lang="zh-CN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管理</a:t>
              </a:r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4073238" y="1366018"/>
              <a:ext cx="3939400" cy="1179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732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对于不断更新迭代的设备：</a:t>
              </a:r>
              <a:r>
                <a:rPr kumimoji="0" lang="zh-CN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硬件（设施设备）上合规，在软件（工艺、数据、文件）上可靠，更在人员（团队能力与文化）上专业且严谨。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Arial" panose="020B0604020202020204" pitchFamily="34" charset="0"/>
              </a:endParaRPr>
            </a:p>
          </p:txBody>
        </p:sp>
      </p:grpSp>
      <p:cxnSp>
        <p:nvCxnSpPr>
          <p:cNvPr id="151" name="图形"/>
          <p:cNvCxnSpPr/>
          <p:nvPr>
            <p:custDataLst>
              <p:tags r:id="rId1"/>
            </p:custDataLst>
          </p:nvPr>
        </p:nvCxnSpPr>
        <p:spPr>
          <a:xfrm>
            <a:off x="531117" y="2482344"/>
            <a:ext cx="7944620" cy="0"/>
          </a:xfrm>
          <a:prstGeom prst="line">
            <a:avLst/>
          </a:prstGeom>
          <a:noFill/>
          <a:ln w="15875" cap="flat" cmpd="sng" algn="ctr">
            <a:solidFill>
              <a:srgbClr val="0D22C6"/>
            </a:solidFill>
            <a:prstDash val="solid"/>
            <a:miter lim="800000"/>
          </a:ln>
          <a:effectLst/>
        </p:spPr>
      </p:cxnSp>
      <p:grpSp>
        <p:nvGrpSpPr>
          <p:cNvPr id="153" name="组合 152"/>
          <p:cNvGrpSpPr/>
          <p:nvPr/>
        </p:nvGrpSpPr>
        <p:grpSpPr>
          <a:xfrm>
            <a:off x="3728" y="1112119"/>
            <a:ext cx="2988288" cy="1363063"/>
            <a:chOff x="3909311" y="915157"/>
            <a:chExt cx="4226869" cy="2152756"/>
          </a:xfrm>
        </p:grpSpPr>
        <p:sp>
          <p:nvSpPr>
            <p:cNvPr id="154" name="矩形: 圆角 1">
              <a:extLst>
                <a:ext uri="{FF2B5EF4-FFF2-40B4-BE49-F238E27FC236}">
                  <a16:creationId xmlns:a16="http://schemas.microsoft.com/office/drawing/2014/main" id="{25FD559B-AC18-81E1-C12D-077C5322F8C0}"/>
                </a:ext>
              </a:extLst>
            </p:cNvPr>
            <p:cNvSpPr/>
            <p:nvPr/>
          </p:nvSpPr>
          <p:spPr>
            <a:xfrm>
              <a:off x="3909311" y="930442"/>
              <a:ext cx="4146609" cy="2137471"/>
            </a:xfrm>
            <a:prstGeom prst="roundRect">
              <a:avLst>
                <a:gd name="adj" fmla="val 4669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63500" dir="27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5" name="矩形: 圆角 9">
              <a:extLst>
                <a:ext uri="{FF2B5EF4-FFF2-40B4-BE49-F238E27FC236}">
                  <a16:creationId xmlns:a16="http://schemas.microsoft.com/office/drawing/2014/main" id="{087BA160-9A86-3CCE-A3E2-1BD35D856EA4}"/>
                </a:ext>
              </a:extLst>
            </p:cNvPr>
            <p:cNvSpPr/>
            <p:nvPr/>
          </p:nvSpPr>
          <p:spPr>
            <a:xfrm>
              <a:off x="4324263" y="1025996"/>
              <a:ext cx="3232982" cy="365221"/>
            </a:xfrm>
            <a:prstGeom prst="roundRect">
              <a:avLst/>
            </a:prstGeom>
            <a:gradFill>
              <a:gsLst>
                <a:gs pos="41000">
                  <a:srgbClr val="1E3465">
                    <a:lumMod val="98000"/>
                  </a:srgbClr>
                </a:gs>
                <a:gs pos="100000">
                  <a:srgbClr val="375FB7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896DC97C-9252-780B-BE05-1770014347F3}"/>
                </a:ext>
              </a:extLst>
            </p:cNvPr>
            <p:cNvSpPr txBox="1"/>
            <p:nvPr/>
          </p:nvSpPr>
          <p:spPr>
            <a:xfrm>
              <a:off x="4279496" y="915157"/>
              <a:ext cx="3262699" cy="503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732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官方飞检准备及应对</a:t>
              </a:r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4011738" y="1323565"/>
              <a:ext cx="4124442" cy="1234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732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持续提升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SME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人员能力、重要审计前的工厂预审计专项合规性巡查、合规性整改的全生命周期管控。</a:t>
              </a: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2934662" y="1118481"/>
            <a:ext cx="3230171" cy="1392741"/>
            <a:chOff x="3909311" y="925204"/>
            <a:chExt cx="4349593" cy="2199626"/>
          </a:xfrm>
        </p:grpSpPr>
        <p:sp>
          <p:nvSpPr>
            <p:cNvPr id="159" name="矩形: 圆角 1">
              <a:extLst>
                <a:ext uri="{FF2B5EF4-FFF2-40B4-BE49-F238E27FC236}">
                  <a16:creationId xmlns:a16="http://schemas.microsoft.com/office/drawing/2014/main" id="{25FD559B-AC18-81E1-C12D-077C5322F8C0}"/>
                </a:ext>
              </a:extLst>
            </p:cNvPr>
            <p:cNvSpPr/>
            <p:nvPr/>
          </p:nvSpPr>
          <p:spPr>
            <a:xfrm>
              <a:off x="3909311" y="930442"/>
              <a:ext cx="4146609" cy="2137471"/>
            </a:xfrm>
            <a:prstGeom prst="roundRect">
              <a:avLst>
                <a:gd name="adj" fmla="val 4669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63500" dir="27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0" name="矩形: 圆角 9">
              <a:extLst>
                <a:ext uri="{FF2B5EF4-FFF2-40B4-BE49-F238E27FC236}">
                  <a16:creationId xmlns:a16="http://schemas.microsoft.com/office/drawing/2014/main" id="{087BA160-9A86-3CCE-A3E2-1BD35D856EA4}"/>
                </a:ext>
              </a:extLst>
            </p:cNvPr>
            <p:cNvSpPr/>
            <p:nvPr/>
          </p:nvSpPr>
          <p:spPr>
            <a:xfrm>
              <a:off x="4324263" y="1025996"/>
              <a:ext cx="3232982" cy="365221"/>
            </a:xfrm>
            <a:prstGeom prst="roundRect">
              <a:avLst/>
            </a:prstGeom>
            <a:gradFill>
              <a:gsLst>
                <a:gs pos="41000">
                  <a:srgbClr val="1E3465">
                    <a:lumMod val="98000"/>
                  </a:srgbClr>
                </a:gs>
                <a:gs pos="100000">
                  <a:srgbClr val="375FB7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896DC97C-9252-780B-BE05-1770014347F3}"/>
                </a:ext>
              </a:extLst>
            </p:cNvPr>
            <p:cNvSpPr txBox="1"/>
            <p:nvPr/>
          </p:nvSpPr>
          <p:spPr>
            <a:xfrm>
              <a:off x="4279498" y="925204"/>
              <a:ext cx="3262699" cy="50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732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基层</a:t>
              </a: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GMP</a:t>
              </a:r>
              <a:r>
                <a:rPr kumimoji="0" lang="zh-CN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规范执行管理 </a:t>
              </a: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3934510" y="1335017"/>
              <a:ext cx="4324394" cy="1789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732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培训规范化：</a:t>
              </a:r>
              <a:r>
                <a:rPr kumimoji="0" lang="zh-CN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结合案例讲解记录的重要性，定期考核与反馈；</a:t>
              </a:r>
              <a:r>
                <a:rPr kumimoji="0" lang="zh-CN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 </a:t>
              </a:r>
              <a:r>
                <a:rPr kumimoji="0" lang="zh-CN" altLang="en-US" sz="9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加强监督：</a:t>
              </a:r>
              <a:r>
                <a:rPr kumimoji="0" lang="zh-CN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设立专人抽查，建立数据，记录，质量违规异常预警机制；</a:t>
              </a:r>
              <a:r>
                <a:rPr kumimoji="0" lang="zh-CN" altLang="en-US" sz="9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考核和问责：</a:t>
              </a:r>
              <a:r>
                <a:rPr kumimoji="0" lang="zh-CN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将记录质量纳入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KPI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；</a:t>
              </a:r>
              <a:r>
                <a:rPr kumimoji="0" lang="zh-CN" altLang="en-US" sz="9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Arial" panose="020B0604020202020204" pitchFamily="34" charset="0"/>
                </a:rPr>
                <a:t>管理层推动：</a:t>
              </a:r>
              <a:r>
                <a:rPr kumimoji="0" lang="zh-CN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各层级管理人员带头重视数据，记录文化，定期审查记录并推动改进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sym typeface="Arial" panose="020B0604020202020204" pitchFamily="34" charset="0"/>
                </a:rPr>
                <a:t>。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CABE37E4-38DA-12F5-772A-7B5A68C4413E}"/>
              </a:ext>
            </a:extLst>
          </p:cNvPr>
          <p:cNvSpPr txBox="1"/>
          <p:nvPr/>
        </p:nvSpPr>
        <p:spPr>
          <a:xfrm>
            <a:off x="112866" y="760372"/>
            <a:ext cx="4743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新态势下，对生产管理要求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、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挑战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容错空间越来越小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575000-12DD-D317-4EBA-2C4BF5F30D35}"/>
              </a:ext>
            </a:extLst>
          </p:cNvPr>
          <p:cNvSpPr txBox="1"/>
          <p:nvPr/>
        </p:nvSpPr>
        <p:spPr>
          <a:xfrm>
            <a:off x="244814" y="2843679"/>
            <a:ext cx="47438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推行工厂常态化合规审计</a:t>
            </a:r>
          </a:p>
          <a:p>
            <a:pPr marL="342900" marR="0" lvl="0" indent="-34290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各个部门：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（1）各个部门按照既定的制度进行监控检查（每日，每工作日，每周等）；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（2）非生产区域文件存放、5S管理、电脑使用巡查----每月执行一次，生产部、IT、综办管理人员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（3）生产区域合规性+交叉污染联合巡查----生产部巡查、质量组、车间质量管理人员+QA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（4）专项检查---生产部巡查组执行：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（5）高风险专项检查（交叉污染和D级区管控）--生产部质量组负责人和质量主任</a:t>
            </a:r>
          </a:p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t>2. QA部门：每周按照审批的巡查计划，执行主题巡查；每个月QA管理人员进行飞检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252D30"/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996632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8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9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10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27.xml><?xml version="1.0" encoding="utf-8"?>
<a:theme xmlns:a="http://schemas.openxmlformats.org/drawingml/2006/main" name="3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2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FF0000"/>
          </a:solidFill>
        </a:ln>
      </a:spPr>
      <a:bodyPr rtlCol="0" anchor="ctr"/>
      <a:lstStyle>
        <a:defPPr algn="ctr" defTabSz="1828800" fontAlgn="ctr">
          <a:spcBef>
            <a:spcPts val="0"/>
          </a:spcBef>
          <a:spcAft>
            <a:spcPts val="0"/>
          </a:spcAft>
          <a:defRPr sz="2400" b="1" dirty="0">
            <a:solidFill>
              <a:schemeClr val="tx1"/>
            </a:solidFill>
            <a:latin typeface="微软雅黑" panose="020B0703020204020201" pitchFamily="34" charset="-122"/>
            <a:ea typeface="微软雅黑" panose="020B0703020204020201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just">
          <a:spcAft>
            <a:spcPts val="0"/>
          </a:spcAft>
          <a:defRPr sz="2400" kern="100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  <a:cs typeface="Times New Roman" panose="0202060305040502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5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3vdqsx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29136</TotalTime>
  <Words>503</Words>
  <Application>Microsoft Office PowerPoint</Application>
  <PresentationFormat>全屏显示(16:9)</PresentationFormat>
  <Paragraphs>44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37</vt:i4>
      </vt:variant>
      <vt:variant>
        <vt:lpstr>幻灯片标题</vt:lpstr>
      </vt:variant>
      <vt:variant>
        <vt:i4>2</vt:i4>
      </vt:variant>
    </vt:vector>
  </HeadingPairs>
  <TitlesOfParts>
    <vt:vector size="51" baseType="lpstr">
      <vt:lpstr>Helvetica Light</vt:lpstr>
      <vt:lpstr>Helvetica Neue</vt:lpstr>
      <vt:lpstr>仿宋</vt:lpstr>
      <vt:lpstr>华文楷体</vt:lpstr>
      <vt:lpstr>宋体</vt:lpstr>
      <vt:lpstr>微软雅黑</vt:lpstr>
      <vt:lpstr>Arial</vt:lpstr>
      <vt:lpstr>Arial Black</vt:lpstr>
      <vt:lpstr>Calibri</vt:lpstr>
      <vt:lpstr>Open Sans</vt:lpstr>
      <vt:lpstr>Times New Roman</vt:lpstr>
      <vt:lpstr>Wingdings</vt:lpstr>
      <vt:lpstr>4_webwppDefTheme</vt:lpstr>
      <vt:lpstr>5_webwppDefTheme</vt:lpstr>
      <vt:lpstr>9_webwppDefTheme</vt:lpstr>
      <vt:lpstr>6_webwppDefTheme</vt:lpstr>
      <vt:lpstr>webwppDefTheme</vt:lpstr>
      <vt:lpstr>11_webwppDefTheme</vt:lpstr>
      <vt:lpstr>1_webwppDefTheme</vt:lpstr>
      <vt:lpstr>3_webwppDefTheme</vt:lpstr>
      <vt:lpstr>2_webwppDefTheme</vt:lpstr>
      <vt:lpstr>12_webwppDefTheme</vt:lpstr>
      <vt:lpstr>7_webwppDefTheme</vt:lpstr>
      <vt:lpstr>51_webwppDefTheme</vt:lpstr>
      <vt:lpstr>8_webwppDefTheme</vt:lpstr>
      <vt:lpstr>13_webwppDefTheme</vt:lpstr>
      <vt:lpstr>10_webwppDefTheme</vt:lpstr>
      <vt:lpstr>14_webwppDefTheme</vt:lpstr>
      <vt:lpstr>15_webwppDefTheme</vt:lpstr>
      <vt:lpstr>16_webwppDefTheme</vt:lpstr>
      <vt:lpstr>17_webwppDefTheme</vt:lpstr>
      <vt:lpstr>18_webwppDefTheme</vt:lpstr>
      <vt:lpstr>19_webwppDefTheme</vt:lpstr>
      <vt:lpstr>20_webwppDefTheme</vt:lpstr>
      <vt:lpstr>21_webwppDefTheme</vt:lpstr>
      <vt:lpstr>22_webwppDefTheme</vt:lpstr>
      <vt:lpstr>23_webwppDefTheme</vt:lpstr>
      <vt:lpstr>36_webwppDefTheme</vt:lpstr>
      <vt:lpstr>37_webwppDefTheme</vt:lpstr>
      <vt:lpstr>24_webwppDefTheme</vt:lpstr>
      <vt:lpstr>25_webwppDefTheme</vt:lpstr>
      <vt:lpstr>27_webwppDefTheme</vt:lpstr>
      <vt:lpstr>28_webwppDefTheme</vt:lpstr>
      <vt:lpstr>26_webwppDefTheme</vt:lpstr>
      <vt:lpstr>54_webwppDefTheme</vt:lpstr>
      <vt:lpstr>29_webwppDefTheme</vt:lpstr>
      <vt:lpstr>30_webwppDefTheme</vt:lpstr>
      <vt:lpstr>3_White</vt:lpstr>
      <vt:lpstr>1_White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Jing Chen</cp:lastModifiedBy>
  <cp:revision>2183</cp:revision>
  <cp:lastPrinted>2020-08-24T06:52:00Z</cp:lastPrinted>
  <dcterms:created xsi:type="dcterms:W3CDTF">2020-08-24T06:52:00Z</dcterms:created>
  <dcterms:modified xsi:type="dcterms:W3CDTF">2026-07-30T08:47:51Z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6CE3AC170A46476F9F966556CB5A9253</vt:lpwstr>
  </property>
</Properties>
</file>